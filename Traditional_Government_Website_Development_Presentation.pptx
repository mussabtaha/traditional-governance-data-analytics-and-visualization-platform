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089d1575d84ab0" /><Relationship Type="http://schemas.openxmlformats.org/officeDocument/2006/relationships/extended-properties" Target="/docProps/app.xml" Id="R7ee7ee5cc7294817" /><Relationship Type="http://schemas.openxmlformats.org/officeDocument/2006/relationships/officeDocument" Target="/ppt/presentation.xml" Id="Rd527b12b11c34c3e" /></Relationships>
</file>

<file path=ppt/presentation.xml><?xml version="1.0" encoding="utf-8"?>
<p:presentation xmlns:p="http://schemas.openxmlformats.org/presentationml/2006/main">
  <p:sldMasterIdLst>
    <p:sldMasterId xmlns:r="http://schemas.openxmlformats.org/officeDocument/2006/relationships" id="2147483648" r:id="Rd31c1d4f475d4334"/>
  </p:sldMasterIdLst>
  <p:notesMasterIdLst>
    <p:notesMasterId xmlns:r="http://schemas.openxmlformats.org/officeDocument/2006/relationships" r:id="R341cb756faba448d"/>
  </p:notesMasterIdLst>
  <p:sldIdLst>
    <p:sldId xmlns:r="http://schemas.openxmlformats.org/officeDocument/2006/relationships" id="256" r:id="Re5756c59158b4afb"/>
    <p:sldId xmlns:r="http://schemas.openxmlformats.org/officeDocument/2006/relationships" id="257" r:id="R25884511029f48f9"/>
    <p:sldId xmlns:r="http://schemas.openxmlformats.org/officeDocument/2006/relationships" id="258" r:id="R81b5a1ed86ea4fdb"/>
    <p:sldId xmlns:r="http://schemas.openxmlformats.org/officeDocument/2006/relationships" id="259" r:id="R5031a93ed7a6438c"/>
    <p:sldId xmlns:r="http://schemas.openxmlformats.org/officeDocument/2006/relationships" id="260" r:id="Rc2871e3062284e29"/>
    <p:sldId xmlns:r="http://schemas.openxmlformats.org/officeDocument/2006/relationships" id="261" r:id="R07b2af804f0f4d17"/>
    <p:sldId xmlns:r="http://schemas.openxmlformats.org/officeDocument/2006/relationships" id="262" r:id="Rc8a4b9ac3bbf4f7a"/>
    <p:sldId xmlns:r="http://schemas.openxmlformats.org/officeDocument/2006/relationships" id="263" r:id="Rc2c3553f7c894c82"/>
    <p:sldId xmlns:r="http://schemas.openxmlformats.org/officeDocument/2006/relationships" id="264" r:id="Rb718da574c734533"/>
    <p:sldId xmlns:r="http://schemas.openxmlformats.org/officeDocument/2006/relationships" id="265" r:id="Rc0306aea02af46e3"/>
    <p:sldId xmlns:r="http://schemas.openxmlformats.org/officeDocument/2006/relationships" id="266" r:id="Rd239355ac50d44db"/>
    <p:sldId xmlns:r="http://schemas.openxmlformats.org/officeDocument/2006/relationships" id="267" r:id="R6af761d3bc584d30"/>
    <p:sldId xmlns:r="http://schemas.openxmlformats.org/officeDocument/2006/relationships" id="268" r:id="Rbfba6e331bd44615"/>
    <p:sldId xmlns:r="http://schemas.openxmlformats.org/officeDocument/2006/relationships" id="269" r:id="R9757b5686a0b44ae"/>
    <p:sldId xmlns:r="http://schemas.openxmlformats.org/officeDocument/2006/relationships" id="270" r:id="R42eb3ef5b5714c45"/>
    <p:sldId xmlns:r="http://schemas.openxmlformats.org/officeDocument/2006/relationships" id="271" r:id="R90dbcf7a02b44065"/>
    <p:sldId xmlns:r="http://schemas.openxmlformats.org/officeDocument/2006/relationships" id="272" r:id="R5066a4269d624071"/>
    <p:sldId xmlns:r="http://schemas.openxmlformats.org/officeDocument/2006/relationships" id="273" r:id="R5fe79066e697450d"/>
    <p:sldId xmlns:r="http://schemas.openxmlformats.org/officeDocument/2006/relationships" id="274" r:id="R6d36350033854cbb"/>
    <p:sldId xmlns:r="http://schemas.openxmlformats.org/officeDocument/2006/relationships" id="275" r:id="Rcc64d5c710654f14"/>
    <p:sldId xmlns:r="http://schemas.openxmlformats.org/officeDocument/2006/relationships" id="276" r:id="R97b966a7c4f8480a"/>
    <p:sldId xmlns:r="http://schemas.openxmlformats.org/officeDocument/2006/relationships" id="277" r:id="R975432f87f26488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4016c8ec8a4e4f" /><Relationship Type="http://schemas.openxmlformats.org/officeDocument/2006/relationships/slideMaster" Target="/ppt/slideMasters/slideMaster1.xml" Id="Rd31c1d4f475d4334" /><Relationship Type="http://schemas.openxmlformats.org/officeDocument/2006/relationships/notesMaster" Target="/ppt/notesMasters/notesMaster1.xml" Id="R341cb756faba448d" /><Relationship Type="http://schemas.openxmlformats.org/officeDocument/2006/relationships/presProps" Target="/ppt/presProps.xml" Id="R45e006b0499545de" /><Relationship Type="http://schemas.openxmlformats.org/officeDocument/2006/relationships/tableStyles" Target="/ppt/tableStyles.xml" Id="R75f8f24b81ea438b" /><Relationship Type="http://schemas.openxmlformats.org/officeDocument/2006/relationships/slide" Target="/ppt/slides/slide1.xml" Id="Re5756c59158b4afb" /><Relationship Type="http://schemas.openxmlformats.org/officeDocument/2006/relationships/slide" Target="/ppt/slides/slide2.xml" Id="R25884511029f48f9" /><Relationship Type="http://schemas.openxmlformats.org/officeDocument/2006/relationships/slide" Target="/ppt/slides/slide3.xml" Id="R81b5a1ed86ea4fdb" /><Relationship Type="http://schemas.openxmlformats.org/officeDocument/2006/relationships/slide" Target="/ppt/slides/slide4.xml" Id="R5031a93ed7a6438c" /><Relationship Type="http://schemas.openxmlformats.org/officeDocument/2006/relationships/slide" Target="/ppt/slides/slide5.xml" Id="Rc2871e3062284e29" /><Relationship Type="http://schemas.openxmlformats.org/officeDocument/2006/relationships/slide" Target="/ppt/slides/slide6.xml" Id="R07b2af804f0f4d17" /><Relationship Type="http://schemas.openxmlformats.org/officeDocument/2006/relationships/slide" Target="/ppt/slides/slide7.xml" Id="Rc8a4b9ac3bbf4f7a" /><Relationship Type="http://schemas.openxmlformats.org/officeDocument/2006/relationships/slide" Target="/ppt/slides/slide8.xml" Id="Rc2c3553f7c894c82" /><Relationship Type="http://schemas.openxmlformats.org/officeDocument/2006/relationships/slide" Target="/ppt/slides/slide9.xml" Id="Rb718da574c734533" /><Relationship Type="http://schemas.openxmlformats.org/officeDocument/2006/relationships/slide" Target="/ppt/slides/slide10.xml" Id="Rc0306aea02af46e3" /><Relationship Type="http://schemas.openxmlformats.org/officeDocument/2006/relationships/slide" Target="/ppt/slides/slide11.xml" Id="Rd239355ac50d44db" /><Relationship Type="http://schemas.openxmlformats.org/officeDocument/2006/relationships/slide" Target="/ppt/slides/slide12.xml" Id="R6af761d3bc584d30" /><Relationship Type="http://schemas.openxmlformats.org/officeDocument/2006/relationships/slide" Target="/ppt/slides/slide13.xml" Id="Rbfba6e331bd44615" /><Relationship Type="http://schemas.openxmlformats.org/officeDocument/2006/relationships/slide" Target="/ppt/slides/slide14.xml" Id="R9757b5686a0b44ae" /><Relationship Type="http://schemas.openxmlformats.org/officeDocument/2006/relationships/slide" Target="/ppt/slides/slide15.xml" Id="R42eb3ef5b5714c45" /><Relationship Type="http://schemas.openxmlformats.org/officeDocument/2006/relationships/slide" Target="/ppt/slides/slide16.xml" Id="R90dbcf7a02b44065" /><Relationship Type="http://schemas.openxmlformats.org/officeDocument/2006/relationships/slide" Target="/ppt/slides/slide17.xml" Id="R5066a4269d624071" /><Relationship Type="http://schemas.openxmlformats.org/officeDocument/2006/relationships/slide" Target="/ppt/slides/slide18.xml" Id="R5fe79066e697450d" /><Relationship Type="http://schemas.openxmlformats.org/officeDocument/2006/relationships/slide" Target="/ppt/slides/slide19.xml" Id="R6d36350033854cbb" /><Relationship Type="http://schemas.openxmlformats.org/officeDocument/2006/relationships/slide" Target="/ppt/slides/slide20.xml" Id="Rcc64d5c710654f14" /><Relationship Type="http://schemas.openxmlformats.org/officeDocument/2006/relationships/slide" Target="/ppt/slides/slide21.xml" Id="R97b966a7c4f8480a" /><Relationship Type="http://schemas.openxmlformats.org/officeDocument/2006/relationships/slide" Target="/ppt/slides/slide22.xml" Id="R975432f87f2648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8bdbdb51c04f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9cec0212b742b4" /><Relationship Type="http://schemas.openxmlformats.org/officeDocument/2006/relationships/notesMaster" Target="/ppt/notesMasters/notesMaster1.xml" Id="R8c6a7d82f92a46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c923efddfb4cbb" /><Relationship Type="http://schemas.openxmlformats.org/officeDocument/2006/relationships/notesMaster" Target="/ppt/notesMasters/notesMaster1.xml" Id="Raf43ffb2137749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ef5011e3074925" /><Relationship Type="http://schemas.openxmlformats.org/officeDocument/2006/relationships/notesMaster" Target="/ppt/notesMasters/notesMaster1.xml" Id="R6b7f2722d02a4f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32aff354904c4d" /><Relationship Type="http://schemas.openxmlformats.org/officeDocument/2006/relationships/notesMaster" Target="/ppt/notesMasters/notesMaster1.xml" Id="Rf1fdc778049941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af3150bf5b45f5" /><Relationship Type="http://schemas.openxmlformats.org/officeDocument/2006/relationships/notesMaster" Target="/ppt/notesMasters/notesMaster1.xml" Id="Ra05e6ab5590641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e098225cc144d4" /><Relationship Type="http://schemas.openxmlformats.org/officeDocument/2006/relationships/notesMaster" Target="/ppt/notesMasters/notesMaster1.xml" Id="Ra2173d0fe05742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9a4b90215842e9" /><Relationship Type="http://schemas.openxmlformats.org/officeDocument/2006/relationships/notesMaster" Target="/ppt/notesMasters/notesMaster1.xml" Id="R645cd975854641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ffc16512ca4613" /><Relationship Type="http://schemas.openxmlformats.org/officeDocument/2006/relationships/notesMaster" Target="/ppt/notesMasters/notesMaster1.xml" Id="R536b6333f98e4f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b050a5410b4032" /><Relationship Type="http://schemas.openxmlformats.org/officeDocument/2006/relationships/notesMaster" Target="/ppt/notesMasters/notesMaster1.xml" Id="R1292fafdab1f4d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d3b108c5464058" /><Relationship Type="http://schemas.openxmlformats.org/officeDocument/2006/relationships/notesMaster" Target="/ppt/notesMasters/notesMaster1.xml" Id="R79f86f50eadb4d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3581b547814194" /><Relationship Type="http://schemas.openxmlformats.org/officeDocument/2006/relationships/notesMaster" Target="/ppt/notesMasters/notesMaster1.xml" Id="R72a2658fd0a045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4db0a490d142ea" /><Relationship Type="http://schemas.openxmlformats.org/officeDocument/2006/relationships/notesMaster" Target="/ppt/notesMasters/notesMaster1.xml" Id="Reee7a6a3731441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a013228e4c4164" /><Relationship Type="http://schemas.openxmlformats.org/officeDocument/2006/relationships/notesMaster" Target="/ppt/notesMasters/notesMaster1.xml" Id="Rfe8c54e2f43a44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f06bcf6f104731" /><Relationship Type="http://schemas.openxmlformats.org/officeDocument/2006/relationships/notesMaster" Target="/ppt/notesMasters/notesMaster1.xml" Id="Rb32f1df5ffa443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e16ae937454749" /><Relationship Type="http://schemas.openxmlformats.org/officeDocument/2006/relationships/notesMaster" Target="/ppt/notesMasters/notesMaster1.xml" Id="R4fbdf0c2019546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cf9449c03544477" /><Relationship Type="http://schemas.openxmlformats.org/officeDocument/2006/relationships/notesMaster" Target="/ppt/notesMasters/notesMaster1.xml" Id="R9f50dfd9157b47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37ab8285194fb4" /><Relationship Type="http://schemas.openxmlformats.org/officeDocument/2006/relationships/notesMaster" Target="/ppt/notesMasters/notesMaster1.xml" Id="R5bcb7c047c2445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a5120dc560498c" /><Relationship Type="http://schemas.openxmlformats.org/officeDocument/2006/relationships/notesMaster" Target="/ppt/notesMasters/notesMaster1.xml" Id="R949a46e135664f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607e1ac4ce842f8" /><Relationship Type="http://schemas.openxmlformats.org/officeDocument/2006/relationships/notesMaster" Target="/ppt/notesMasters/notesMaster1.xml" Id="Rbb91972bb7d44c7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9561f418ddd4b95" /><Relationship Type="http://schemas.openxmlformats.org/officeDocument/2006/relationships/notesMaster" Target="/ppt/notesMasters/notesMaster1.xml" Id="R1a2e5d4532d84ad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c5b6e43b0742aa" /><Relationship Type="http://schemas.openxmlformats.org/officeDocument/2006/relationships/notesMaster" Target="/ppt/notesMasters/notesMaster1.xml" Id="R1fd29a9cec784ed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daebf0e65b74165" /><Relationship Type="http://schemas.openxmlformats.org/officeDocument/2006/relationships/notesMaster" Target="/ppt/notesMasters/notesMaster1.xml" Id="R4201fd2e926f4c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an academic exploration platform, then frame the presentation as a development story: structure first, visual system second, interaction third, and finally the complete live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user goals. Emphasize that the interface does not replace the dataset; it makes a complex research dataset understandable and navigable for students, researchers, and evaluators.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roadmap for the rest of the presentation. The deck now follows the same direction as the arrows: HTML, CSS, JavaScript, and then the finished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 presentation focuses on website development. Bootstrap supports the layout, while the custom CSS and JavaScript provide the project’s distinctive visual system and data-driven behaviour.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the HTML stage. At this point the goal is not visual polish; it is to establish meaning, hierarchy, accessibility, and a stable structure that later layers can enhance.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metadata that makes the page robust: UTF-8, viewport scaling, document language and direction, and a meaningful title. These choices are invisible but essential.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the hero is already functional without CSS: the heading communicates scope, the paragraph explains value, and the two anchor links create a usable navigation path.</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semantic navigation and accessibility. The toggle button is present for mobile, while language and theme buttons are placed in the same shared header across all pages.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HTML already anticipates dynamic content: data-metric attributes receive summary values, map buttons carry continent keys, and table bodies have stable IDs for JavaScript rendering.</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the HTML stage. The project is now navigable, accessible, and prepared for dynamic data, but it still lacks hierarchy, brand identity, spacing, and responsive refinement.</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CSS. The design direction is academic and restrained: deep forest green for authority, warm white for calm reading, and gold for selective emphasis.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tokens reduce visual drift. A later theme change can be made at the root instead of editing every component. These exact colors come from the live project stylesheet.</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contrast strategy: the left-to-right overlay is strongest behind the copy and fades toward the village. The result communicates place and tradition without sacrificing legibility.</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responsiveness is not only shrinking. The map and table become stacked panels, card grids reduce their column count, and controls remain large enough for touch interaction.</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how the same surface treatment appears in stat cards, feature cards, tables, filters, chart panels, and comparison profiles. Consistency helps users transfer understanding between pages.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accessibility and feedback. Hover is subtle, focus is explicit, and binary values are expressed as readable words rather than unexplained 1/0 codes.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visual transformation. This screenshot is the real live project, not a mock-up. The interface is now polished, but the values and records still need JavaScript to become dynamic.</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JavaScript. The design already contains placeholders and stable IDs; JavaScript now supplies real API data, keeps application state, and responds to user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concerns: fetching is centralized, fields are normalized into predictable names, and each page renderer consumes the same application state. This makes future database changes easier to manage.</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a concrete example: clicking the Africa map marker opens the explorer with continent=Africa in the URL, the select control is populated, and the table immediately shows the 726 matching API records.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synthesis slide. Reinforce that no single layer creates the application alone. The design remains maintainable because each layer has a clear responsibility and stable interfaces to the others.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development presentation and hand over to the live demonstration. The next action is to open the website and show the map markers, explorer filters, detail dialog, statistics charts, comparison view, Arabic RTL mode, and dark mode.</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26285a03f947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05239753ab4b8c" /><Relationship Type="http://schemas.openxmlformats.org/officeDocument/2006/relationships/slideLayout" Target="/ppt/slideLayouts/slideLayout1.xml" Id="Re4294b58ed9b44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294b58ed9b44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478c3263bb4f0f" /><Relationship Type="http://schemas.openxmlformats.org/officeDocument/2006/relationships/image" Target="/ppt/media/image.jpeg" Id="R60782cacbb484b9d" /><Relationship Type="http://schemas.openxmlformats.org/officeDocument/2006/relationships/notesSlide" Target="/ppt/notesSlides/notesSlide1.xml" Id="Rda7f13d4581b4c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79449b642941ea" /><Relationship Type="http://schemas.openxmlformats.org/officeDocument/2006/relationships/notesSlide" Target="/ppt/notesSlides/notesSlide2.xml" Id="Ree293c001ca64a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276a797c0f4b5e" /><Relationship Type="http://schemas.openxmlformats.org/officeDocument/2006/relationships/notesSlide" Target="/ppt/notesSlides/notesSlide3.xml" Id="R1090995b10914a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9a6563d89b413f" /><Relationship Type="http://schemas.openxmlformats.org/officeDocument/2006/relationships/notesSlide" Target="/ppt/notesSlides/notesSlide4.xml" Id="Rada1d0cd7d3b4e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5192c766f4436d" /><Relationship Type="http://schemas.openxmlformats.org/officeDocument/2006/relationships/notesSlide" Target="/ppt/notesSlides/notesSlide5.xml" Id="Rd2521829acae4c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8c1af24d564bdc" /><Relationship Type="http://schemas.openxmlformats.org/officeDocument/2006/relationships/notesSlide" Target="/ppt/notesSlides/notesSlide6.xml" Id="Rfdbf62c21a4f4c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69d6e7ee7204405" /><Relationship Type="http://schemas.openxmlformats.org/officeDocument/2006/relationships/notesSlide" Target="/ppt/notesSlides/notesSlide7.xml" Id="Rb94699c5367d4c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eaa2699af546fe" /><Relationship Type="http://schemas.openxmlformats.org/officeDocument/2006/relationships/notesSlide" Target="/ppt/notesSlides/notesSlide8.xml" Id="Rc542a48c1b2841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2b772ff05b8478c" /><Relationship Type="http://schemas.openxmlformats.org/officeDocument/2006/relationships/notesSlide" Target="/ppt/notesSlides/notesSlide9.xml" Id="R350d071c60fd44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d618a3304584e03" /><Relationship Type="http://schemas.openxmlformats.org/officeDocument/2006/relationships/notesSlide" Target="/ppt/notesSlides/notesSlide10.xml" Id="R28503d4f9fb943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f281fdba4334261" /><Relationship Type="http://schemas.openxmlformats.org/officeDocument/2006/relationships/notesSlide" Target="/ppt/notesSlides/notesSlide11.xml" Id="Re02ef212024d40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16f507732f497c" /><Relationship Type="http://schemas.openxmlformats.org/officeDocument/2006/relationships/notesSlide" Target="/ppt/notesSlides/notesSlide12.xml" Id="Rb70a2cc96c134e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e58d6a1bf674a69" /><Relationship Type="http://schemas.openxmlformats.org/officeDocument/2006/relationships/image" Target="/ppt/media/image2.jpeg" Id="Rfeb331285bda4475" /><Relationship Type="http://schemas.openxmlformats.org/officeDocument/2006/relationships/notesSlide" Target="/ppt/notesSlides/notesSlide13.xml" Id="R1f963a5dd8db4b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d63b9647d449b9" /><Relationship Type="http://schemas.openxmlformats.org/officeDocument/2006/relationships/notesSlide" Target="/ppt/notesSlides/notesSlide14.xml" Id="R37e9acbbeaca45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8145d71d9eb4d39" /><Relationship Type="http://schemas.openxmlformats.org/officeDocument/2006/relationships/notesSlide" Target="/ppt/notesSlides/notesSlide15.xml" Id="Rb72bd9d2fbdc4a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2c41fa351b74564" /><Relationship Type="http://schemas.openxmlformats.org/officeDocument/2006/relationships/notesSlide" Target="/ppt/notesSlides/notesSlide16.xml" Id="Re76739bc524d4f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e7bf6ce9b9046be" /><Relationship Type="http://schemas.openxmlformats.org/officeDocument/2006/relationships/image" Target="/ppt/media/image3.jpeg" Id="R92bc1f2f652f4ece" /><Relationship Type="http://schemas.openxmlformats.org/officeDocument/2006/relationships/notesSlide" Target="/ppt/notesSlides/notesSlide17.xml" Id="R8df767535409472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c0c7b116de7472d" /><Relationship Type="http://schemas.openxmlformats.org/officeDocument/2006/relationships/notesSlide" Target="/ppt/notesSlides/notesSlide18.xml" Id="R08f43571000348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40d14960ac4499b" /><Relationship Type="http://schemas.openxmlformats.org/officeDocument/2006/relationships/notesSlide" Target="/ppt/notesSlides/notesSlide19.xml" Id="Rd7013960a894412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d98a94023b04c9a" /><Relationship Type="http://schemas.openxmlformats.org/officeDocument/2006/relationships/image" Target="/ppt/media/image4.jpeg" Id="Refadb4cd62854854" /><Relationship Type="http://schemas.openxmlformats.org/officeDocument/2006/relationships/notesSlide" Target="/ppt/notesSlides/notesSlide20.xml" Id="R28c5d0039b874d6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cf530a0db6c482d" /><Relationship Type="http://schemas.openxmlformats.org/officeDocument/2006/relationships/image" Target="/ppt/media/image5.jpeg" Id="R2481fc3a90c84158" /><Relationship Type="http://schemas.openxmlformats.org/officeDocument/2006/relationships/notesSlide" Target="/ppt/notesSlides/notesSlide21.xml" Id="R570a6c5e36c3445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0f65b789c1640ab" /><Relationship Type="http://schemas.openxmlformats.org/officeDocument/2006/relationships/image" Target="/ppt/media/image6.jpeg" Id="R4931e42a756942bb" /><Relationship Type="http://schemas.openxmlformats.org/officeDocument/2006/relationships/notesSlide" Target="/ppt/notesSlides/notesSlide22.xml" Id="R3546d44273064791" /></Relationships>
</file>

<file path=ppt/slides/slide1.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17" name="top-accent">
            <a:extLst xmlns:a="http://schemas.openxmlformats.org/drawingml/2006/main">
              <a:ext uri="{FF2B5EF4-FFF2-40B4-BE49-F238E27FC236}">
                <a16:creationId xmlns:a16="http://schemas.microsoft.com/office/drawing/2014/main" id="{3D6EAC78-237D-4083-A7F2-BC779DEEA40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5D64334A-4DFF-4027-8412-DE6AD070E160}"/>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TRADITIONAL GOVERNMENTS DATABASE &amp; EXPLORER</a:t>
            </a:r>
          </a:p>
        </p:txBody>
      </p:sp>
      <p:sp>
        <p:nvSpPr>
          <p:cNvPr id="3" name="slide-number">
            <a:extLst xmlns:a="http://schemas.openxmlformats.org/drawingml/2006/main">
              <a:ext uri="{FF2B5EF4-FFF2-40B4-BE49-F238E27FC236}">
                <a16:creationId xmlns:a16="http://schemas.microsoft.com/office/drawing/2014/main" id="{C76D9DA9-E1AF-4884-81A5-53A4C0655308}"/>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01</a:t>
            </a:r>
          </a:p>
        </p:txBody>
      </p:sp>
      <p:sp>
        <p:nvSpPr>
          <p:cNvPr id="4" name="">
            <a:extLst xmlns:a="http://schemas.openxmlformats.org/drawingml/2006/main">
              <a:ext uri="{FF2B5EF4-FFF2-40B4-BE49-F238E27FC236}">
                <a16:creationId xmlns:a16="http://schemas.microsoft.com/office/drawing/2014/main" id="{F0153A9A-D805-4DFD-AE74-3E962C3DBF75}"/>
              </a:ext>
            </a:extLst>
          </p:cNvPr>
          <p:cNvSpPr>
            <a:spLocks xmlns:a="http://schemas.openxmlformats.org/drawingml/2006/main" noGrp="1"/>
          </p:cNvSpPr>
          <p:nvPr/>
        </p:nvSpPr>
        <p:spPr>
          <a:xfrm xmlns:a="http://schemas.openxmlformats.org/drawingml/2006/main">
            <a:off x="0" y="95250"/>
            <a:ext cx="5238750" cy="6762750"/>
          </a:xfrm>
          <a:prstGeom xmlns:a="http://schemas.openxmlformats.org/drawingml/2006/main" prst="rect">
            <a:avLst/>
          </a:prstGeom>
          <a:solidFill xmlns:a="http://schemas.openxmlformats.org/drawingml/2006/main">
            <a:srgbClr val="071B12"/>
          </a:solidFill>
          <a:ln xmlns:a="http://schemas.openxmlformats.org/drawingml/2006/main" w="0">
            <a:noFill/>
            <a:prstDash val="solid"/>
          </a:ln>
        </p:spPr>
      </p:sp>
      <p:sp>
        <p:nvSpPr>
          <p:cNvPr id="5" name="cover-title">
            <a:extLst xmlns:a="http://schemas.openxmlformats.org/drawingml/2006/main">
              <a:ext uri="{FF2B5EF4-FFF2-40B4-BE49-F238E27FC236}">
                <a16:creationId xmlns:a16="http://schemas.microsoft.com/office/drawing/2014/main" id="{9992EF2F-195A-4300-A991-EA3B67C75402}"/>
              </a:ext>
            </a:extLst>
          </p:cNvPr>
          <p:cNvSpPr>
            <a:spLocks xmlns:a="http://schemas.openxmlformats.org/drawingml/2006/main" noGrp="1"/>
          </p:cNvSpPr>
          <p:nvPr/>
        </p:nvSpPr>
        <p:spPr>
          <a:xfrm xmlns:a="http://schemas.openxmlformats.org/drawingml/2006/main">
            <a:off x="666750" y="1428750"/>
            <a:ext cx="4191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i="0">
                <a:solidFill>
                  <a:srgbClr val="FFFEFA"/>
                </a:solidFill>
              </a:defRPr>
            </a:pPr>
            <a:r>
              <a:rPr sz="3300" b="1" i="0">
                <a:solidFill>
                  <a:srgbClr val="FFFEFA"/>
                </a:solidFill>
              </a:rPr>
              <a:t>Traditional Governments</a:t>
            </a:r>
          </a:p>
          <a:p xmlns:a="http://schemas.openxmlformats.org/drawingml/2006/main">
            <a:pPr>
              <a:defRPr sz="3300" b="1" i="0">
                <a:solidFill>
                  <a:srgbClr val="FFFEFA"/>
                </a:solidFill>
              </a:defRPr>
            </a:pPr>
            <a:r>
              <a:rPr sz="3300" b="1" i="0">
                <a:solidFill>
                  <a:srgbClr val="FFFEFA"/>
                </a:solidFill>
              </a:rPr>
              <a:t>Database &amp; Explorer</a:t>
            </a:r>
          </a:p>
        </p:txBody>
      </p:sp>
      <p:sp>
        <p:nvSpPr>
          <p:cNvPr id="6" name="">
            <a:extLst xmlns:a="http://schemas.openxmlformats.org/drawingml/2006/main">
              <a:ext uri="{FF2B5EF4-FFF2-40B4-BE49-F238E27FC236}">
                <a16:creationId xmlns:a16="http://schemas.microsoft.com/office/drawing/2014/main" id="{BB444909-0C41-4343-AC13-FE2299D7FE56}"/>
              </a:ext>
            </a:extLst>
          </p:cNvPr>
          <p:cNvSpPr>
            <a:spLocks xmlns:a="http://schemas.openxmlformats.org/drawingml/2006/main" noGrp="1"/>
          </p:cNvSpPr>
          <p:nvPr/>
        </p:nvSpPr>
        <p:spPr>
          <a:xfrm xmlns:a="http://schemas.openxmlformats.org/drawingml/2006/main">
            <a:off x="685800" y="3219450"/>
            <a:ext cx="390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0" i="0">
                <a:solidFill>
                  <a:srgbClr val="C8D4CD"/>
                </a:solidFill>
              </a:defRPr>
            </a:pPr>
            <a:r>
              <a:rPr sz="1575" b="0" i="0">
                <a:solidFill>
                  <a:srgbClr val="C8D4CD"/>
                </a:solidFill>
              </a:rPr>
              <a:t>From blank browser to a complete, data-driven academic website</a:t>
            </a:r>
          </a:p>
        </p:txBody>
      </p:sp>
      <p:sp>
        <p:nvSpPr>
          <p:cNvPr id="7" name="">
            <a:extLst xmlns:a="http://schemas.openxmlformats.org/drawingml/2006/main">
              <a:ext uri="{FF2B5EF4-FFF2-40B4-BE49-F238E27FC236}">
                <a16:creationId xmlns:a16="http://schemas.microsoft.com/office/drawing/2014/main" id="{CC4B5466-1E80-4069-A73E-882D9B77038D}"/>
              </a:ext>
            </a:extLst>
          </p:cNvPr>
          <p:cNvSpPr>
            <a:spLocks xmlns:a="http://schemas.openxmlformats.org/drawingml/2006/main" noGrp="1"/>
          </p:cNvSpPr>
          <p:nvPr/>
        </p:nvSpPr>
        <p:spPr>
          <a:xfrm xmlns:a="http://schemas.openxmlformats.org/drawingml/2006/main">
            <a:off x="685800" y="4362450"/>
            <a:ext cx="8953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E4EBB88-4D8F-4BD9-A3A1-DDBA4D13AC74}"/>
              </a:ext>
            </a:extLst>
          </p:cNvPr>
          <p:cNvSpPr>
            <a:spLocks xmlns:a="http://schemas.openxmlformats.org/drawingml/2006/main" noGrp="1"/>
          </p:cNvSpPr>
          <p:nvPr/>
        </p:nvSpPr>
        <p:spPr>
          <a:xfrm xmlns:a="http://schemas.openxmlformats.org/drawingml/2006/main">
            <a:off x="781050" y="441960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HTML5</a:t>
            </a:r>
          </a:p>
        </p:txBody>
      </p:sp>
      <p:sp>
        <p:nvSpPr>
          <p:cNvPr id="9" name="">
            <a:extLst xmlns:a="http://schemas.openxmlformats.org/drawingml/2006/main">
              <a:ext uri="{FF2B5EF4-FFF2-40B4-BE49-F238E27FC236}">
                <a16:creationId xmlns:a16="http://schemas.microsoft.com/office/drawing/2014/main" id="{E0B8EF4D-AFE7-4B43-965C-1D295818A6A5}"/>
              </a:ext>
            </a:extLst>
          </p:cNvPr>
          <p:cNvSpPr>
            <a:spLocks xmlns:a="http://schemas.openxmlformats.org/drawingml/2006/main" noGrp="1"/>
          </p:cNvSpPr>
          <p:nvPr/>
        </p:nvSpPr>
        <p:spPr>
          <a:xfrm xmlns:a="http://schemas.openxmlformats.org/drawingml/2006/main">
            <a:off x="1676400" y="4362450"/>
            <a:ext cx="8191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E67477-5FF8-4B86-BF2F-9C5D9CE992B4}"/>
              </a:ext>
            </a:extLst>
          </p:cNvPr>
          <p:cNvSpPr>
            <a:spLocks xmlns:a="http://schemas.openxmlformats.org/drawingml/2006/main" noGrp="1"/>
          </p:cNvSpPr>
          <p:nvPr/>
        </p:nvSpPr>
        <p:spPr>
          <a:xfrm xmlns:a="http://schemas.openxmlformats.org/drawingml/2006/main">
            <a:off x="1771650" y="441960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CSS3</a:t>
            </a:r>
          </a:p>
        </p:txBody>
      </p:sp>
      <p:sp>
        <p:nvSpPr>
          <p:cNvPr id="11" name="">
            <a:extLst xmlns:a="http://schemas.openxmlformats.org/drawingml/2006/main">
              <a:ext uri="{FF2B5EF4-FFF2-40B4-BE49-F238E27FC236}">
                <a16:creationId xmlns:a16="http://schemas.microsoft.com/office/drawing/2014/main" id="{8873F05B-3786-4039-9AAF-23235BF16A73}"/>
              </a:ext>
            </a:extLst>
          </p:cNvPr>
          <p:cNvSpPr>
            <a:spLocks xmlns:a="http://schemas.openxmlformats.org/drawingml/2006/main" noGrp="1"/>
          </p:cNvSpPr>
          <p:nvPr/>
        </p:nvSpPr>
        <p:spPr>
          <a:xfrm xmlns:a="http://schemas.openxmlformats.org/drawingml/2006/main">
            <a:off x="2590800" y="4362450"/>
            <a:ext cx="11620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67D2900-F9FF-4258-8961-FBFDF1479BB8}"/>
              </a:ext>
            </a:extLst>
          </p:cNvPr>
          <p:cNvSpPr>
            <a:spLocks xmlns:a="http://schemas.openxmlformats.org/drawingml/2006/main" noGrp="1"/>
          </p:cNvSpPr>
          <p:nvPr/>
        </p:nvSpPr>
        <p:spPr>
          <a:xfrm xmlns:a="http://schemas.openxmlformats.org/drawingml/2006/main">
            <a:off x="2686050" y="44196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JavaScript</a:t>
            </a:r>
          </a:p>
        </p:txBody>
      </p:sp>
      <p:sp>
        <p:nvSpPr>
          <p:cNvPr id="13" name="">
            <a:extLst xmlns:a="http://schemas.openxmlformats.org/drawingml/2006/main">
              <a:ext uri="{FF2B5EF4-FFF2-40B4-BE49-F238E27FC236}">
                <a16:creationId xmlns:a16="http://schemas.microsoft.com/office/drawing/2014/main" id="{90124927-443B-4593-BD39-512E29770DB8}"/>
              </a:ext>
            </a:extLst>
          </p:cNvPr>
          <p:cNvSpPr>
            <a:spLocks xmlns:a="http://schemas.openxmlformats.org/drawingml/2006/main" noGrp="1"/>
          </p:cNvSpPr>
          <p:nvPr/>
        </p:nvSpPr>
        <p:spPr>
          <a:xfrm xmlns:a="http://schemas.openxmlformats.org/drawingml/2006/main">
            <a:off x="3848100" y="4362450"/>
            <a:ext cx="12001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6002BC-A74B-444F-8AFC-7A89A7598355}"/>
              </a:ext>
            </a:extLst>
          </p:cNvPr>
          <p:cNvSpPr>
            <a:spLocks xmlns:a="http://schemas.openxmlformats.org/drawingml/2006/main" noGrp="1"/>
          </p:cNvSpPr>
          <p:nvPr/>
        </p:nvSpPr>
        <p:spPr>
          <a:xfrm xmlns:a="http://schemas.openxmlformats.org/drawingml/2006/main">
            <a:off x="3943350" y="44196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Bootstrap 5</a:t>
            </a:r>
          </a:p>
        </p:txBody>
      </p:sp>
      <p:sp>
        <p:nvSpPr>
          <p:cNvPr id="15" name="cover-browser-frame">
            <a:extLst xmlns:a="http://schemas.openxmlformats.org/drawingml/2006/main">
              <a:ext uri="{FF2B5EF4-FFF2-40B4-BE49-F238E27FC236}">
                <a16:creationId xmlns:a16="http://schemas.microsoft.com/office/drawing/2014/main" id="{9C14E294-6A1C-4243-9550-1AB8732DD149}"/>
              </a:ext>
            </a:extLst>
          </p:cNvPr>
          <p:cNvSpPr>
            <a:spLocks xmlns:a="http://schemas.openxmlformats.org/drawingml/2006/main" noGrp="1"/>
          </p:cNvSpPr>
          <p:nvPr/>
        </p:nvSpPr>
        <p:spPr>
          <a:xfrm xmlns:a="http://schemas.openxmlformats.org/drawingml/2006/main">
            <a:off x="5429250" y="685800"/>
            <a:ext cx="6153150" cy="5429250"/>
          </a:xfrm>
          <a:prstGeom xmlns:a="http://schemas.openxmlformats.org/drawingml/2006/main" prst="roundRect">
            <a:avLst>
              <a:gd name="adj" fmla="val 1404"/>
            </a:avLst>
          </a:prstGeom>
          <a:solidFill xmlns:a="http://schemas.openxmlformats.org/drawingml/2006/main">
            <a:srgbClr val="0B2418"/>
          </a:solidFill>
          <a:ln xmlns:a="http://schemas.openxmlformats.org/drawingml/2006/main" w="9525">
            <a:solidFill>
              <a:srgbClr val="315440"/>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0782cacbb484b9d"/>
          <a:srcRect xmlns:a="http://schemas.openxmlformats.org/drawingml/2006/main" l="14287" t="0" r="14287" b="0"/>
          <a:stretch xmlns:a="http://schemas.openxmlformats.org/drawingml/2006/main">
            <a:fillRect l="0" t="0" r="0" b="0"/>
          </a:stretch>
        </p:blipFill>
        <p:spPr>
          <a:xfrm xmlns:a="http://schemas.openxmlformats.org/drawingml/2006/main">
            <a:off x="5600700" y="857250"/>
            <a:ext cx="5810250" cy="5086350"/>
          </a:xfrm>
          <a:prstGeom xmlns:a="http://schemas.openxmlformats.org/drawingml/2006/main" prst="roundRect">
            <a:avLst/>
          </a:prstGeom>
        </p:spPr>
      </p:pic>
    </p:spTree>
    <p:extLst>
      <p:ext uri="{BB962C8B-B14F-4D97-AF65-F5344CB8AC3E}">
        <p14:creationId xmlns:p14="http://schemas.microsoft.com/office/powerpoint/2010/main" val="1016724560"/>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3" name="top-accent">
            <a:extLst xmlns:a="http://schemas.openxmlformats.org/drawingml/2006/main">
              <a:ext uri="{FF2B5EF4-FFF2-40B4-BE49-F238E27FC236}">
                <a16:creationId xmlns:a16="http://schemas.microsoft.com/office/drawing/2014/main" id="{4AE13EED-35EB-42E8-8E4A-56C8B9A89A9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212BDFB2-6ADC-41BC-A756-B3CC8DF86D1F}"/>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PROJECT FOUNDATION</a:t>
            </a:r>
          </a:p>
        </p:txBody>
      </p:sp>
      <p:sp>
        <p:nvSpPr>
          <p:cNvPr id="3" name="slide-number">
            <a:extLst xmlns:a="http://schemas.openxmlformats.org/drawingml/2006/main">
              <a:ext uri="{FF2B5EF4-FFF2-40B4-BE49-F238E27FC236}">
                <a16:creationId xmlns:a16="http://schemas.microsoft.com/office/drawing/2014/main" id="{4A1BCF1A-18AA-4AC2-9C39-5178B01EAF20}"/>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02</a:t>
            </a:r>
          </a:p>
        </p:txBody>
      </p:sp>
      <p:sp>
        <p:nvSpPr>
          <p:cNvPr id="4" name="slide-title">
            <a:extLst xmlns:a="http://schemas.openxmlformats.org/drawingml/2006/main">
              <a:ext uri="{FF2B5EF4-FFF2-40B4-BE49-F238E27FC236}">
                <a16:creationId xmlns:a16="http://schemas.microsoft.com/office/drawing/2014/main" id="{E68026E7-2E2C-4FB7-8BCB-CA604DD6077B}"/>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Why this website exists</a:t>
            </a:r>
          </a:p>
        </p:txBody>
      </p:sp>
      <p:sp>
        <p:nvSpPr>
          <p:cNvPr id="5" name="slide-subtitle">
            <a:extLst xmlns:a="http://schemas.openxmlformats.org/drawingml/2006/main">
              <a:ext uri="{FF2B5EF4-FFF2-40B4-BE49-F238E27FC236}">
                <a16:creationId xmlns:a16="http://schemas.microsoft.com/office/drawing/2014/main" id="{5B05F5FC-DE5C-48C2-AFD6-276A6956A2AE}"/>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A structured research interface for discovering, analysing, and comparing traditional governance records.</a:t>
            </a:r>
          </a:p>
        </p:txBody>
      </p:sp>
      <p:sp>
        <p:nvSpPr>
          <p:cNvPr id="6" name="purpose-card-1">
            <a:extLst xmlns:a="http://schemas.openxmlformats.org/drawingml/2006/main">
              <a:ext uri="{FF2B5EF4-FFF2-40B4-BE49-F238E27FC236}">
                <a16:creationId xmlns:a16="http://schemas.microsoft.com/office/drawing/2014/main" id="{EC00F27E-C1E8-415E-9B8D-285D79F593F2}"/>
              </a:ext>
            </a:extLst>
          </p:cNvPr>
          <p:cNvSpPr>
            <a:spLocks xmlns:a="http://schemas.openxmlformats.org/drawingml/2006/main" noGrp="1"/>
          </p:cNvSpPr>
          <p:nvPr/>
        </p:nvSpPr>
        <p:spPr>
          <a:xfrm xmlns:a="http://schemas.openxmlformats.org/drawingml/2006/main">
            <a:off x="609600" y="2000250"/>
            <a:ext cx="3352800" cy="2857500"/>
          </a:xfrm>
          <a:prstGeom xmlns:a="http://schemas.openxmlformats.org/drawingml/2006/main" prst="roundRect">
            <a:avLst>
              <a:gd name="adj" fmla="val 2667"/>
            </a:avLst>
          </a:prstGeom>
          <a:solidFill xmlns:a="http://schemas.openxmlformats.org/drawingml/2006/main">
            <a:srgbClr val="FFFEFA"/>
          </a:solidFill>
          <a:ln xmlns:a="http://schemas.openxmlformats.org/drawingml/2006/main" w="9525">
            <a:solidFill>
              <a:srgbClr val="E5E1D8"/>
            </a:solidFill>
            <a:prstDash val="solid"/>
          </a:ln>
        </p:spPr>
      </p:sp>
      <p:sp>
        <p:nvSpPr>
          <p:cNvPr id="7" name="">
            <a:extLst xmlns:a="http://schemas.openxmlformats.org/drawingml/2006/main">
              <a:ext uri="{FF2B5EF4-FFF2-40B4-BE49-F238E27FC236}">
                <a16:creationId xmlns:a16="http://schemas.microsoft.com/office/drawing/2014/main" id="{AC06E20F-6F7A-4087-98BE-35EB61332787}"/>
              </a:ext>
            </a:extLst>
          </p:cNvPr>
          <p:cNvSpPr>
            <a:spLocks xmlns:a="http://schemas.openxmlformats.org/drawingml/2006/main" noGrp="1"/>
          </p:cNvSpPr>
          <p:nvPr/>
        </p:nvSpPr>
        <p:spPr>
          <a:xfrm xmlns:a="http://schemas.openxmlformats.org/drawingml/2006/main">
            <a:off x="876300" y="2266950"/>
            <a:ext cx="609600" cy="60960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48C650-BAC2-47DE-98ED-E6A5D05D4023}"/>
              </a:ext>
            </a:extLst>
          </p:cNvPr>
          <p:cNvSpPr>
            <a:spLocks xmlns:a="http://schemas.openxmlformats.org/drawingml/2006/main" noGrp="1"/>
          </p:cNvSpPr>
          <p:nvPr/>
        </p:nvSpPr>
        <p:spPr>
          <a:xfrm xmlns:a="http://schemas.openxmlformats.org/drawingml/2006/main">
            <a:off x="923925" y="243840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123524"/>
                </a:solidFill>
              </a:defRPr>
            </a:pPr>
            <a:r>
              <a:rPr sz="1500" b="1" i="0">
                <a:solidFill>
                  <a:srgbClr val="123524"/>
                </a:solidFill>
              </a:rPr>
              <a:t>01</a:t>
            </a:r>
          </a:p>
        </p:txBody>
      </p:sp>
      <p:sp>
        <p:nvSpPr>
          <p:cNvPr id="9" name="">
            <a:extLst xmlns:a="http://schemas.openxmlformats.org/drawingml/2006/main">
              <a:ext uri="{FF2B5EF4-FFF2-40B4-BE49-F238E27FC236}">
                <a16:creationId xmlns:a16="http://schemas.microsoft.com/office/drawing/2014/main" id="{A9FD4CDA-5FF0-444D-AB91-FC153F81F651}"/>
              </a:ext>
            </a:extLst>
          </p:cNvPr>
          <p:cNvSpPr>
            <a:spLocks xmlns:a="http://schemas.openxmlformats.org/drawingml/2006/main" noGrp="1"/>
          </p:cNvSpPr>
          <p:nvPr/>
        </p:nvSpPr>
        <p:spPr>
          <a:xfrm xmlns:a="http://schemas.openxmlformats.org/drawingml/2006/main">
            <a:off x="876300" y="31432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C8A96A"/>
                </a:solidFill>
              </a:defRPr>
            </a:pPr>
            <a:r>
              <a:rPr sz="1050" b="1" i="0">
                <a:solidFill>
                  <a:srgbClr val="C8A96A"/>
                </a:solidFill>
              </a:rPr>
              <a:t>DISCOVER</a:t>
            </a:r>
          </a:p>
        </p:txBody>
      </p:sp>
      <p:sp>
        <p:nvSpPr>
          <p:cNvPr id="10" name="">
            <a:extLst xmlns:a="http://schemas.openxmlformats.org/drawingml/2006/main">
              <a:ext uri="{FF2B5EF4-FFF2-40B4-BE49-F238E27FC236}">
                <a16:creationId xmlns:a16="http://schemas.microsoft.com/office/drawing/2014/main" id="{127E673A-5EE9-4DB9-986A-EC165952B026}"/>
              </a:ext>
            </a:extLst>
          </p:cNvPr>
          <p:cNvSpPr>
            <a:spLocks xmlns:a="http://schemas.openxmlformats.org/drawingml/2006/main" noGrp="1"/>
          </p:cNvSpPr>
          <p:nvPr/>
        </p:nvSpPr>
        <p:spPr>
          <a:xfrm xmlns:a="http://schemas.openxmlformats.org/drawingml/2006/main">
            <a:off x="876300" y="3571875"/>
            <a:ext cx="2781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Search 1,500+ group records across countries, continents, and regions.</a:t>
            </a:r>
          </a:p>
        </p:txBody>
      </p:sp>
      <p:sp>
        <p:nvSpPr>
          <p:cNvPr id="11" name="purpose-card-2">
            <a:extLst xmlns:a="http://schemas.openxmlformats.org/drawingml/2006/main">
              <a:ext uri="{FF2B5EF4-FFF2-40B4-BE49-F238E27FC236}">
                <a16:creationId xmlns:a16="http://schemas.microsoft.com/office/drawing/2014/main" id="{FC8186D5-D7AC-43D0-A839-3D74AFD22728}"/>
              </a:ext>
            </a:extLst>
          </p:cNvPr>
          <p:cNvSpPr>
            <a:spLocks xmlns:a="http://schemas.openxmlformats.org/drawingml/2006/main" noGrp="1"/>
          </p:cNvSpPr>
          <p:nvPr/>
        </p:nvSpPr>
        <p:spPr>
          <a:xfrm xmlns:a="http://schemas.openxmlformats.org/drawingml/2006/main">
            <a:off x="4267200" y="2000250"/>
            <a:ext cx="3352800" cy="2857500"/>
          </a:xfrm>
          <a:prstGeom xmlns:a="http://schemas.openxmlformats.org/drawingml/2006/main" prst="roundRect">
            <a:avLst>
              <a:gd name="adj" fmla="val 2667"/>
            </a:avLst>
          </a:prstGeom>
          <a:solidFill xmlns:a="http://schemas.openxmlformats.org/drawingml/2006/main">
            <a:srgbClr val="FFFEFA"/>
          </a:solidFill>
          <a:ln xmlns:a="http://schemas.openxmlformats.org/drawingml/2006/main" w="9525">
            <a:solidFill>
              <a:srgbClr val="E5E1D8"/>
            </a:solidFill>
            <a:prstDash val="solid"/>
          </a:ln>
        </p:spPr>
      </p:sp>
      <p:sp>
        <p:nvSpPr>
          <p:cNvPr id="12" name="">
            <a:extLst xmlns:a="http://schemas.openxmlformats.org/drawingml/2006/main">
              <a:ext uri="{FF2B5EF4-FFF2-40B4-BE49-F238E27FC236}">
                <a16:creationId xmlns:a16="http://schemas.microsoft.com/office/drawing/2014/main" id="{AC4F118A-376B-4BA3-9CCD-78A154464641}"/>
              </a:ext>
            </a:extLst>
          </p:cNvPr>
          <p:cNvSpPr>
            <a:spLocks xmlns:a="http://schemas.openxmlformats.org/drawingml/2006/main" noGrp="1"/>
          </p:cNvSpPr>
          <p:nvPr/>
        </p:nvSpPr>
        <p:spPr>
          <a:xfrm xmlns:a="http://schemas.openxmlformats.org/drawingml/2006/main">
            <a:off x="4533900" y="2266950"/>
            <a:ext cx="609600" cy="609600"/>
          </a:xfrm>
          <a:prstGeom xmlns:a="http://schemas.openxmlformats.org/drawingml/2006/main" prst="ellipse">
            <a:avLst/>
          </a:prstGeom>
          <a:solidFill xmlns:a="http://schemas.openxmlformats.org/drawingml/2006/main">
            <a:srgbClr val="EEE1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BD3D7A4-EBD1-40D2-9702-708B700760C3}"/>
              </a:ext>
            </a:extLst>
          </p:cNvPr>
          <p:cNvSpPr>
            <a:spLocks xmlns:a="http://schemas.openxmlformats.org/drawingml/2006/main" noGrp="1"/>
          </p:cNvSpPr>
          <p:nvPr/>
        </p:nvSpPr>
        <p:spPr>
          <a:xfrm xmlns:a="http://schemas.openxmlformats.org/drawingml/2006/main">
            <a:off x="4581525" y="243840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123524"/>
                </a:solidFill>
              </a:defRPr>
            </a:pPr>
            <a:r>
              <a:rPr sz="1500" b="1" i="0">
                <a:solidFill>
                  <a:srgbClr val="123524"/>
                </a:solidFill>
              </a:rPr>
              <a:t>02</a:t>
            </a:r>
          </a:p>
        </p:txBody>
      </p:sp>
      <p:sp>
        <p:nvSpPr>
          <p:cNvPr id="14" name="">
            <a:extLst xmlns:a="http://schemas.openxmlformats.org/drawingml/2006/main">
              <a:ext uri="{FF2B5EF4-FFF2-40B4-BE49-F238E27FC236}">
                <a16:creationId xmlns:a16="http://schemas.microsoft.com/office/drawing/2014/main" id="{10C39501-B790-4D33-97E5-82444271B6B1}"/>
              </a:ext>
            </a:extLst>
          </p:cNvPr>
          <p:cNvSpPr>
            <a:spLocks xmlns:a="http://schemas.openxmlformats.org/drawingml/2006/main" noGrp="1"/>
          </p:cNvSpPr>
          <p:nvPr/>
        </p:nvSpPr>
        <p:spPr>
          <a:xfrm xmlns:a="http://schemas.openxmlformats.org/drawingml/2006/main">
            <a:off x="4533900" y="31432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C8A96A"/>
                </a:solidFill>
              </a:defRPr>
            </a:pPr>
            <a:r>
              <a:rPr sz="1050" b="1" i="0">
                <a:solidFill>
                  <a:srgbClr val="C8A96A"/>
                </a:solidFill>
              </a:rPr>
              <a:t>ANALYSE</a:t>
            </a:r>
          </a:p>
        </p:txBody>
      </p:sp>
      <p:sp>
        <p:nvSpPr>
          <p:cNvPr id="15" name="">
            <a:extLst xmlns:a="http://schemas.openxmlformats.org/drawingml/2006/main">
              <a:ext uri="{FF2B5EF4-FFF2-40B4-BE49-F238E27FC236}">
                <a16:creationId xmlns:a16="http://schemas.microsoft.com/office/drawing/2014/main" id="{1FA77B40-C8B5-401F-ADCA-0841C6A8846C}"/>
              </a:ext>
            </a:extLst>
          </p:cNvPr>
          <p:cNvSpPr>
            <a:spLocks xmlns:a="http://schemas.openxmlformats.org/drawingml/2006/main" noGrp="1"/>
          </p:cNvSpPr>
          <p:nvPr/>
        </p:nvSpPr>
        <p:spPr>
          <a:xfrm xmlns:a="http://schemas.openxmlformats.org/drawingml/2006/main">
            <a:off x="4533900" y="3571875"/>
            <a:ext cx="2781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Reveal patterns in leadership, functions, recognition, population, and geography.</a:t>
            </a:r>
          </a:p>
        </p:txBody>
      </p:sp>
      <p:sp>
        <p:nvSpPr>
          <p:cNvPr id="16" name="purpose-card-3">
            <a:extLst xmlns:a="http://schemas.openxmlformats.org/drawingml/2006/main">
              <a:ext uri="{FF2B5EF4-FFF2-40B4-BE49-F238E27FC236}">
                <a16:creationId xmlns:a16="http://schemas.microsoft.com/office/drawing/2014/main" id="{8D3B494C-4BB9-47ED-9786-EE9C013D00C4}"/>
              </a:ext>
            </a:extLst>
          </p:cNvPr>
          <p:cNvSpPr>
            <a:spLocks xmlns:a="http://schemas.openxmlformats.org/drawingml/2006/main" noGrp="1"/>
          </p:cNvSpPr>
          <p:nvPr/>
        </p:nvSpPr>
        <p:spPr>
          <a:xfrm xmlns:a="http://schemas.openxmlformats.org/drawingml/2006/main">
            <a:off x="7924800" y="2000250"/>
            <a:ext cx="3352800" cy="2857500"/>
          </a:xfrm>
          <a:prstGeom xmlns:a="http://schemas.openxmlformats.org/drawingml/2006/main" prst="roundRect">
            <a:avLst>
              <a:gd name="adj" fmla="val 2667"/>
            </a:avLst>
          </a:prstGeom>
          <a:solidFill xmlns:a="http://schemas.openxmlformats.org/drawingml/2006/main">
            <a:srgbClr val="FFFEFA"/>
          </a:solidFill>
          <a:ln xmlns:a="http://schemas.openxmlformats.org/drawingml/2006/main" w="9525">
            <a:solidFill>
              <a:srgbClr val="E5E1D8"/>
            </a:solidFill>
            <a:prstDash val="solid"/>
          </a:ln>
        </p:spPr>
      </p:sp>
      <p:sp>
        <p:nvSpPr>
          <p:cNvPr id="17" name="">
            <a:extLst xmlns:a="http://schemas.openxmlformats.org/drawingml/2006/main">
              <a:ext uri="{FF2B5EF4-FFF2-40B4-BE49-F238E27FC236}">
                <a16:creationId xmlns:a16="http://schemas.microsoft.com/office/drawing/2014/main" id="{9612C361-4884-4BF7-BFBA-5E94BB57DE3E}"/>
              </a:ext>
            </a:extLst>
          </p:cNvPr>
          <p:cNvSpPr>
            <a:spLocks xmlns:a="http://schemas.openxmlformats.org/drawingml/2006/main" noGrp="1"/>
          </p:cNvSpPr>
          <p:nvPr/>
        </p:nvSpPr>
        <p:spPr>
          <a:xfrm xmlns:a="http://schemas.openxmlformats.org/drawingml/2006/main">
            <a:off x="8191500" y="2266950"/>
            <a:ext cx="609600" cy="60960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1CCAD04-0979-4980-BDEC-1770505BFA2B}"/>
              </a:ext>
            </a:extLst>
          </p:cNvPr>
          <p:cNvSpPr>
            <a:spLocks xmlns:a="http://schemas.openxmlformats.org/drawingml/2006/main" noGrp="1"/>
          </p:cNvSpPr>
          <p:nvPr/>
        </p:nvSpPr>
        <p:spPr>
          <a:xfrm xmlns:a="http://schemas.openxmlformats.org/drawingml/2006/main">
            <a:off x="8239125" y="243840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123524"/>
                </a:solidFill>
              </a:defRPr>
            </a:pPr>
            <a:r>
              <a:rPr sz="1500" b="1" i="0">
                <a:solidFill>
                  <a:srgbClr val="123524"/>
                </a:solidFill>
              </a:rPr>
              <a:t>03</a:t>
            </a:r>
          </a:p>
        </p:txBody>
      </p:sp>
      <p:sp>
        <p:nvSpPr>
          <p:cNvPr id="19" name="">
            <a:extLst xmlns:a="http://schemas.openxmlformats.org/drawingml/2006/main">
              <a:ext uri="{FF2B5EF4-FFF2-40B4-BE49-F238E27FC236}">
                <a16:creationId xmlns:a16="http://schemas.microsoft.com/office/drawing/2014/main" id="{5827515D-FCDD-4797-8FCF-20331185C034}"/>
              </a:ext>
            </a:extLst>
          </p:cNvPr>
          <p:cNvSpPr>
            <a:spLocks xmlns:a="http://schemas.openxmlformats.org/drawingml/2006/main" noGrp="1"/>
          </p:cNvSpPr>
          <p:nvPr/>
        </p:nvSpPr>
        <p:spPr>
          <a:xfrm xmlns:a="http://schemas.openxmlformats.org/drawingml/2006/main">
            <a:off x="8191500" y="31432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C8A96A"/>
                </a:solidFill>
              </a:defRPr>
            </a:pPr>
            <a:r>
              <a:rPr sz="1050" b="1" i="0">
                <a:solidFill>
                  <a:srgbClr val="C8A96A"/>
                </a:solidFill>
              </a:rPr>
              <a:t>COMPARE</a:t>
            </a:r>
          </a:p>
        </p:txBody>
      </p:sp>
      <p:sp>
        <p:nvSpPr>
          <p:cNvPr id="20" name="">
            <a:extLst xmlns:a="http://schemas.openxmlformats.org/drawingml/2006/main">
              <a:ext uri="{FF2B5EF4-FFF2-40B4-BE49-F238E27FC236}">
                <a16:creationId xmlns:a16="http://schemas.microsoft.com/office/drawing/2014/main" id="{7B0A9FF9-29DF-4D8D-9DB4-E423B76501EB}"/>
              </a:ext>
            </a:extLst>
          </p:cNvPr>
          <p:cNvSpPr>
            <a:spLocks xmlns:a="http://schemas.openxmlformats.org/drawingml/2006/main" noGrp="1"/>
          </p:cNvSpPr>
          <p:nvPr/>
        </p:nvSpPr>
        <p:spPr>
          <a:xfrm xmlns:a="http://schemas.openxmlformats.org/drawingml/2006/main">
            <a:off x="8191500" y="3571875"/>
            <a:ext cx="2781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Inspect complete records and compare two groups field by field.</a:t>
            </a:r>
          </a:p>
        </p:txBody>
      </p:sp>
      <p:sp>
        <p:nvSpPr>
          <p:cNvPr id="21" name="">
            <a:extLst xmlns:a="http://schemas.openxmlformats.org/drawingml/2006/main">
              <a:ext uri="{FF2B5EF4-FFF2-40B4-BE49-F238E27FC236}">
                <a16:creationId xmlns:a16="http://schemas.microsoft.com/office/drawing/2014/main" id="{B3959A0E-6070-40B3-8525-904FF5C6B07E}"/>
              </a:ext>
            </a:extLst>
          </p:cNvPr>
          <p:cNvSpPr>
            <a:spLocks xmlns:a="http://schemas.openxmlformats.org/drawingml/2006/main" noGrp="1"/>
          </p:cNvSpPr>
          <p:nvPr/>
        </p:nvSpPr>
        <p:spPr>
          <a:xfrm xmlns:a="http://schemas.openxmlformats.org/drawingml/2006/main">
            <a:off x="1428750" y="53149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i="0">
                <a:solidFill>
                  <a:srgbClr val="69746D"/>
                </a:solidFill>
              </a:defRPr>
            </a:pPr>
            <a:r>
              <a:rPr sz="1350" b="0" i="0">
                <a:solidFill>
                  <a:srgbClr val="69746D"/>
                </a:solidFill>
              </a:rPr>
              <a:t>Dataset fields span geography, population, leadership, selection methods, functions, councils, assemblies, and formal recognition.</a:t>
            </a:r>
          </a:p>
        </p:txBody>
      </p:sp>
      <p:sp>
        <p:nvSpPr>
          <p:cNvPr id="22" name="">
            <a:extLst xmlns:a="http://schemas.openxmlformats.org/drawingml/2006/main">
              <a:ext uri="{FF2B5EF4-FFF2-40B4-BE49-F238E27FC236}">
                <a16:creationId xmlns:a16="http://schemas.microsoft.com/office/drawing/2014/main" id="{20A36EC5-07E0-4760-9CF7-618BDF63C251}"/>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272902835"/>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0" name="top-accent">
            <a:extLst xmlns:a="http://schemas.openxmlformats.org/drawingml/2006/main">
              <a:ext uri="{FF2B5EF4-FFF2-40B4-BE49-F238E27FC236}">
                <a16:creationId xmlns:a16="http://schemas.microsoft.com/office/drawing/2014/main" id="{E39E78FB-B8FD-4E4A-BB1D-264EF747101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4DFE2E1E-77BD-450D-BF68-8BE2804D22CD}"/>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DEVELOPMENT ROADMAP</a:t>
            </a:r>
          </a:p>
        </p:txBody>
      </p:sp>
      <p:sp>
        <p:nvSpPr>
          <p:cNvPr id="3" name="slide-number">
            <a:extLst xmlns:a="http://schemas.openxmlformats.org/drawingml/2006/main">
              <a:ext uri="{FF2B5EF4-FFF2-40B4-BE49-F238E27FC236}">
                <a16:creationId xmlns:a16="http://schemas.microsoft.com/office/drawing/2014/main" id="{DCB50A07-6292-47CD-AE58-779ABB88620B}"/>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03</a:t>
            </a:r>
          </a:p>
        </p:txBody>
      </p:sp>
      <p:sp>
        <p:nvSpPr>
          <p:cNvPr id="4" name="slide-title">
            <a:extLst xmlns:a="http://schemas.openxmlformats.org/drawingml/2006/main">
              <a:ext uri="{FF2B5EF4-FFF2-40B4-BE49-F238E27FC236}">
                <a16:creationId xmlns:a16="http://schemas.microsoft.com/office/drawing/2014/main" id="{0A7EE3A7-4A50-4ACB-8ACB-E064167BE8D5}"/>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One implementation path, five visible stages</a:t>
            </a:r>
          </a:p>
        </p:txBody>
      </p:sp>
      <p:sp>
        <p:nvSpPr>
          <p:cNvPr id="5" name="slide-subtitle">
            <a:extLst xmlns:a="http://schemas.openxmlformats.org/drawingml/2006/main">
              <a:ext uri="{FF2B5EF4-FFF2-40B4-BE49-F238E27FC236}">
                <a16:creationId xmlns:a16="http://schemas.microsoft.com/office/drawing/2014/main" id="{F89D4002-493E-4AE0-B4A7-BA618B1DE419}"/>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presentation mirrors the actual construction sequence of the project.</a:t>
            </a:r>
          </a:p>
        </p:txBody>
      </p:sp>
      <p:sp>
        <p:nvSpPr>
          <p:cNvPr id="6" name="">
            <a:extLst xmlns:a="http://schemas.openxmlformats.org/drawingml/2006/main">
              <a:ext uri="{FF2B5EF4-FFF2-40B4-BE49-F238E27FC236}">
                <a16:creationId xmlns:a16="http://schemas.microsoft.com/office/drawing/2014/main" id="{28B576A9-4CFD-4AA1-BDB4-E22A499188B2}"/>
              </a:ext>
            </a:extLst>
          </p:cNvPr>
          <p:cNvSpPr>
            <a:spLocks xmlns:a="http://schemas.openxmlformats.org/drawingml/2006/main" noGrp="1"/>
          </p:cNvSpPr>
          <p:nvPr/>
        </p:nvSpPr>
        <p:spPr>
          <a:xfrm xmlns:a="http://schemas.openxmlformats.org/drawingml/2006/main">
            <a:off x="1333500" y="3162300"/>
            <a:ext cx="9525000" cy="0"/>
          </a:xfrm>
          <a:prstGeom xmlns:a="http://schemas.openxmlformats.org/drawingml/2006/main" prst="line">
            <a:avLst/>
          </a:prstGeom>
          <a:noFill xmlns:a="http://schemas.openxmlformats.org/drawingml/2006/main"/>
          <a:ln xmlns:a="http://schemas.openxmlformats.org/drawingml/2006/main" w="38100">
            <a:solidFill>
              <a:srgbClr val="C8A96A"/>
            </a:solidFill>
            <a:prstDash val="solid"/>
          </a:ln>
        </p:spPr>
      </p:sp>
      <p:sp>
        <p:nvSpPr>
          <p:cNvPr id="7" name="flow-node-1">
            <a:extLst xmlns:a="http://schemas.openxmlformats.org/drawingml/2006/main">
              <a:ext uri="{FF2B5EF4-FFF2-40B4-BE49-F238E27FC236}">
                <a16:creationId xmlns:a16="http://schemas.microsoft.com/office/drawing/2014/main" id="{A20E4024-EC43-4E38-A0DE-14512233A60C}"/>
              </a:ext>
            </a:extLst>
          </p:cNvPr>
          <p:cNvSpPr>
            <a:spLocks xmlns:a="http://schemas.openxmlformats.org/drawingml/2006/main" noGrp="1"/>
          </p:cNvSpPr>
          <p:nvPr/>
        </p:nvSpPr>
        <p:spPr>
          <a:xfrm xmlns:a="http://schemas.openxmlformats.org/drawingml/2006/main">
            <a:off x="1257300" y="2733675"/>
            <a:ext cx="857250" cy="8572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8AF9230-ACC7-4F61-8686-9320AD396DE2}"/>
              </a:ext>
            </a:extLst>
          </p:cNvPr>
          <p:cNvSpPr>
            <a:spLocks xmlns:a="http://schemas.openxmlformats.org/drawingml/2006/main" noGrp="1"/>
          </p:cNvSpPr>
          <p:nvPr/>
        </p:nvSpPr>
        <p:spPr>
          <a:xfrm xmlns:a="http://schemas.openxmlformats.org/drawingml/2006/main">
            <a:off x="1447800" y="30003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FFFEFA"/>
                </a:solidFill>
              </a:defRPr>
            </a:pPr>
            <a:r>
              <a:rPr sz="1575" b="1" i="0">
                <a:solidFill>
                  <a:srgbClr val="FFFEFA"/>
                </a:solidFill>
              </a:rPr>
              <a:t>01</a:t>
            </a:r>
          </a:p>
        </p:txBody>
      </p:sp>
      <p:sp>
        <p:nvSpPr>
          <p:cNvPr id="9" name="">
            <a:extLst xmlns:a="http://schemas.openxmlformats.org/drawingml/2006/main">
              <a:ext uri="{FF2B5EF4-FFF2-40B4-BE49-F238E27FC236}">
                <a16:creationId xmlns:a16="http://schemas.microsoft.com/office/drawing/2014/main" id="{F8FE4C0C-6DB0-47B6-9F6F-D7EE4A216E0F}"/>
              </a:ext>
            </a:extLst>
          </p:cNvPr>
          <p:cNvSpPr>
            <a:spLocks xmlns:a="http://schemas.openxmlformats.org/drawingml/2006/main" noGrp="1"/>
          </p:cNvSpPr>
          <p:nvPr/>
        </p:nvSpPr>
        <p:spPr>
          <a:xfrm xmlns:a="http://schemas.openxmlformats.org/drawingml/2006/main">
            <a:off x="762000" y="38862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DATA</a:t>
            </a:r>
          </a:p>
        </p:txBody>
      </p:sp>
      <p:sp>
        <p:nvSpPr>
          <p:cNvPr id="10" name="">
            <a:extLst xmlns:a="http://schemas.openxmlformats.org/drawingml/2006/main">
              <a:ext uri="{FF2B5EF4-FFF2-40B4-BE49-F238E27FC236}">
                <a16:creationId xmlns:a16="http://schemas.microsoft.com/office/drawing/2014/main" id="{AC940539-9DE9-44BF-8EF1-242E70174E01}"/>
              </a:ext>
            </a:extLst>
          </p:cNvPr>
          <p:cNvSpPr>
            <a:spLocks xmlns:a="http://schemas.openxmlformats.org/drawingml/2006/main" noGrp="1"/>
          </p:cNvSpPr>
          <p:nvPr/>
        </p:nvSpPr>
        <p:spPr>
          <a:xfrm xmlns:a="http://schemas.openxmlformats.org/drawingml/2006/main">
            <a:off x="762000" y="421005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9746D"/>
                </a:solidFill>
              </a:defRPr>
            </a:pPr>
            <a:r>
              <a:rPr sz="1200" b="0" i="0">
                <a:solidFill>
                  <a:srgbClr val="69746D"/>
                </a:solidFill>
              </a:rPr>
              <a:t>MySQL records</a:t>
            </a:r>
          </a:p>
          <a:p xmlns:a="http://schemas.openxmlformats.org/drawingml/2006/main">
            <a:pPr>
              <a:defRPr sz="1200" b="0" i="0">
                <a:solidFill>
                  <a:srgbClr val="69746D"/>
                </a:solidFill>
              </a:defRPr>
            </a:pPr>
            <a:r>
              <a:rPr sz="1200" b="0" i="0">
                <a:solidFill>
                  <a:srgbClr val="69746D"/>
                </a:solidFill>
              </a:rPr>
              <a:t>via Flask API</a:t>
            </a:r>
          </a:p>
        </p:txBody>
      </p:sp>
      <p:sp>
        <p:nvSpPr>
          <p:cNvPr id="11" name="flow-node-2">
            <a:extLst xmlns:a="http://schemas.openxmlformats.org/drawingml/2006/main">
              <a:ext uri="{FF2B5EF4-FFF2-40B4-BE49-F238E27FC236}">
                <a16:creationId xmlns:a16="http://schemas.microsoft.com/office/drawing/2014/main" id="{BC9351F2-DDC0-40C2-8E0B-F3CDBE8083DE}"/>
              </a:ext>
            </a:extLst>
          </p:cNvPr>
          <p:cNvSpPr>
            <a:spLocks xmlns:a="http://schemas.openxmlformats.org/drawingml/2006/main" noGrp="1"/>
          </p:cNvSpPr>
          <p:nvPr/>
        </p:nvSpPr>
        <p:spPr>
          <a:xfrm xmlns:a="http://schemas.openxmlformats.org/drawingml/2006/main">
            <a:off x="3448050" y="2733675"/>
            <a:ext cx="857250" cy="8572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59EAE59-F587-49A0-B1FF-F46223C5EBDB}"/>
              </a:ext>
            </a:extLst>
          </p:cNvPr>
          <p:cNvSpPr>
            <a:spLocks xmlns:a="http://schemas.openxmlformats.org/drawingml/2006/main" noGrp="1"/>
          </p:cNvSpPr>
          <p:nvPr/>
        </p:nvSpPr>
        <p:spPr>
          <a:xfrm xmlns:a="http://schemas.openxmlformats.org/drawingml/2006/main">
            <a:off x="3638550" y="30003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FFFEFA"/>
                </a:solidFill>
              </a:defRPr>
            </a:pPr>
            <a:r>
              <a:rPr sz="1575" b="1" i="0">
                <a:solidFill>
                  <a:srgbClr val="FFFEFA"/>
                </a:solidFill>
              </a:rPr>
              <a:t>02</a:t>
            </a:r>
          </a:p>
        </p:txBody>
      </p:sp>
      <p:sp>
        <p:nvSpPr>
          <p:cNvPr id="13" name="">
            <a:extLst xmlns:a="http://schemas.openxmlformats.org/drawingml/2006/main">
              <a:ext uri="{FF2B5EF4-FFF2-40B4-BE49-F238E27FC236}">
                <a16:creationId xmlns:a16="http://schemas.microsoft.com/office/drawing/2014/main" id="{96481A97-C75B-4F38-A691-9394CBAA8F1F}"/>
              </a:ext>
            </a:extLst>
          </p:cNvPr>
          <p:cNvSpPr>
            <a:spLocks xmlns:a="http://schemas.openxmlformats.org/drawingml/2006/main" noGrp="1"/>
          </p:cNvSpPr>
          <p:nvPr/>
        </p:nvSpPr>
        <p:spPr>
          <a:xfrm xmlns:a="http://schemas.openxmlformats.org/drawingml/2006/main">
            <a:off x="2952750" y="38862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STRUCTURE</a:t>
            </a:r>
          </a:p>
        </p:txBody>
      </p:sp>
      <p:sp>
        <p:nvSpPr>
          <p:cNvPr id="14" name="">
            <a:extLst xmlns:a="http://schemas.openxmlformats.org/drawingml/2006/main">
              <a:ext uri="{FF2B5EF4-FFF2-40B4-BE49-F238E27FC236}">
                <a16:creationId xmlns:a16="http://schemas.microsoft.com/office/drawing/2014/main" id="{CBA30054-950C-4243-ADE4-C98886373F7F}"/>
              </a:ext>
            </a:extLst>
          </p:cNvPr>
          <p:cNvSpPr>
            <a:spLocks xmlns:a="http://schemas.openxmlformats.org/drawingml/2006/main" noGrp="1"/>
          </p:cNvSpPr>
          <p:nvPr/>
        </p:nvSpPr>
        <p:spPr>
          <a:xfrm xmlns:a="http://schemas.openxmlformats.org/drawingml/2006/main">
            <a:off x="2952750" y="421005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9746D"/>
                </a:solidFill>
              </a:defRPr>
            </a:pPr>
            <a:r>
              <a:rPr sz="1200" b="0" i="0">
                <a:solidFill>
                  <a:srgbClr val="69746D"/>
                </a:solidFill>
              </a:rPr>
              <a:t>Semantic HTML</a:t>
            </a:r>
          </a:p>
          <a:p xmlns:a="http://schemas.openxmlformats.org/drawingml/2006/main">
            <a:pPr>
              <a:defRPr sz="1200" b="0" i="0">
                <a:solidFill>
                  <a:srgbClr val="69746D"/>
                </a:solidFill>
              </a:defRPr>
            </a:pPr>
            <a:r>
              <a:rPr sz="1200" b="0" i="0">
                <a:solidFill>
                  <a:srgbClr val="69746D"/>
                </a:solidFill>
              </a:rPr>
              <a:t>and page sections</a:t>
            </a:r>
          </a:p>
        </p:txBody>
      </p:sp>
      <p:sp>
        <p:nvSpPr>
          <p:cNvPr id="15" name="flow-node-3">
            <a:extLst xmlns:a="http://schemas.openxmlformats.org/drawingml/2006/main">
              <a:ext uri="{FF2B5EF4-FFF2-40B4-BE49-F238E27FC236}">
                <a16:creationId xmlns:a16="http://schemas.microsoft.com/office/drawing/2014/main" id="{ABFA24E7-2EFD-4463-AB8B-423FFC38467A}"/>
              </a:ext>
            </a:extLst>
          </p:cNvPr>
          <p:cNvSpPr>
            <a:spLocks xmlns:a="http://schemas.openxmlformats.org/drawingml/2006/main" noGrp="1"/>
          </p:cNvSpPr>
          <p:nvPr/>
        </p:nvSpPr>
        <p:spPr>
          <a:xfrm xmlns:a="http://schemas.openxmlformats.org/drawingml/2006/main">
            <a:off x="5638800" y="2733675"/>
            <a:ext cx="857250" cy="8572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E85D565-D993-4348-9CB1-BC34FAA0A237}"/>
              </a:ext>
            </a:extLst>
          </p:cNvPr>
          <p:cNvSpPr>
            <a:spLocks xmlns:a="http://schemas.openxmlformats.org/drawingml/2006/main" noGrp="1"/>
          </p:cNvSpPr>
          <p:nvPr/>
        </p:nvSpPr>
        <p:spPr>
          <a:xfrm xmlns:a="http://schemas.openxmlformats.org/drawingml/2006/main">
            <a:off x="5829300" y="30003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FFFEFA"/>
                </a:solidFill>
              </a:defRPr>
            </a:pPr>
            <a:r>
              <a:rPr sz="1575" b="1" i="0">
                <a:solidFill>
                  <a:srgbClr val="FFFEFA"/>
                </a:solidFill>
              </a:rPr>
              <a:t>03</a:t>
            </a:r>
          </a:p>
        </p:txBody>
      </p:sp>
      <p:sp>
        <p:nvSpPr>
          <p:cNvPr id="17" name="">
            <a:extLst xmlns:a="http://schemas.openxmlformats.org/drawingml/2006/main">
              <a:ext uri="{FF2B5EF4-FFF2-40B4-BE49-F238E27FC236}">
                <a16:creationId xmlns:a16="http://schemas.microsoft.com/office/drawing/2014/main" id="{7CFFE203-21FE-4B65-BD95-979FE9BD3C37}"/>
              </a:ext>
            </a:extLst>
          </p:cNvPr>
          <p:cNvSpPr>
            <a:spLocks xmlns:a="http://schemas.openxmlformats.org/drawingml/2006/main" noGrp="1"/>
          </p:cNvSpPr>
          <p:nvPr/>
        </p:nvSpPr>
        <p:spPr>
          <a:xfrm xmlns:a="http://schemas.openxmlformats.org/drawingml/2006/main">
            <a:off x="5143500" y="38862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STYLE</a:t>
            </a:r>
          </a:p>
        </p:txBody>
      </p:sp>
      <p:sp>
        <p:nvSpPr>
          <p:cNvPr id="18" name="">
            <a:extLst xmlns:a="http://schemas.openxmlformats.org/drawingml/2006/main">
              <a:ext uri="{FF2B5EF4-FFF2-40B4-BE49-F238E27FC236}">
                <a16:creationId xmlns:a16="http://schemas.microsoft.com/office/drawing/2014/main" id="{7D0084EA-B2A5-4692-BA78-A2C7EA45226B}"/>
              </a:ext>
            </a:extLst>
          </p:cNvPr>
          <p:cNvSpPr>
            <a:spLocks xmlns:a="http://schemas.openxmlformats.org/drawingml/2006/main" noGrp="1"/>
          </p:cNvSpPr>
          <p:nvPr/>
        </p:nvSpPr>
        <p:spPr>
          <a:xfrm xmlns:a="http://schemas.openxmlformats.org/drawingml/2006/main">
            <a:off x="5143500" y="421005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9746D"/>
                </a:solidFill>
              </a:defRPr>
            </a:pPr>
            <a:r>
              <a:rPr sz="1200" b="0" i="0">
                <a:solidFill>
                  <a:srgbClr val="69746D"/>
                </a:solidFill>
              </a:rPr>
              <a:t>CSS tokens, grids,</a:t>
            </a:r>
          </a:p>
          <a:p xmlns:a="http://schemas.openxmlformats.org/drawingml/2006/main">
            <a:pPr>
              <a:defRPr sz="1200" b="0" i="0">
                <a:solidFill>
                  <a:srgbClr val="69746D"/>
                </a:solidFill>
              </a:defRPr>
            </a:pPr>
            <a:r>
              <a:rPr sz="1200" b="0" i="0">
                <a:solidFill>
                  <a:srgbClr val="69746D"/>
                </a:solidFill>
              </a:rPr>
              <a:t>cards, responsive rules</a:t>
            </a:r>
          </a:p>
        </p:txBody>
      </p:sp>
      <p:sp>
        <p:nvSpPr>
          <p:cNvPr id="19" name="flow-node-4">
            <a:extLst xmlns:a="http://schemas.openxmlformats.org/drawingml/2006/main">
              <a:ext uri="{FF2B5EF4-FFF2-40B4-BE49-F238E27FC236}">
                <a16:creationId xmlns:a16="http://schemas.microsoft.com/office/drawing/2014/main" id="{A055ADB0-0632-4764-BEEF-D2B7D04020F0}"/>
              </a:ext>
            </a:extLst>
          </p:cNvPr>
          <p:cNvSpPr>
            <a:spLocks xmlns:a="http://schemas.openxmlformats.org/drawingml/2006/main" noGrp="1"/>
          </p:cNvSpPr>
          <p:nvPr/>
        </p:nvSpPr>
        <p:spPr>
          <a:xfrm xmlns:a="http://schemas.openxmlformats.org/drawingml/2006/main">
            <a:off x="7829550" y="2733675"/>
            <a:ext cx="857250" cy="8572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3419DDA-EC37-4FCF-8E82-1C7423EC8F0B}"/>
              </a:ext>
            </a:extLst>
          </p:cNvPr>
          <p:cNvSpPr>
            <a:spLocks xmlns:a="http://schemas.openxmlformats.org/drawingml/2006/main" noGrp="1"/>
          </p:cNvSpPr>
          <p:nvPr/>
        </p:nvSpPr>
        <p:spPr>
          <a:xfrm xmlns:a="http://schemas.openxmlformats.org/drawingml/2006/main">
            <a:off x="8020050" y="30003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FFFEFA"/>
                </a:solidFill>
              </a:defRPr>
            </a:pPr>
            <a:r>
              <a:rPr sz="1575" b="1" i="0">
                <a:solidFill>
                  <a:srgbClr val="FFFEFA"/>
                </a:solidFill>
              </a:rPr>
              <a:t>04</a:t>
            </a:r>
          </a:p>
        </p:txBody>
      </p:sp>
      <p:sp>
        <p:nvSpPr>
          <p:cNvPr id="21" name="">
            <a:extLst xmlns:a="http://schemas.openxmlformats.org/drawingml/2006/main">
              <a:ext uri="{FF2B5EF4-FFF2-40B4-BE49-F238E27FC236}">
                <a16:creationId xmlns:a16="http://schemas.microsoft.com/office/drawing/2014/main" id="{EB4C7945-F57F-488B-9EFE-5FD0C2F2FD4D}"/>
              </a:ext>
            </a:extLst>
          </p:cNvPr>
          <p:cNvSpPr>
            <a:spLocks xmlns:a="http://schemas.openxmlformats.org/drawingml/2006/main" noGrp="1"/>
          </p:cNvSpPr>
          <p:nvPr/>
        </p:nvSpPr>
        <p:spPr>
          <a:xfrm xmlns:a="http://schemas.openxmlformats.org/drawingml/2006/main">
            <a:off x="7334250" y="38862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INTERACTION</a:t>
            </a:r>
          </a:p>
        </p:txBody>
      </p:sp>
      <p:sp>
        <p:nvSpPr>
          <p:cNvPr id="22" name="">
            <a:extLst xmlns:a="http://schemas.openxmlformats.org/drawingml/2006/main">
              <a:ext uri="{FF2B5EF4-FFF2-40B4-BE49-F238E27FC236}">
                <a16:creationId xmlns:a16="http://schemas.microsoft.com/office/drawing/2014/main" id="{46E8E3D9-19A8-4445-B960-449237DCBFB9}"/>
              </a:ext>
            </a:extLst>
          </p:cNvPr>
          <p:cNvSpPr>
            <a:spLocks xmlns:a="http://schemas.openxmlformats.org/drawingml/2006/main" noGrp="1"/>
          </p:cNvSpPr>
          <p:nvPr/>
        </p:nvSpPr>
        <p:spPr>
          <a:xfrm xmlns:a="http://schemas.openxmlformats.org/drawingml/2006/main">
            <a:off x="7334250" y="421005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9746D"/>
                </a:solidFill>
              </a:defRPr>
            </a:pPr>
            <a:r>
              <a:rPr sz="1200" b="0" i="0">
                <a:solidFill>
                  <a:srgbClr val="69746D"/>
                </a:solidFill>
              </a:rPr>
              <a:t>API loading, filters,</a:t>
            </a:r>
          </a:p>
          <a:p xmlns:a="http://schemas.openxmlformats.org/drawingml/2006/main">
            <a:pPr>
              <a:defRPr sz="1200" b="0" i="0">
                <a:solidFill>
                  <a:srgbClr val="69746D"/>
                </a:solidFill>
              </a:defRPr>
            </a:pPr>
            <a:r>
              <a:rPr sz="1200" b="0" i="0">
                <a:solidFill>
                  <a:srgbClr val="69746D"/>
                </a:solidFill>
              </a:rPr>
              <a:t>charts, language, theme</a:t>
            </a:r>
          </a:p>
        </p:txBody>
      </p:sp>
      <p:sp>
        <p:nvSpPr>
          <p:cNvPr id="23" name="flow-node-5">
            <a:extLst xmlns:a="http://schemas.openxmlformats.org/drawingml/2006/main">
              <a:ext uri="{FF2B5EF4-FFF2-40B4-BE49-F238E27FC236}">
                <a16:creationId xmlns:a16="http://schemas.microsoft.com/office/drawing/2014/main" id="{30CFAFEB-9EB1-4013-A9EE-39076C2C3E1B}"/>
              </a:ext>
            </a:extLst>
          </p:cNvPr>
          <p:cNvSpPr>
            <a:spLocks xmlns:a="http://schemas.openxmlformats.org/drawingml/2006/main" noGrp="1"/>
          </p:cNvSpPr>
          <p:nvPr/>
        </p:nvSpPr>
        <p:spPr>
          <a:xfrm xmlns:a="http://schemas.openxmlformats.org/drawingml/2006/main">
            <a:off x="10020300" y="2733675"/>
            <a:ext cx="857250" cy="85725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3133508-08DA-4C6F-B54E-E8997F7CC43A}"/>
              </a:ext>
            </a:extLst>
          </p:cNvPr>
          <p:cNvSpPr>
            <a:spLocks xmlns:a="http://schemas.openxmlformats.org/drawingml/2006/main" noGrp="1"/>
          </p:cNvSpPr>
          <p:nvPr/>
        </p:nvSpPr>
        <p:spPr>
          <a:xfrm xmlns:a="http://schemas.openxmlformats.org/drawingml/2006/main">
            <a:off x="10210800" y="30003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071B12"/>
                </a:solidFill>
              </a:defRPr>
            </a:pPr>
            <a:r>
              <a:rPr sz="1575" b="1" i="0">
                <a:solidFill>
                  <a:srgbClr val="071B12"/>
                </a:solidFill>
              </a:rPr>
              <a:t>05</a:t>
            </a:r>
          </a:p>
        </p:txBody>
      </p:sp>
      <p:sp>
        <p:nvSpPr>
          <p:cNvPr id="25" name="">
            <a:extLst xmlns:a="http://schemas.openxmlformats.org/drawingml/2006/main">
              <a:ext uri="{FF2B5EF4-FFF2-40B4-BE49-F238E27FC236}">
                <a16:creationId xmlns:a16="http://schemas.microsoft.com/office/drawing/2014/main" id="{B939D5EB-CEB4-4803-8B41-318F9A2FB9F5}"/>
              </a:ext>
            </a:extLst>
          </p:cNvPr>
          <p:cNvSpPr>
            <a:spLocks xmlns:a="http://schemas.openxmlformats.org/drawingml/2006/main" noGrp="1"/>
          </p:cNvSpPr>
          <p:nvPr/>
        </p:nvSpPr>
        <p:spPr>
          <a:xfrm xmlns:a="http://schemas.openxmlformats.org/drawingml/2006/main">
            <a:off x="9525000" y="38862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EXPERIENCE</a:t>
            </a:r>
          </a:p>
        </p:txBody>
      </p:sp>
      <p:sp>
        <p:nvSpPr>
          <p:cNvPr id="26" name="">
            <a:extLst xmlns:a="http://schemas.openxmlformats.org/drawingml/2006/main">
              <a:ext uri="{FF2B5EF4-FFF2-40B4-BE49-F238E27FC236}">
                <a16:creationId xmlns:a16="http://schemas.microsoft.com/office/drawing/2014/main" id="{71CA2057-CE1C-430C-B6CD-03A7BE6E79D8}"/>
              </a:ext>
            </a:extLst>
          </p:cNvPr>
          <p:cNvSpPr>
            <a:spLocks xmlns:a="http://schemas.openxmlformats.org/drawingml/2006/main" noGrp="1"/>
          </p:cNvSpPr>
          <p:nvPr/>
        </p:nvSpPr>
        <p:spPr>
          <a:xfrm xmlns:a="http://schemas.openxmlformats.org/drawingml/2006/main">
            <a:off x="9525000" y="421005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9746D"/>
                </a:solidFill>
              </a:defRPr>
            </a:pPr>
            <a:r>
              <a:rPr sz="1200" b="0" i="0">
                <a:solidFill>
                  <a:srgbClr val="69746D"/>
                </a:solidFill>
              </a:rPr>
              <a:t>Responsive bilingual</a:t>
            </a:r>
          </a:p>
          <a:p xmlns:a="http://schemas.openxmlformats.org/drawingml/2006/main">
            <a:pPr>
              <a:defRPr sz="1200" b="0" i="0">
                <a:solidFill>
                  <a:srgbClr val="69746D"/>
                </a:solidFill>
              </a:defRPr>
            </a:pPr>
            <a:r>
              <a:rPr sz="1200" b="0" i="0">
                <a:solidFill>
                  <a:srgbClr val="69746D"/>
                </a:solidFill>
              </a:rPr>
              <a:t>research website</a:t>
            </a:r>
          </a:p>
        </p:txBody>
      </p:sp>
      <p:sp>
        <p:nvSpPr>
          <p:cNvPr id="27" name="">
            <a:extLst xmlns:a="http://schemas.openxmlformats.org/drawingml/2006/main">
              <a:ext uri="{FF2B5EF4-FFF2-40B4-BE49-F238E27FC236}">
                <a16:creationId xmlns:a16="http://schemas.microsoft.com/office/drawing/2014/main" id="{DD8100DA-FF4C-4F8F-952A-0BE4A74AB747}"/>
              </a:ext>
            </a:extLst>
          </p:cNvPr>
          <p:cNvSpPr>
            <a:spLocks xmlns:a="http://schemas.openxmlformats.org/drawingml/2006/main" noGrp="1"/>
          </p:cNvSpPr>
          <p:nvPr/>
        </p:nvSpPr>
        <p:spPr>
          <a:xfrm xmlns:a="http://schemas.openxmlformats.org/drawingml/2006/main">
            <a:off x="2381250" y="5143500"/>
            <a:ext cx="7429500" cy="781050"/>
          </a:xfrm>
          <a:prstGeom xmlns:a="http://schemas.openxmlformats.org/drawingml/2006/main" prst="roundRect">
            <a:avLst>
              <a:gd name="adj" fmla="val 9756"/>
            </a:avLst>
          </a:prstGeom>
          <a:solidFill xmlns:a="http://schemas.openxmlformats.org/drawingml/2006/main">
            <a:srgbClr val="EDF2EE"/>
          </a:solidFill>
          <a:ln xmlns:a="http://schemas.openxmlformats.org/drawingml/2006/main" w="9525">
            <a:solidFill>
              <a:srgbClr val="D6E1D9"/>
            </a:solidFill>
            <a:prstDash val="solid"/>
          </a:ln>
        </p:spPr>
      </p:sp>
      <p:sp>
        <p:nvSpPr>
          <p:cNvPr id="28" name="">
            <a:extLst xmlns:a="http://schemas.openxmlformats.org/drawingml/2006/main">
              <a:ext uri="{FF2B5EF4-FFF2-40B4-BE49-F238E27FC236}">
                <a16:creationId xmlns:a16="http://schemas.microsoft.com/office/drawing/2014/main" id="{BB208D96-69F0-480F-9DDA-3A269E00917A}"/>
              </a:ext>
            </a:extLst>
          </p:cNvPr>
          <p:cNvSpPr>
            <a:spLocks xmlns:a="http://schemas.openxmlformats.org/drawingml/2006/main" noGrp="1"/>
          </p:cNvSpPr>
          <p:nvPr/>
        </p:nvSpPr>
        <p:spPr>
          <a:xfrm xmlns:a="http://schemas.openxmlformats.org/drawingml/2006/main">
            <a:off x="2667000" y="531495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524"/>
                </a:solidFill>
              </a:defRPr>
            </a:pPr>
            <a:r>
              <a:rPr sz="1350" b="1" i="0">
                <a:solidFill>
                  <a:srgbClr val="123524"/>
                </a:solidFill>
              </a:rPr>
              <a:t>Each layer is independent enough to maintain — and connected enough to create one coherent product.</a:t>
            </a:r>
          </a:p>
        </p:txBody>
      </p:sp>
      <p:sp>
        <p:nvSpPr>
          <p:cNvPr id="29" name="">
            <a:extLst xmlns:a="http://schemas.openxmlformats.org/drawingml/2006/main">
              <a:ext uri="{FF2B5EF4-FFF2-40B4-BE49-F238E27FC236}">
                <a16:creationId xmlns:a16="http://schemas.microsoft.com/office/drawing/2014/main" id="{F4193EBA-486A-4CFB-947D-C7CF6C6CA5E0}"/>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407365448"/>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8" name="top-accent">
            <a:extLst xmlns:a="http://schemas.openxmlformats.org/drawingml/2006/main">
              <a:ext uri="{FF2B5EF4-FFF2-40B4-BE49-F238E27FC236}">
                <a16:creationId xmlns:a16="http://schemas.microsoft.com/office/drawing/2014/main" id="{96C5637F-8C24-4BE9-B8E5-D9D06E7A808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6FB879DF-BDDF-4973-85F9-58820B14974D}"/>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TECHNOLOGY STACK</a:t>
            </a:r>
          </a:p>
        </p:txBody>
      </p:sp>
      <p:sp>
        <p:nvSpPr>
          <p:cNvPr id="3" name="slide-number">
            <a:extLst xmlns:a="http://schemas.openxmlformats.org/drawingml/2006/main">
              <a:ext uri="{FF2B5EF4-FFF2-40B4-BE49-F238E27FC236}">
                <a16:creationId xmlns:a16="http://schemas.microsoft.com/office/drawing/2014/main" id="{8778EAD9-1021-4A71-900E-F7F61C1BAD90}"/>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04</a:t>
            </a:r>
          </a:p>
        </p:txBody>
      </p:sp>
      <p:sp>
        <p:nvSpPr>
          <p:cNvPr id="4" name="slide-title">
            <a:extLst xmlns:a="http://schemas.openxmlformats.org/drawingml/2006/main">
              <a:ext uri="{FF2B5EF4-FFF2-40B4-BE49-F238E27FC236}">
                <a16:creationId xmlns:a16="http://schemas.microsoft.com/office/drawing/2014/main" id="{E01E0B1D-C0CD-4673-BDC5-23D2D126CC09}"/>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A deliberately simple frontend stack</a:t>
            </a:r>
          </a:p>
        </p:txBody>
      </p:sp>
      <p:sp>
        <p:nvSpPr>
          <p:cNvPr id="5" name="slide-subtitle">
            <a:extLst xmlns:a="http://schemas.openxmlformats.org/drawingml/2006/main">
              <a:ext uri="{FF2B5EF4-FFF2-40B4-BE49-F238E27FC236}">
                <a16:creationId xmlns:a16="http://schemas.microsoft.com/office/drawing/2014/main" id="{F91DFB66-8E53-4A35-B547-F7581DD7005D}"/>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Standards-based technology keeps the project readable, portable, and easy to connect to data services.</a:t>
            </a:r>
          </a:p>
        </p:txBody>
      </p:sp>
      <p:sp>
        <p:nvSpPr>
          <p:cNvPr id="6" name="stack-HTML5">
            <a:extLst xmlns:a="http://schemas.openxmlformats.org/drawingml/2006/main">
              <a:ext uri="{FF2B5EF4-FFF2-40B4-BE49-F238E27FC236}">
                <a16:creationId xmlns:a16="http://schemas.microsoft.com/office/drawing/2014/main" id="{2DEF5F30-1D7F-42A7-91DC-FFF3C50F7B32}"/>
              </a:ext>
            </a:extLst>
          </p:cNvPr>
          <p:cNvSpPr>
            <a:spLocks xmlns:a="http://schemas.openxmlformats.org/drawingml/2006/main" noGrp="1"/>
          </p:cNvSpPr>
          <p:nvPr/>
        </p:nvSpPr>
        <p:spPr>
          <a:xfrm xmlns:a="http://schemas.openxmlformats.org/drawingml/2006/main">
            <a:off x="609600" y="2095500"/>
            <a:ext cx="2514600" cy="3143250"/>
          </a:xfrm>
          <a:prstGeom xmlns:a="http://schemas.openxmlformats.org/drawingml/2006/main" prst="roundRect">
            <a:avLst>
              <a:gd name="adj" fmla="val 3030"/>
            </a:avLst>
          </a:prstGeom>
          <a:solidFill xmlns:a="http://schemas.openxmlformats.org/drawingml/2006/main">
            <a:srgbClr val="FFFEFA"/>
          </a:solidFill>
          <a:ln xmlns:a="http://schemas.openxmlformats.org/drawingml/2006/main" w="9525">
            <a:solidFill>
              <a:srgbClr val="E5E1D8"/>
            </a:solidFill>
            <a:prstDash val="solid"/>
          </a:ln>
        </p:spPr>
      </p:sp>
      <p:sp>
        <p:nvSpPr>
          <p:cNvPr id="7" name="">
            <a:extLst xmlns:a="http://schemas.openxmlformats.org/drawingml/2006/main">
              <a:ext uri="{FF2B5EF4-FFF2-40B4-BE49-F238E27FC236}">
                <a16:creationId xmlns:a16="http://schemas.microsoft.com/office/drawing/2014/main" id="{9862325F-BFD5-435C-82D2-F8A08D758DFC}"/>
              </a:ext>
            </a:extLst>
          </p:cNvPr>
          <p:cNvSpPr>
            <a:spLocks xmlns:a="http://schemas.openxmlformats.org/drawingml/2006/main" noGrp="1"/>
          </p:cNvSpPr>
          <p:nvPr/>
        </p:nvSpPr>
        <p:spPr>
          <a:xfrm xmlns:a="http://schemas.openxmlformats.org/drawingml/2006/main">
            <a:off x="819150" y="2324100"/>
            <a:ext cx="1066800" cy="514350"/>
          </a:xfrm>
          <a:prstGeom xmlns:a="http://schemas.openxmlformats.org/drawingml/2006/main" prst="roundRect">
            <a:avLst>
              <a:gd name="adj" fmla="val 14815"/>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175D869-5C81-420E-A964-D15141549887}"/>
              </a:ext>
            </a:extLst>
          </p:cNvPr>
          <p:cNvSpPr>
            <a:spLocks xmlns:a="http://schemas.openxmlformats.org/drawingml/2006/main" noGrp="1"/>
          </p:cNvSpPr>
          <p:nvPr/>
        </p:nvSpPr>
        <p:spPr>
          <a:xfrm xmlns:a="http://schemas.openxmlformats.org/drawingml/2006/main">
            <a:off x="895350" y="2486025"/>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FFFEFA"/>
                </a:solidFill>
              </a:defRPr>
            </a:pPr>
            <a:r>
              <a:rPr sz="825" b="1" i="0">
                <a:solidFill>
                  <a:srgbClr val="FFFEFA"/>
                </a:solidFill>
              </a:rPr>
              <a:t>HTML5</a:t>
            </a:r>
          </a:p>
        </p:txBody>
      </p:sp>
      <p:sp>
        <p:nvSpPr>
          <p:cNvPr id="9" name="">
            <a:extLst xmlns:a="http://schemas.openxmlformats.org/drawingml/2006/main">
              <a:ext uri="{FF2B5EF4-FFF2-40B4-BE49-F238E27FC236}">
                <a16:creationId xmlns:a16="http://schemas.microsoft.com/office/drawing/2014/main" id="{4196352A-AE2C-4315-AF77-060BE37BF3AB}"/>
              </a:ext>
            </a:extLst>
          </p:cNvPr>
          <p:cNvSpPr>
            <a:spLocks xmlns:a="http://schemas.openxmlformats.org/drawingml/2006/main" noGrp="1"/>
          </p:cNvSpPr>
          <p:nvPr/>
        </p:nvSpPr>
        <p:spPr>
          <a:xfrm xmlns:a="http://schemas.openxmlformats.org/drawingml/2006/main">
            <a:off x="819150" y="3143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071B12"/>
                </a:solidFill>
              </a:defRPr>
            </a:pPr>
            <a:r>
              <a:rPr sz="1800" b="1" i="0">
                <a:solidFill>
                  <a:srgbClr val="071B12"/>
                </a:solidFill>
              </a:rPr>
              <a:t>Structure</a:t>
            </a:r>
          </a:p>
        </p:txBody>
      </p:sp>
      <p:sp>
        <p:nvSpPr>
          <p:cNvPr id="10" name="">
            <a:extLst xmlns:a="http://schemas.openxmlformats.org/drawingml/2006/main">
              <a:ext uri="{FF2B5EF4-FFF2-40B4-BE49-F238E27FC236}">
                <a16:creationId xmlns:a16="http://schemas.microsoft.com/office/drawing/2014/main" id="{7D834C53-5ADA-4758-AD19-11BE75C664A1}"/>
              </a:ext>
            </a:extLst>
          </p:cNvPr>
          <p:cNvSpPr>
            <a:spLocks xmlns:a="http://schemas.openxmlformats.org/drawingml/2006/main" noGrp="1"/>
          </p:cNvSpPr>
          <p:nvPr/>
        </p:nvSpPr>
        <p:spPr>
          <a:xfrm xmlns:a="http://schemas.openxmlformats.org/drawingml/2006/main">
            <a:off x="819150" y="3667125"/>
            <a:ext cx="2047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Semantic pages, navigation, sections, forms, tables, dialogs</a:t>
            </a:r>
          </a:p>
        </p:txBody>
      </p:sp>
      <p:sp>
        <p:nvSpPr>
          <p:cNvPr id="11" name="stack-CSS3">
            <a:extLst xmlns:a="http://schemas.openxmlformats.org/drawingml/2006/main">
              <a:ext uri="{FF2B5EF4-FFF2-40B4-BE49-F238E27FC236}">
                <a16:creationId xmlns:a16="http://schemas.microsoft.com/office/drawing/2014/main" id="{E21E772D-8B25-4215-A678-1B19C2B56D0F}"/>
              </a:ext>
            </a:extLst>
          </p:cNvPr>
          <p:cNvSpPr>
            <a:spLocks xmlns:a="http://schemas.openxmlformats.org/drawingml/2006/main" noGrp="1"/>
          </p:cNvSpPr>
          <p:nvPr/>
        </p:nvSpPr>
        <p:spPr>
          <a:xfrm xmlns:a="http://schemas.openxmlformats.org/drawingml/2006/main">
            <a:off x="3352800" y="2095500"/>
            <a:ext cx="2514600" cy="3143250"/>
          </a:xfrm>
          <a:prstGeom xmlns:a="http://schemas.openxmlformats.org/drawingml/2006/main" prst="roundRect">
            <a:avLst>
              <a:gd name="adj" fmla="val 3030"/>
            </a:avLst>
          </a:prstGeom>
          <a:solidFill xmlns:a="http://schemas.openxmlformats.org/drawingml/2006/main">
            <a:srgbClr val="FFFEFA"/>
          </a:solidFill>
          <a:ln xmlns:a="http://schemas.openxmlformats.org/drawingml/2006/main" w="9525">
            <a:solidFill>
              <a:srgbClr val="E5E1D8"/>
            </a:solidFill>
            <a:prstDash val="solid"/>
          </a:ln>
        </p:spPr>
      </p:sp>
      <p:sp>
        <p:nvSpPr>
          <p:cNvPr id="12" name="">
            <a:extLst xmlns:a="http://schemas.openxmlformats.org/drawingml/2006/main">
              <a:ext uri="{FF2B5EF4-FFF2-40B4-BE49-F238E27FC236}">
                <a16:creationId xmlns:a16="http://schemas.microsoft.com/office/drawing/2014/main" id="{2BE4DCE5-CE40-4CD0-BC07-D9F933254213}"/>
              </a:ext>
            </a:extLst>
          </p:cNvPr>
          <p:cNvSpPr>
            <a:spLocks xmlns:a="http://schemas.openxmlformats.org/drawingml/2006/main" noGrp="1"/>
          </p:cNvSpPr>
          <p:nvPr/>
        </p:nvSpPr>
        <p:spPr>
          <a:xfrm xmlns:a="http://schemas.openxmlformats.org/drawingml/2006/main">
            <a:off x="3562350" y="2324100"/>
            <a:ext cx="1066800" cy="514350"/>
          </a:xfrm>
          <a:prstGeom xmlns:a="http://schemas.openxmlformats.org/drawingml/2006/main" prst="roundRect">
            <a:avLst>
              <a:gd name="adj" fmla="val 14815"/>
            </a:avLst>
          </a:prstGeom>
          <a:solidFill xmlns:a="http://schemas.openxmlformats.org/drawingml/2006/main">
            <a:srgbClr val="12352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992C9AF-7750-44A4-9849-ADA9778D408B}"/>
              </a:ext>
            </a:extLst>
          </p:cNvPr>
          <p:cNvSpPr>
            <a:spLocks xmlns:a="http://schemas.openxmlformats.org/drawingml/2006/main" noGrp="1"/>
          </p:cNvSpPr>
          <p:nvPr/>
        </p:nvSpPr>
        <p:spPr>
          <a:xfrm xmlns:a="http://schemas.openxmlformats.org/drawingml/2006/main">
            <a:off x="3638550" y="2486025"/>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FFFEFA"/>
                </a:solidFill>
              </a:defRPr>
            </a:pPr>
            <a:r>
              <a:rPr sz="825" b="1" i="0">
                <a:solidFill>
                  <a:srgbClr val="FFFEFA"/>
                </a:solidFill>
              </a:rPr>
              <a:t>CSS3</a:t>
            </a:r>
          </a:p>
        </p:txBody>
      </p:sp>
      <p:sp>
        <p:nvSpPr>
          <p:cNvPr id="14" name="">
            <a:extLst xmlns:a="http://schemas.openxmlformats.org/drawingml/2006/main">
              <a:ext uri="{FF2B5EF4-FFF2-40B4-BE49-F238E27FC236}">
                <a16:creationId xmlns:a16="http://schemas.microsoft.com/office/drawing/2014/main" id="{CDECD545-174A-43F3-8F0C-046193E05840}"/>
              </a:ext>
            </a:extLst>
          </p:cNvPr>
          <p:cNvSpPr>
            <a:spLocks xmlns:a="http://schemas.openxmlformats.org/drawingml/2006/main" noGrp="1"/>
          </p:cNvSpPr>
          <p:nvPr/>
        </p:nvSpPr>
        <p:spPr>
          <a:xfrm xmlns:a="http://schemas.openxmlformats.org/drawingml/2006/main">
            <a:off x="3562350" y="3143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071B12"/>
                </a:solidFill>
              </a:defRPr>
            </a:pPr>
            <a:r>
              <a:rPr sz="1800" b="1" i="0">
                <a:solidFill>
                  <a:srgbClr val="071B12"/>
                </a:solidFill>
              </a:rPr>
              <a:t>Presentation</a:t>
            </a:r>
          </a:p>
        </p:txBody>
      </p:sp>
      <p:sp>
        <p:nvSpPr>
          <p:cNvPr id="15" name="">
            <a:extLst xmlns:a="http://schemas.openxmlformats.org/drawingml/2006/main">
              <a:ext uri="{FF2B5EF4-FFF2-40B4-BE49-F238E27FC236}">
                <a16:creationId xmlns:a16="http://schemas.microsoft.com/office/drawing/2014/main" id="{01CFEFC3-8B29-42FF-85C0-9B3804BFADFC}"/>
              </a:ext>
            </a:extLst>
          </p:cNvPr>
          <p:cNvSpPr>
            <a:spLocks xmlns:a="http://schemas.openxmlformats.org/drawingml/2006/main" noGrp="1"/>
          </p:cNvSpPr>
          <p:nvPr/>
        </p:nvSpPr>
        <p:spPr>
          <a:xfrm xmlns:a="http://schemas.openxmlformats.org/drawingml/2006/main">
            <a:off x="3562350" y="3667125"/>
            <a:ext cx="2047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Design tokens, component styling, responsive grids, dark mode, RTL</a:t>
            </a:r>
          </a:p>
        </p:txBody>
      </p:sp>
      <p:sp>
        <p:nvSpPr>
          <p:cNvPr id="16" name="stack-JavaScript">
            <a:extLst xmlns:a="http://schemas.openxmlformats.org/drawingml/2006/main">
              <a:ext uri="{FF2B5EF4-FFF2-40B4-BE49-F238E27FC236}">
                <a16:creationId xmlns:a16="http://schemas.microsoft.com/office/drawing/2014/main" id="{9222606D-3529-4825-AFEA-6CED08782893}"/>
              </a:ext>
            </a:extLst>
          </p:cNvPr>
          <p:cNvSpPr>
            <a:spLocks xmlns:a="http://schemas.openxmlformats.org/drawingml/2006/main" noGrp="1"/>
          </p:cNvSpPr>
          <p:nvPr/>
        </p:nvSpPr>
        <p:spPr>
          <a:xfrm xmlns:a="http://schemas.openxmlformats.org/drawingml/2006/main">
            <a:off x="6096000" y="2095500"/>
            <a:ext cx="2514600" cy="3143250"/>
          </a:xfrm>
          <a:prstGeom xmlns:a="http://schemas.openxmlformats.org/drawingml/2006/main" prst="roundRect">
            <a:avLst>
              <a:gd name="adj" fmla="val 3030"/>
            </a:avLst>
          </a:prstGeom>
          <a:solidFill xmlns:a="http://schemas.openxmlformats.org/drawingml/2006/main">
            <a:srgbClr val="FFFEFA"/>
          </a:solidFill>
          <a:ln xmlns:a="http://schemas.openxmlformats.org/drawingml/2006/main" w="9525">
            <a:solidFill>
              <a:srgbClr val="E5E1D8"/>
            </a:solidFill>
            <a:prstDash val="solid"/>
          </a:ln>
        </p:spPr>
      </p:sp>
      <p:sp>
        <p:nvSpPr>
          <p:cNvPr id="17" name="">
            <a:extLst xmlns:a="http://schemas.openxmlformats.org/drawingml/2006/main">
              <a:ext uri="{FF2B5EF4-FFF2-40B4-BE49-F238E27FC236}">
                <a16:creationId xmlns:a16="http://schemas.microsoft.com/office/drawing/2014/main" id="{DB512E87-D42D-4A5F-86F2-AC81DF9A52AB}"/>
              </a:ext>
            </a:extLst>
          </p:cNvPr>
          <p:cNvSpPr>
            <a:spLocks xmlns:a="http://schemas.openxmlformats.org/drawingml/2006/main" noGrp="1"/>
          </p:cNvSpPr>
          <p:nvPr/>
        </p:nvSpPr>
        <p:spPr>
          <a:xfrm xmlns:a="http://schemas.openxmlformats.org/drawingml/2006/main">
            <a:off x="6305550" y="2324100"/>
            <a:ext cx="1066800" cy="514350"/>
          </a:xfrm>
          <a:prstGeom xmlns:a="http://schemas.openxmlformats.org/drawingml/2006/main" prst="roundRect">
            <a:avLst>
              <a:gd name="adj" fmla="val 14815"/>
            </a:avLst>
          </a:prstGeom>
          <a:solidFill xmlns:a="http://schemas.openxmlformats.org/drawingml/2006/main">
            <a:srgbClr val="12352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50C3E7B-FC0E-4F59-8B17-1A30407287C0}"/>
              </a:ext>
            </a:extLst>
          </p:cNvPr>
          <p:cNvSpPr>
            <a:spLocks xmlns:a="http://schemas.openxmlformats.org/drawingml/2006/main" noGrp="1"/>
          </p:cNvSpPr>
          <p:nvPr/>
        </p:nvSpPr>
        <p:spPr>
          <a:xfrm xmlns:a="http://schemas.openxmlformats.org/drawingml/2006/main">
            <a:off x="6381750" y="2486025"/>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FFFEFA"/>
                </a:solidFill>
              </a:defRPr>
            </a:pPr>
            <a:r>
              <a:rPr sz="825" b="1" i="0">
                <a:solidFill>
                  <a:srgbClr val="FFFEFA"/>
                </a:solidFill>
              </a:rPr>
              <a:t>JavaScript</a:t>
            </a:r>
          </a:p>
        </p:txBody>
      </p:sp>
      <p:sp>
        <p:nvSpPr>
          <p:cNvPr id="19" name="">
            <a:extLst xmlns:a="http://schemas.openxmlformats.org/drawingml/2006/main">
              <a:ext uri="{FF2B5EF4-FFF2-40B4-BE49-F238E27FC236}">
                <a16:creationId xmlns:a16="http://schemas.microsoft.com/office/drawing/2014/main" id="{E53C531E-5116-4417-8095-7DA319F19B4A}"/>
              </a:ext>
            </a:extLst>
          </p:cNvPr>
          <p:cNvSpPr>
            <a:spLocks xmlns:a="http://schemas.openxmlformats.org/drawingml/2006/main" noGrp="1"/>
          </p:cNvSpPr>
          <p:nvPr/>
        </p:nvSpPr>
        <p:spPr>
          <a:xfrm xmlns:a="http://schemas.openxmlformats.org/drawingml/2006/main">
            <a:off x="6305550" y="3143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071B12"/>
                </a:solidFill>
              </a:defRPr>
            </a:pPr>
            <a:r>
              <a:rPr sz="1800" b="1" i="0">
                <a:solidFill>
                  <a:srgbClr val="071B12"/>
                </a:solidFill>
              </a:rPr>
              <a:t>Behaviour</a:t>
            </a:r>
          </a:p>
        </p:txBody>
      </p:sp>
      <p:sp>
        <p:nvSpPr>
          <p:cNvPr id="20" name="">
            <a:extLst xmlns:a="http://schemas.openxmlformats.org/drawingml/2006/main">
              <a:ext uri="{FF2B5EF4-FFF2-40B4-BE49-F238E27FC236}">
                <a16:creationId xmlns:a16="http://schemas.microsoft.com/office/drawing/2014/main" id="{48A58E2F-EDE4-43EC-A73F-FB987FB45B82}"/>
              </a:ext>
            </a:extLst>
          </p:cNvPr>
          <p:cNvSpPr>
            <a:spLocks xmlns:a="http://schemas.openxmlformats.org/drawingml/2006/main" noGrp="1"/>
          </p:cNvSpPr>
          <p:nvPr/>
        </p:nvSpPr>
        <p:spPr>
          <a:xfrm xmlns:a="http://schemas.openxmlformats.org/drawingml/2006/main">
            <a:off x="6305550" y="3667125"/>
            <a:ext cx="2047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API loading, filtering, sorting, pagination, charts, preferences</a:t>
            </a:r>
          </a:p>
        </p:txBody>
      </p:sp>
      <p:sp>
        <p:nvSpPr>
          <p:cNvPr id="21" name="stack-Bootstrap 5">
            <a:extLst xmlns:a="http://schemas.openxmlformats.org/drawingml/2006/main">
              <a:ext uri="{FF2B5EF4-FFF2-40B4-BE49-F238E27FC236}">
                <a16:creationId xmlns:a16="http://schemas.microsoft.com/office/drawing/2014/main" id="{FE2C937E-011B-42C4-ACCE-98C84F54523F}"/>
              </a:ext>
            </a:extLst>
          </p:cNvPr>
          <p:cNvSpPr>
            <a:spLocks xmlns:a="http://schemas.openxmlformats.org/drawingml/2006/main" noGrp="1"/>
          </p:cNvSpPr>
          <p:nvPr/>
        </p:nvSpPr>
        <p:spPr>
          <a:xfrm xmlns:a="http://schemas.openxmlformats.org/drawingml/2006/main">
            <a:off x="8839200" y="2095500"/>
            <a:ext cx="2514600" cy="3143250"/>
          </a:xfrm>
          <a:prstGeom xmlns:a="http://schemas.openxmlformats.org/drawingml/2006/main" prst="roundRect">
            <a:avLst>
              <a:gd name="adj" fmla="val 3030"/>
            </a:avLst>
          </a:prstGeom>
          <a:solidFill xmlns:a="http://schemas.openxmlformats.org/drawingml/2006/main">
            <a:srgbClr val="FFFEFA"/>
          </a:solidFill>
          <a:ln xmlns:a="http://schemas.openxmlformats.org/drawingml/2006/main" w="9525">
            <a:solidFill>
              <a:srgbClr val="E5E1D8"/>
            </a:solidFill>
            <a:prstDash val="solid"/>
          </a:ln>
        </p:spPr>
      </p:sp>
      <p:sp>
        <p:nvSpPr>
          <p:cNvPr id="22" name="">
            <a:extLst xmlns:a="http://schemas.openxmlformats.org/drawingml/2006/main">
              <a:ext uri="{FF2B5EF4-FFF2-40B4-BE49-F238E27FC236}">
                <a16:creationId xmlns:a16="http://schemas.microsoft.com/office/drawing/2014/main" id="{2C0C7EA5-F419-477B-91E1-D8ECAFC2A08F}"/>
              </a:ext>
            </a:extLst>
          </p:cNvPr>
          <p:cNvSpPr>
            <a:spLocks xmlns:a="http://schemas.openxmlformats.org/drawingml/2006/main" noGrp="1"/>
          </p:cNvSpPr>
          <p:nvPr/>
        </p:nvSpPr>
        <p:spPr>
          <a:xfrm xmlns:a="http://schemas.openxmlformats.org/drawingml/2006/main">
            <a:off x="9048750" y="2324100"/>
            <a:ext cx="1066800" cy="514350"/>
          </a:xfrm>
          <a:prstGeom xmlns:a="http://schemas.openxmlformats.org/drawingml/2006/main" prst="roundRect">
            <a:avLst>
              <a:gd name="adj" fmla="val 14815"/>
            </a:avLst>
          </a:prstGeom>
          <a:solidFill xmlns:a="http://schemas.openxmlformats.org/drawingml/2006/main">
            <a:srgbClr val="C8A96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3EA2E6D-7C5F-4B2A-882D-B5806B5420E1}"/>
              </a:ext>
            </a:extLst>
          </p:cNvPr>
          <p:cNvSpPr>
            <a:spLocks xmlns:a="http://schemas.openxmlformats.org/drawingml/2006/main" noGrp="1"/>
          </p:cNvSpPr>
          <p:nvPr/>
        </p:nvSpPr>
        <p:spPr>
          <a:xfrm xmlns:a="http://schemas.openxmlformats.org/drawingml/2006/main">
            <a:off x="9124950" y="2486025"/>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071B12"/>
                </a:solidFill>
              </a:defRPr>
            </a:pPr>
            <a:r>
              <a:rPr sz="825" b="1" i="0">
                <a:solidFill>
                  <a:srgbClr val="071B12"/>
                </a:solidFill>
              </a:rPr>
              <a:t>Bootstrap 5</a:t>
            </a:r>
          </a:p>
        </p:txBody>
      </p:sp>
      <p:sp>
        <p:nvSpPr>
          <p:cNvPr id="24" name="">
            <a:extLst xmlns:a="http://schemas.openxmlformats.org/drawingml/2006/main">
              <a:ext uri="{FF2B5EF4-FFF2-40B4-BE49-F238E27FC236}">
                <a16:creationId xmlns:a16="http://schemas.microsoft.com/office/drawing/2014/main" id="{D9E22169-F130-4DB4-A252-61C85602BCDA}"/>
              </a:ext>
            </a:extLst>
          </p:cNvPr>
          <p:cNvSpPr>
            <a:spLocks xmlns:a="http://schemas.openxmlformats.org/drawingml/2006/main" noGrp="1"/>
          </p:cNvSpPr>
          <p:nvPr/>
        </p:nvSpPr>
        <p:spPr>
          <a:xfrm xmlns:a="http://schemas.openxmlformats.org/drawingml/2006/main">
            <a:off x="9048750" y="3143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071B12"/>
                </a:solidFill>
              </a:defRPr>
            </a:pPr>
            <a:r>
              <a:rPr sz="1800" b="1" i="0">
                <a:solidFill>
                  <a:srgbClr val="071B12"/>
                </a:solidFill>
              </a:rPr>
              <a:t>Foundation</a:t>
            </a:r>
          </a:p>
        </p:txBody>
      </p:sp>
      <p:sp>
        <p:nvSpPr>
          <p:cNvPr id="25" name="">
            <a:extLst xmlns:a="http://schemas.openxmlformats.org/drawingml/2006/main">
              <a:ext uri="{FF2B5EF4-FFF2-40B4-BE49-F238E27FC236}">
                <a16:creationId xmlns:a16="http://schemas.microsoft.com/office/drawing/2014/main" id="{9A5DCADF-6FEF-49FD-B50B-381476AE868B}"/>
              </a:ext>
            </a:extLst>
          </p:cNvPr>
          <p:cNvSpPr>
            <a:spLocks xmlns:a="http://schemas.openxmlformats.org/drawingml/2006/main" noGrp="1"/>
          </p:cNvSpPr>
          <p:nvPr/>
        </p:nvSpPr>
        <p:spPr>
          <a:xfrm xmlns:a="http://schemas.openxmlformats.org/drawingml/2006/main">
            <a:off x="9048750" y="3667125"/>
            <a:ext cx="2047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Responsive utilities and consistent cross-device behaviour</a:t>
            </a:r>
          </a:p>
        </p:txBody>
      </p:sp>
      <p:sp>
        <p:nvSpPr>
          <p:cNvPr id="26" name="">
            <a:extLst xmlns:a="http://schemas.openxmlformats.org/drawingml/2006/main">
              <a:ext uri="{FF2B5EF4-FFF2-40B4-BE49-F238E27FC236}">
                <a16:creationId xmlns:a16="http://schemas.microsoft.com/office/drawing/2014/main" id="{B603A42C-8884-42A7-8766-340C2A6C944E}"/>
              </a:ext>
            </a:extLst>
          </p:cNvPr>
          <p:cNvSpPr>
            <a:spLocks xmlns:a="http://schemas.openxmlformats.org/drawingml/2006/main" noGrp="1"/>
          </p:cNvSpPr>
          <p:nvPr/>
        </p:nvSpPr>
        <p:spPr>
          <a:xfrm xmlns:a="http://schemas.openxmlformats.org/drawingml/2006/main">
            <a:off x="2952750" y="560070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A4A34"/>
                </a:solidFill>
              </a:defRPr>
            </a:pPr>
            <a:r>
              <a:rPr sz="1275" b="1" i="0">
                <a:solidFill>
                  <a:srgbClr val="1A4A34"/>
                </a:solidFill>
              </a:rPr>
              <a:t>Backend connection: Flask + MySQL through a stable JSON API contract</a:t>
            </a:r>
          </a:p>
        </p:txBody>
      </p:sp>
      <p:sp>
        <p:nvSpPr>
          <p:cNvPr id="27" name="">
            <a:extLst xmlns:a="http://schemas.openxmlformats.org/drawingml/2006/main">
              <a:ext uri="{FF2B5EF4-FFF2-40B4-BE49-F238E27FC236}">
                <a16:creationId xmlns:a16="http://schemas.microsoft.com/office/drawing/2014/main" id="{DD939F11-267F-42DF-AB9A-11CD0C934273}"/>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2123192524"/>
      </p:ext>
    </p:extLst>
  </p:cSld>
</p:sld>
</file>

<file path=ppt/slides/slide5.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5B2BDF96-FA10-4BAB-9A89-D4B23D2E4A7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40820D54-4D62-4ABE-8D70-54173DCF04AD}"/>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STAGE 1 · HTML</a:t>
            </a:r>
          </a:p>
        </p:txBody>
      </p:sp>
      <p:sp>
        <p:nvSpPr>
          <p:cNvPr id="3" name="slide-number">
            <a:extLst xmlns:a="http://schemas.openxmlformats.org/drawingml/2006/main">
              <a:ext uri="{FF2B5EF4-FFF2-40B4-BE49-F238E27FC236}">
                <a16:creationId xmlns:a16="http://schemas.microsoft.com/office/drawing/2014/main" id="{30CA4D45-8D76-4CC9-84A0-2CD8D85105FA}"/>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05</a:t>
            </a:r>
          </a:p>
        </p:txBody>
      </p:sp>
      <p:sp>
        <p:nvSpPr>
          <p:cNvPr id="4" name="">
            <a:extLst xmlns:a="http://schemas.openxmlformats.org/drawingml/2006/main">
              <a:ext uri="{FF2B5EF4-FFF2-40B4-BE49-F238E27FC236}">
                <a16:creationId xmlns:a16="http://schemas.microsoft.com/office/drawing/2014/main" id="{78129B0B-9A4B-4BD4-88B4-FA525E0CB145}"/>
              </a:ext>
            </a:extLst>
          </p:cNvPr>
          <p:cNvSpPr>
            <a:spLocks xmlns:a="http://schemas.openxmlformats.org/drawingml/2006/main" noGrp="1"/>
          </p:cNvSpPr>
          <p:nvPr/>
        </p:nvSpPr>
        <p:spPr>
          <a:xfrm xmlns:a="http://schemas.openxmlformats.org/drawingml/2006/main">
            <a:off x="666750" y="1476375"/>
            <a:ext cx="1238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5400" b="1" i="0">
                <a:solidFill>
                  <a:srgbClr val="C8A96A"/>
                </a:solidFill>
              </a:defRPr>
            </a:pPr>
            <a:r>
              <a:rPr sz="5400" b="1" i="0">
                <a:solidFill>
                  <a:srgbClr val="C8A96A"/>
                </a:solidFill>
              </a:rPr>
              <a:t>01</a:t>
            </a:r>
          </a:p>
        </p:txBody>
      </p:sp>
      <p:sp>
        <p:nvSpPr>
          <p:cNvPr id="5" name="transition-title">
            <a:extLst xmlns:a="http://schemas.openxmlformats.org/drawingml/2006/main">
              <a:ext uri="{FF2B5EF4-FFF2-40B4-BE49-F238E27FC236}">
                <a16:creationId xmlns:a16="http://schemas.microsoft.com/office/drawing/2014/main" id="{6C302AD1-5CA0-4CA0-8F9E-8BDC84F3111D}"/>
              </a:ext>
            </a:extLst>
          </p:cNvPr>
          <p:cNvSpPr>
            <a:spLocks xmlns:a="http://schemas.openxmlformats.org/drawingml/2006/main" noGrp="1"/>
          </p:cNvSpPr>
          <p:nvPr/>
        </p:nvSpPr>
        <p:spPr>
          <a:xfrm xmlns:a="http://schemas.openxmlformats.org/drawingml/2006/main">
            <a:off x="2095500" y="1476375"/>
            <a:ext cx="781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i="0">
                <a:solidFill>
                  <a:srgbClr val="FFFEFA"/>
                </a:solidFill>
              </a:defRPr>
            </a:pPr>
            <a:r>
              <a:rPr sz="4050" b="1" i="0">
                <a:solidFill>
                  <a:srgbClr val="FFFEFA"/>
                </a:solidFill>
              </a:rPr>
              <a:t>Begin with structure</a:t>
            </a:r>
          </a:p>
        </p:txBody>
      </p:sp>
      <p:sp>
        <p:nvSpPr>
          <p:cNvPr id="6" name="">
            <a:extLst xmlns:a="http://schemas.openxmlformats.org/drawingml/2006/main">
              <a:ext uri="{FF2B5EF4-FFF2-40B4-BE49-F238E27FC236}">
                <a16:creationId xmlns:a16="http://schemas.microsoft.com/office/drawing/2014/main" id="{B24E3ABB-F1F6-465E-B37D-73712F6E18AD}"/>
              </a:ext>
            </a:extLst>
          </p:cNvPr>
          <p:cNvSpPr>
            <a:spLocks xmlns:a="http://schemas.openxmlformats.org/drawingml/2006/main" noGrp="1"/>
          </p:cNvSpPr>
          <p:nvPr/>
        </p:nvSpPr>
        <p:spPr>
          <a:xfrm xmlns:a="http://schemas.openxmlformats.org/drawingml/2006/main">
            <a:off x="2133600" y="266700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i="0">
                <a:solidFill>
                  <a:srgbClr val="C8D4CD"/>
                </a:solidFill>
              </a:defRPr>
            </a:pPr>
            <a:r>
              <a:rPr sz="1725" b="0" i="0">
                <a:solidFill>
                  <a:srgbClr val="C8D4CD"/>
                </a:solidFill>
              </a:rPr>
              <a:t>Semantic HTML turns a blank browser into a navigable information architecture.</a:t>
            </a:r>
          </a:p>
        </p:txBody>
      </p:sp>
      <p:sp>
        <p:nvSpPr>
          <p:cNvPr id="7" name="dev-code-panel">
            <a:extLst xmlns:a="http://schemas.openxmlformats.org/drawingml/2006/main">
              <a:ext uri="{FF2B5EF4-FFF2-40B4-BE49-F238E27FC236}">
                <a16:creationId xmlns:a16="http://schemas.microsoft.com/office/drawing/2014/main" id="{33990124-450D-4866-9C66-B012E56BE685}"/>
              </a:ext>
            </a:extLst>
          </p:cNvPr>
          <p:cNvSpPr>
            <a:spLocks xmlns:a="http://schemas.openxmlformats.org/drawingml/2006/main" noGrp="1"/>
          </p:cNvSpPr>
          <p:nvPr/>
        </p:nvSpPr>
        <p:spPr>
          <a:xfrm xmlns:a="http://schemas.openxmlformats.org/drawingml/2006/main">
            <a:off x="6762750" y="3905250"/>
            <a:ext cx="4095750" cy="1714500"/>
          </a:xfrm>
          <a:prstGeom xmlns:a="http://schemas.openxmlformats.org/drawingml/2006/main" prst="roundRect">
            <a:avLst>
              <a:gd name="adj" fmla="val 4444"/>
            </a:avLst>
          </a:prstGeom>
          <a:solidFill xmlns:a="http://schemas.openxmlformats.org/drawingml/2006/main">
            <a:srgbClr val="0A1711"/>
          </a:solidFill>
          <a:ln xmlns:a="http://schemas.openxmlformats.org/drawingml/2006/main" w="9525">
            <a:solidFill>
              <a:srgbClr val="1E3B2D"/>
            </a:solidFill>
            <a:prstDash val="solid"/>
          </a:ln>
        </p:spPr>
      </p:sp>
      <p:sp>
        <p:nvSpPr>
          <p:cNvPr id="8" name="">
            <a:extLst xmlns:a="http://schemas.openxmlformats.org/drawingml/2006/main">
              <a:ext uri="{FF2B5EF4-FFF2-40B4-BE49-F238E27FC236}">
                <a16:creationId xmlns:a16="http://schemas.microsoft.com/office/drawing/2014/main" id="{E3987623-ABC7-4A3C-93E1-463CE2112B6D}"/>
              </a:ext>
            </a:extLst>
          </p:cNvPr>
          <p:cNvSpPr>
            <a:spLocks xmlns:a="http://schemas.openxmlformats.org/drawingml/2006/main" noGrp="1"/>
          </p:cNvSpPr>
          <p:nvPr/>
        </p:nvSpPr>
        <p:spPr>
          <a:xfrm xmlns:a="http://schemas.openxmlformats.org/drawingml/2006/main">
            <a:off x="6762750" y="3905250"/>
            <a:ext cx="409575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6061E3A-1CD7-46EA-8524-0855BD6D153A}"/>
              </a:ext>
            </a:extLst>
          </p:cNvPr>
          <p:cNvSpPr>
            <a:spLocks xmlns:a="http://schemas.openxmlformats.org/drawingml/2006/main" noGrp="1"/>
          </p:cNvSpPr>
          <p:nvPr/>
        </p:nvSpPr>
        <p:spPr>
          <a:xfrm xmlns:a="http://schemas.openxmlformats.org/drawingml/2006/main">
            <a:off x="6934200" y="4000500"/>
            <a:ext cx="3752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index.html · foundation</a:t>
            </a:r>
          </a:p>
        </p:txBody>
      </p:sp>
      <p:sp>
        <p:nvSpPr>
          <p:cNvPr id="10" name="">
            <a:extLst xmlns:a="http://schemas.openxmlformats.org/drawingml/2006/main">
              <a:ext uri="{FF2B5EF4-FFF2-40B4-BE49-F238E27FC236}">
                <a16:creationId xmlns:a16="http://schemas.microsoft.com/office/drawing/2014/main" id="{0CA4A5D3-9E30-4CA2-9A14-8A710A5FE13C}"/>
              </a:ext>
            </a:extLst>
          </p:cNvPr>
          <p:cNvSpPr>
            <a:spLocks xmlns:a="http://schemas.openxmlformats.org/drawingml/2006/main" noGrp="1"/>
          </p:cNvSpPr>
          <p:nvPr/>
        </p:nvSpPr>
        <p:spPr>
          <a:xfrm xmlns:a="http://schemas.openxmlformats.org/drawingml/2006/main">
            <a:off x="6934200" y="4352925"/>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01  &lt;!doctype html&gt;</a:t>
            </a:r>
          </a:p>
        </p:txBody>
      </p:sp>
      <p:sp>
        <p:nvSpPr>
          <p:cNvPr id="11" name="">
            <a:extLst xmlns:a="http://schemas.openxmlformats.org/drawingml/2006/main">
              <a:ext uri="{FF2B5EF4-FFF2-40B4-BE49-F238E27FC236}">
                <a16:creationId xmlns:a16="http://schemas.microsoft.com/office/drawing/2014/main" id="{6FFDF4C0-8A0C-4EC3-953B-7E5F0D2D46AE}"/>
              </a:ext>
            </a:extLst>
          </p:cNvPr>
          <p:cNvSpPr>
            <a:spLocks xmlns:a="http://schemas.openxmlformats.org/drawingml/2006/main" noGrp="1"/>
          </p:cNvSpPr>
          <p:nvPr/>
        </p:nvSpPr>
        <p:spPr>
          <a:xfrm xmlns:a="http://schemas.openxmlformats.org/drawingml/2006/main">
            <a:off x="6934200" y="4610100"/>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02  &lt;header&gt;…&lt;/header&gt;</a:t>
            </a:r>
          </a:p>
        </p:txBody>
      </p:sp>
      <p:sp>
        <p:nvSpPr>
          <p:cNvPr id="12" name="">
            <a:extLst xmlns:a="http://schemas.openxmlformats.org/drawingml/2006/main">
              <a:ext uri="{FF2B5EF4-FFF2-40B4-BE49-F238E27FC236}">
                <a16:creationId xmlns:a16="http://schemas.microsoft.com/office/drawing/2014/main" id="{755E59A7-2C59-4F1A-A367-1D9F78F09956}"/>
              </a:ext>
            </a:extLst>
          </p:cNvPr>
          <p:cNvSpPr>
            <a:spLocks xmlns:a="http://schemas.openxmlformats.org/drawingml/2006/main" noGrp="1"/>
          </p:cNvSpPr>
          <p:nvPr/>
        </p:nvSpPr>
        <p:spPr>
          <a:xfrm xmlns:a="http://schemas.openxmlformats.org/drawingml/2006/main">
            <a:off x="6934200" y="4867275"/>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03  &lt;main&gt;…&lt;/main&gt;</a:t>
            </a:r>
          </a:p>
        </p:txBody>
      </p:sp>
      <p:sp>
        <p:nvSpPr>
          <p:cNvPr id="13" name="">
            <a:extLst xmlns:a="http://schemas.openxmlformats.org/drawingml/2006/main">
              <a:ext uri="{FF2B5EF4-FFF2-40B4-BE49-F238E27FC236}">
                <a16:creationId xmlns:a16="http://schemas.microsoft.com/office/drawing/2014/main" id="{B3FE8083-524E-49FE-873A-244FA9364B97}"/>
              </a:ext>
            </a:extLst>
          </p:cNvPr>
          <p:cNvSpPr>
            <a:spLocks xmlns:a="http://schemas.openxmlformats.org/drawingml/2006/main" noGrp="1"/>
          </p:cNvSpPr>
          <p:nvPr/>
        </p:nvSpPr>
        <p:spPr>
          <a:xfrm xmlns:a="http://schemas.openxmlformats.org/drawingml/2006/main">
            <a:off x="6934200" y="5124450"/>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04  &lt;footer&gt;…&lt;/footer&gt;</a:t>
            </a:r>
          </a:p>
        </p:txBody>
      </p:sp>
    </p:spTree>
    <p:extLst>
      <p:ext uri="{BB962C8B-B14F-4D97-AF65-F5344CB8AC3E}">
        <p14:creationId xmlns:p14="http://schemas.microsoft.com/office/powerpoint/2010/main" val="718982159"/>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1" name="top-accent">
            <a:extLst xmlns:a="http://schemas.openxmlformats.org/drawingml/2006/main">
              <a:ext uri="{FF2B5EF4-FFF2-40B4-BE49-F238E27FC236}">
                <a16:creationId xmlns:a16="http://schemas.microsoft.com/office/drawing/2014/main" id="{520BB8F8-3B94-43EE-941A-2B0ABAA5558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D1CBB19E-7629-47E4-BF44-D1FA7434D62C}"/>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1 · HTML</a:t>
            </a:r>
          </a:p>
        </p:txBody>
      </p:sp>
      <p:sp>
        <p:nvSpPr>
          <p:cNvPr id="3" name="slide-number">
            <a:extLst xmlns:a="http://schemas.openxmlformats.org/drawingml/2006/main">
              <a:ext uri="{FF2B5EF4-FFF2-40B4-BE49-F238E27FC236}">
                <a16:creationId xmlns:a16="http://schemas.microsoft.com/office/drawing/2014/main" id="{B6ED236C-F2F6-420F-BF1C-A5FCA5227522}"/>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06</a:t>
            </a:r>
          </a:p>
        </p:txBody>
      </p:sp>
      <p:sp>
        <p:nvSpPr>
          <p:cNvPr id="4" name="slide-title">
            <a:extLst xmlns:a="http://schemas.openxmlformats.org/drawingml/2006/main">
              <a:ext uri="{FF2B5EF4-FFF2-40B4-BE49-F238E27FC236}">
                <a16:creationId xmlns:a16="http://schemas.microsoft.com/office/drawing/2014/main" id="{5CEC8F3E-08A5-454F-AE36-05C9AE7B4994}"/>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The first render: a valid document, but almost no interface</a:t>
            </a:r>
          </a:p>
        </p:txBody>
      </p:sp>
      <p:sp>
        <p:nvSpPr>
          <p:cNvPr id="5" name="slide-subtitle">
            <a:extLst xmlns:a="http://schemas.openxmlformats.org/drawingml/2006/main">
              <a:ext uri="{FF2B5EF4-FFF2-40B4-BE49-F238E27FC236}">
                <a16:creationId xmlns:a16="http://schemas.microsoft.com/office/drawing/2014/main" id="{AFB2D4C0-8E61-4231-A1D6-0D2263A547D7}"/>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browser understands the page before it looks like the final product.</a:t>
            </a:r>
          </a:p>
        </p:txBody>
      </p:sp>
      <p:sp>
        <p:nvSpPr>
          <p:cNvPr id="6" name="dev-code-panel">
            <a:extLst xmlns:a="http://schemas.openxmlformats.org/drawingml/2006/main">
              <a:ext uri="{FF2B5EF4-FFF2-40B4-BE49-F238E27FC236}">
                <a16:creationId xmlns:a16="http://schemas.microsoft.com/office/drawing/2014/main" id="{B055F7B0-333D-40F9-B06F-08AAD7BBAA39}"/>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A432E6BD-19D6-4C20-B8FA-6056B03573FC}"/>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1023BD0-377B-4D55-AC86-CF99848A3729}"/>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index.html · lines 1–14</a:t>
            </a:r>
          </a:p>
        </p:txBody>
      </p:sp>
      <p:sp>
        <p:nvSpPr>
          <p:cNvPr id="9" name="">
            <a:extLst xmlns:a="http://schemas.openxmlformats.org/drawingml/2006/main">
              <a:ext uri="{FF2B5EF4-FFF2-40B4-BE49-F238E27FC236}">
                <a16:creationId xmlns:a16="http://schemas.microsoft.com/office/drawing/2014/main" id="{E5DC7B94-AC08-4AB4-AF3F-2525768CDA2D}"/>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01  &lt;!doctype html&gt;</a:t>
            </a:r>
          </a:p>
        </p:txBody>
      </p:sp>
      <p:sp>
        <p:nvSpPr>
          <p:cNvPr id="10" name="">
            <a:extLst xmlns:a="http://schemas.openxmlformats.org/drawingml/2006/main">
              <a:ext uri="{FF2B5EF4-FFF2-40B4-BE49-F238E27FC236}">
                <a16:creationId xmlns:a16="http://schemas.microsoft.com/office/drawing/2014/main" id="{0AC18B05-72F3-4372-9694-3ADAF4A86156}"/>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02  &lt;html lang="en" dir="ltr"&gt;</a:t>
            </a:r>
          </a:p>
        </p:txBody>
      </p:sp>
      <p:sp>
        <p:nvSpPr>
          <p:cNvPr id="11" name="">
            <a:extLst xmlns:a="http://schemas.openxmlformats.org/drawingml/2006/main">
              <a:ext uri="{FF2B5EF4-FFF2-40B4-BE49-F238E27FC236}">
                <a16:creationId xmlns:a16="http://schemas.microsoft.com/office/drawing/2014/main" id="{7566192E-41E4-48E9-BFB7-7EC701C8579F}"/>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03  &lt;head&gt;</a:t>
            </a:r>
          </a:p>
        </p:txBody>
      </p:sp>
      <p:sp>
        <p:nvSpPr>
          <p:cNvPr id="12" name="">
            <a:extLst xmlns:a="http://schemas.openxmlformats.org/drawingml/2006/main">
              <a:ext uri="{FF2B5EF4-FFF2-40B4-BE49-F238E27FC236}">
                <a16:creationId xmlns:a16="http://schemas.microsoft.com/office/drawing/2014/main" id="{53022ECF-A702-4E94-8480-60C01308F025}"/>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04    &lt;meta charset="utf-8"&gt;</a:t>
            </a:r>
          </a:p>
        </p:txBody>
      </p:sp>
      <p:sp>
        <p:nvSpPr>
          <p:cNvPr id="13" name="">
            <a:extLst xmlns:a="http://schemas.openxmlformats.org/drawingml/2006/main">
              <a:ext uri="{FF2B5EF4-FFF2-40B4-BE49-F238E27FC236}">
                <a16:creationId xmlns:a16="http://schemas.microsoft.com/office/drawing/2014/main" id="{D473F953-6F2F-4FD3-AF55-DD817A425E4E}"/>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05    &lt;meta name="viewport"</a:t>
            </a:r>
          </a:p>
        </p:txBody>
      </p:sp>
      <p:sp>
        <p:nvSpPr>
          <p:cNvPr id="14" name="">
            <a:extLst xmlns:a="http://schemas.openxmlformats.org/drawingml/2006/main">
              <a:ext uri="{FF2B5EF4-FFF2-40B4-BE49-F238E27FC236}">
                <a16:creationId xmlns:a16="http://schemas.microsoft.com/office/drawing/2014/main" id="{825F5723-8B2C-4505-84E4-A2C46DD5C539}"/>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06          content="width=device-width"&gt;</a:t>
            </a:r>
          </a:p>
        </p:txBody>
      </p:sp>
      <p:sp>
        <p:nvSpPr>
          <p:cNvPr id="15" name="">
            <a:extLst xmlns:a="http://schemas.openxmlformats.org/drawingml/2006/main">
              <a:ext uri="{FF2B5EF4-FFF2-40B4-BE49-F238E27FC236}">
                <a16:creationId xmlns:a16="http://schemas.microsoft.com/office/drawing/2014/main" id="{75B59559-41AE-4526-BD93-F5910640461E}"/>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07    &lt;title&gt;Traditional Governments…&lt;/title&gt;</a:t>
            </a:r>
          </a:p>
        </p:txBody>
      </p:sp>
      <p:sp>
        <p:nvSpPr>
          <p:cNvPr id="16" name="">
            <a:extLst xmlns:a="http://schemas.openxmlformats.org/drawingml/2006/main">
              <a:ext uri="{FF2B5EF4-FFF2-40B4-BE49-F238E27FC236}">
                <a16:creationId xmlns:a16="http://schemas.microsoft.com/office/drawing/2014/main" id="{F25AFFA2-7FB7-48CA-8801-623E1CDC676D}"/>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08  &lt;/head&gt;</a:t>
            </a:r>
          </a:p>
        </p:txBody>
      </p:sp>
      <p:sp>
        <p:nvSpPr>
          <p:cNvPr id="17" name="">
            <a:extLst xmlns:a="http://schemas.openxmlformats.org/drawingml/2006/main">
              <a:ext uri="{FF2B5EF4-FFF2-40B4-BE49-F238E27FC236}">
                <a16:creationId xmlns:a16="http://schemas.microsoft.com/office/drawing/2014/main" id="{C15070FD-D928-46D6-962A-10A7D4F594F3}"/>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09  &lt;body&gt;</a:t>
            </a:r>
          </a:p>
        </p:txBody>
      </p:sp>
      <p:sp>
        <p:nvSpPr>
          <p:cNvPr id="18" name="">
            <a:extLst xmlns:a="http://schemas.openxmlformats.org/drawingml/2006/main">
              <a:ext uri="{FF2B5EF4-FFF2-40B4-BE49-F238E27FC236}">
                <a16:creationId xmlns:a16="http://schemas.microsoft.com/office/drawing/2014/main" id="{0237931E-71A8-4D36-91EC-FF3405652A30}"/>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10    &lt;main id="main-content"&gt;&lt;/main&gt;</a:t>
            </a:r>
          </a:p>
        </p:txBody>
      </p:sp>
      <p:sp>
        <p:nvSpPr>
          <p:cNvPr id="19" name="">
            <a:extLst xmlns:a="http://schemas.openxmlformats.org/drawingml/2006/main">
              <a:ext uri="{FF2B5EF4-FFF2-40B4-BE49-F238E27FC236}">
                <a16:creationId xmlns:a16="http://schemas.microsoft.com/office/drawing/2014/main" id="{149982D9-D2B2-47F1-93FA-2E187801C67D}"/>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11  &lt;/body&gt;</a:t>
            </a:r>
          </a:p>
        </p:txBody>
      </p:sp>
      <p:sp>
        <p:nvSpPr>
          <p:cNvPr id="20" name="">
            <a:extLst xmlns:a="http://schemas.openxmlformats.org/drawingml/2006/main">
              <a:ext uri="{FF2B5EF4-FFF2-40B4-BE49-F238E27FC236}">
                <a16:creationId xmlns:a16="http://schemas.microsoft.com/office/drawing/2014/main" id="{1987C242-2D51-420E-BC20-FCEF5626FE90}"/>
              </a:ext>
            </a:extLst>
          </p:cNvPr>
          <p:cNvSpPr>
            <a:spLocks xmlns:a="http://schemas.openxmlformats.org/drawingml/2006/main" noGrp="1"/>
          </p:cNvSpPr>
          <p:nvPr/>
        </p:nvSpPr>
        <p:spPr>
          <a:xfrm xmlns:a="http://schemas.openxmlformats.org/drawingml/2006/main">
            <a:off x="781050" y="50863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12  &lt;/html&gt;</a:t>
            </a:r>
          </a:p>
        </p:txBody>
      </p:sp>
      <p:sp>
        <p:nvSpPr>
          <p:cNvPr id="21" name="dev-browser-frame">
            <a:extLst xmlns:a="http://schemas.openxmlformats.org/drawingml/2006/main">
              <a:ext uri="{FF2B5EF4-FFF2-40B4-BE49-F238E27FC236}">
                <a16:creationId xmlns:a16="http://schemas.microsoft.com/office/drawing/2014/main" id="{49365CED-E213-4F8C-8C81-7E412AD50320}"/>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C9D0CB"/>
            </a:solidFill>
            <a:prstDash val="solid"/>
          </a:ln>
        </p:spPr>
      </p:sp>
      <p:sp>
        <p:nvSpPr>
          <p:cNvPr id="22" name="">
            <a:extLst xmlns:a="http://schemas.openxmlformats.org/drawingml/2006/main">
              <a:ext uri="{FF2B5EF4-FFF2-40B4-BE49-F238E27FC236}">
                <a16:creationId xmlns:a16="http://schemas.microsoft.com/office/drawing/2014/main" id="{F29FCC7F-259C-4B99-ADA8-446FF34BB49E}"/>
              </a:ext>
            </a:extLst>
          </p:cNvPr>
          <p:cNvSpPr>
            <a:spLocks xmlns:a="http://schemas.openxmlformats.org/drawingml/2006/main" noGrp="1"/>
          </p:cNvSpPr>
          <p:nvPr/>
        </p:nvSpPr>
        <p:spPr>
          <a:xfrm xmlns:a="http://schemas.openxmlformats.org/drawingml/2006/main">
            <a:off x="5905500" y="1809750"/>
            <a:ext cx="5676900" cy="342900"/>
          </a:xfrm>
          <a:prstGeom xmlns:a="http://schemas.openxmlformats.org/drawingml/2006/main" prst="rect">
            <a:avLst/>
          </a:prstGeom>
          <a:solidFill xmlns:a="http://schemas.openxmlformats.org/drawingml/2006/main">
            <a:srgbClr val="EFF2E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E4FC564-5277-4154-881A-78F8B2716558}"/>
              </a:ext>
            </a:extLst>
          </p:cNvPr>
          <p:cNvSpPr>
            <a:spLocks xmlns:a="http://schemas.openxmlformats.org/drawingml/2006/main" noGrp="1"/>
          </p:cNvSpPr>
          <p:nvPr/>
        </p:nvSpPr>
        <p:spPr>
          <a:xfrm xmlns:a="http://schemas.openxmlformats.org/drawingml/2006/main">
            <a:off x="6038850" y="1924050"/>
            <a:ext cx="95250" cy="95250"/>
          </a:xfrm>
          <a:prstGeom xmlns:a="http://schemas.openxmlformats.org/drawingml/2006/main" prst="ellipse">
            <a:avLst/>
          </a:prstGeom>
          <a:solidFill xmlns:a="http://schemas.openxmlformats.org/drawingml/2006/main">
            <a:srgbClr val="ED6A5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A6FED5D-DE1B-4896-98A4-9F93C4D5C6DE}"/>
              </a:ext>
            </a:extLst>
          </p:cNvPr>
          <p:cNvSpPr>
            <a:spLocks xmlns:a="http://schemas.openxmlformats.org/drawingml/2006/main" noGrp="1"/>
          </p:cNvSpPr>
          <p:nvPr/>
        </p:nvSpPr>
        <p:spPr>
          <a:xfrm xmlns:a="http://schemas.openxmlformats.org/drawingml/2006/main">
            <a:off x="6229350" y="1924050"/>
            <a:ext cx="95250" cy="95250"/>
          </a:xfrm>
          <a:prstGeom xmlns:a="http://schemas.openxmlformats.org/drawingml/2006/main" prst="ellipse">
            <a:avLst/>
          </a:prstGeom>
          <a:solidFill xmlns:a="http://schemas.openxmlformats.org/drawingml/2006/main">
            <a:srgbClr val="F4BF4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7A61B6E-4C9D-41DA-A7DC-419B71D114AC}"/>
              </a:ext>
            </a:extLst>
          </p:cNvPr>
          <p:cNvSpPr>
            <a:spLocks xmlns:a="http://schemas.openxmlformats.org/drawingml/2006/main" noGrp="1"/>
          </p:cNvSpPr>
          <p:nvPr/>
        </p:nvSpPr>
        <p:spPr>
          <a:xfrm xmlns:a="http://schemas.openxmlformats.org/drawingml/2006/main">
            <a:off x="6419850" y="1924050"/>
            <a:ext cx="95250" cy="95250"/>
          </a:xfrm>
          <a:prstGeom xmlns:a="http://schemas.openxmlformats.org/drawingml/2006/main" prst="ellipse">
            <a:avLst/>
          </a:prstGeom>
          <a:solidFill xmlns:a="http://schemas.openxmlformats.org/drawingml/2006/main">
            <a:srgbClr val="61C45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D2B859E-E26E-4F72-8F67-99B09B43C65E}"/>
              </a:ext>
            </a:extLst>
          </p:cNvPr>
          <p:cNvSpPr>
            <a:spLocks xmlns:a="http://schemas.openxmlformats.org/drawingml/2006/main" noGrp="1"/>
          </p:cNvSpPr>
          <p:nvPr/>
        </p:nvSpPr>
        <p:spPr>
          <a:xfrm xmlns:a="http://schemas.openxmlformats.org/drawingml/2006/main">
            <a:off x="6762750" y="1885950"/>
            <a:ext cx="4533900" cy="19050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16514D7-C8BF-4E82-99FD-1BCC11354858}"/>
              </a:ext>
            </a:extLst>
          </p:cNvPr>
          <p:cNvSpPr>
            <a:spLocks xmlns:a="http://schemas.openxmlformats.org/drawingml/2006/main" noGrp="1"/>
          </p:cNvSpPr>
          <p:nvPr/>
        </p:nvSpPr>
        <p:spPr>
          <a:xfrm xmlns:a="http://schemas.openxmlformats.org/drawingml/2006/main">
            <a:off x="6896100" y="1924050"/>
            <a:ext cx="42957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b="0" i="0">
                <a:solidFill>
                  <a:srgbClr val="69746D"/>
                </a:solidFill>
              </a:defRPr>
            </a:pPr>
            <a:r>
              <a:rPr sz="675" b="0" i="0">
                <a:solidFill>
                  <a:srgbClr val="69746D"/>
                </a:solidFill>
              </a:rPr>
              <a:t>localhost:5500/index.html</a:t>
            </a:r>
          </a:p>
        </p:txBody>
      </p:sp>
      <p:sp>
        <p:nvSpPr>
          <p:cNvPr id="28" name="">
            <a:extLst xmlns:a="http://schemas.openxmlformats.org/drawingml/2006/main">
              <a:ext uri="{FF2B5EF4-FFF2-40B4-BE49-F238E27FC236}">
                <a16:creationId xmlns:a16="http://schemas.microsoft.com/office/drawing/2014/main" id="{1A7A3396-06F4-4B9D-B123-6F2122936684}"/>
              </a:ext>
            </a:extLst>
          </p:cNvPr>
          <p:cNvSpPr>
            <a:spLocks xmlns:a="http://schemas.openxmlformats.org/drawingml/2006/main" noGrp="1"/>
          </p:cNvSpPr>
          <p:nvPr/>
        </p:nvSpPr>
        <p:spPr>
          <a:xfrm xmlns:a="http://schemas.openxmlformats.org/drawingml/2006/main">
            <a:off x="6305550" y="2609850"/>
            <a:ext cx="487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000000"/>
                </a:solidFill>
              </a:defRPr>
            </a:pPr>
            <a:r>
              <a:rPr sz="1800" b="1" i="0">
                <a:solidFill>
                  <a:srgbClr val="000000"/>
                </a:solidFill>
              </a:rPr>
              <a:t>Traditional Governments Database &amp; Explorer</a:t>
            </a:r>
          </a:p>
        </p:txBody>
      </p:sp>
      <p:sp>
        <p:nvSpPr>
          <p:cNvPr id="29" name="">
            <a:extLst xmlns:a="http://schemas.openxmlformats.org/drawingml/2006/main">
              <a:ext uri="{FF2B5EF4-FFF2-40B4-BE49-F238E27FC236}">
                <a16:creationId xmlns:a16="http://schemas.microsoft.com/office/drawing/2014/main" id="{CFFAA085-263D-4296-A8FC-7DC0B2959440}"/>
              </a:ext>
            </a:extLst>
          </p:cNvPr>
          <p:cNvSpPr>
            <a:spLocks xmlns:a="http://schemas.openxmlformats.org/drawingml/2006/main" noGrp="1"/>
          </p:cNvSpPr>
          <p:nvPr/>
        </p:nvSpPr>
        <p:spPr>
          <a:xfrm xmlns:a="http://schemas.openxmlformats.org/drawingml/2006/main">
            <a:off x="6305550" y="3086100"/>
            <a:ext cx="4876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333333"/>
                </a:solidFill>
              </a:defRPr>
            </a:pPr>
            <a:r>
              <a:rPr sz="1200" b="0" i="0">
                <a:solidFill>
                  <a:srgbClr val="333333"/>
                </a:solidFill>
              </a:rPr>
              <a:t>A blank semantic canvas</a:t>
            </a:r>
          </a:p>
        </p:txBody>
      </p:sp>
      <p:sp>
        <p:nvSpPr>
          <p:cNvPr id="30" name="">
            <a:extLst xmlns:a="http://schemas.openxmlformats.org/drawingml/2006/main">
              <a:ext uri="{FF2B5EF4-FFF2-40B4-BE49-F238E27FC236}">
                <a16:creationId xmlns:a16="http://schemas.microsoft.com/office/drawing/2014/main" id="{A42A22FA-55D5-4252-8EEB-81F63B1E3677}"/>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01555620"/>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1" name="top-accent">
            <a:extLst xmlns:a="http://schemas.openxmlformats.org/drawingml/2006/main">
              <a:ext uri="{FF2B5EF4-FFF2-40B4-BE49-F238E27FC236}">
                <a16:creationId xmlns:a16="http://schemas.microsoft.com/office/drawing/2014/main" id="{E8A7247E-04B0-4799-9D46-E49BC0A8CBE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4B499D33-8B76-4B4E-9717-488133616AA8}"/>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1 · HTML</a:t>
            </a:r>
          </a:p>
        </p:txBody>
      </p:sp>
      <p:sp>
        <p:nvSpPr>
          <p:cNvPr id="3" name="slide-number">
            <a:extLst xmlns:a="http://schemas.openxmlformats.org/drawingml/2006/main">
              <a:ext uri="{FF2B5EF4-FFF2-40B4-BE49-F238E27FC236}">
                <a16:creationId xmlns:a16="http://schemas.microsoft.com/office/drawing/2014/main" id="{A57FF076-A7C3-4762-82EA-8985045ED22B}"/>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07</a:t>
            </a:r>
          </a:p>
        </p:txBody>
      </p:sp>
      <p:sp>
        <p:nvSpPr>
          <p:cNvPr id="4" name="slide-title">
            <a:extLst xmlns:a="http://schemas.openxmlformats.org/drawingml/2006/main">
              <a:ext uri="{FF2B5EF4-FFF2-40B4-BE49-F238E27FC236}">
                <a16:creationId xmlns:a16="http://schemas.microsoft.com/office/drawing/2014/main" id="{ED841BF7-E33A-4E06-B208-442632AB05E6}"/>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Add the project message and first user actions</a:t>
            </a:r>
          </a:p>
        </p:txBody>
      </p:sp>
      <p:sp>
        <p:nvSpPr>
          <p:cNvPr id="5" name="slide-subtitle">
            <a:extLst xmlns:a="http://schemas.openxmlformats.org/drawingml/2006/main">
              <a:ext uri="{FF2B5EF4-FFF2-40B4-BE49-F238E27FC236}">
                <a16:creationId xmlns:a16="http://schemas.microsoft.com/office/drawing/2014/main" id="{3A7B23A2-2ED7-4ECD-8F86-7E8D8DA4B8ED}"/>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hero establishes purpose and gives users two clear routes into the dataset.</a:t>
            </a:r>
          </a:p>
        </p:txBody>
      </p:sp>
      <p:sp>
        <p:nvSpPr>
          <p:cNvPr id="6" name="dev-code-panel">
            <a:extLst xmlns:a="http://schemas.openxmlformats.org/drawingml/2006/main">
              <a:ext uri="{FF2B5EF4-FFF2-40B4-BE49-F238E27FC236}">
                <a16:creationId xmlns:a16="http://schemas.microsoft.com/office/drawing/2014/main" id="{439240C6-5629-4940-99A1-16050142DC07}"/>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A5099557-7227-4C22-94C5-43845898E55C}"/>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C6ECE32-7C0D-499A-AC7C-1FE168B86D4B}"/>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index.html · lines 52–66</a:t>
            </a:r>
          </a:p>
        </p:txBody>
      </p:sp>
      <p:sp>
        <p:nvSpPr>
          <p:cNvPr id="9" name="">
            <a:extLst xmlns:a="http://schemas.openxmlformats.org/drawingml/2006/main">
              <a:ext uri="{FF2B5EF4-FFF2-40B4-BE49-F238E27FC236}">
                <a16:creationId xmlns:a16="http://schemas.microsoft.com/office/drawing/2014/main" id="{82928C68-816C-4C6C-94F9-3B4231C6F677}"/>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01  &lt;section class="home-hero"&gt;</a:t>
            </a:r>
          </a:p>
        </p:txBody>
      </p:sp>
      <p:sp>
        <p:nvSpPr>
          <p:cNvPr id="10" name="">
            <a:extLst xmlns:a="http://schemas.openxmlformats.org/drawingml/2006/main">
              <a:ext uri="{FF2B5EF4-FFF2-40B4-BE49-F238E27FC236}">
                <a16:creationId xmlns:a16="http://schemas.microsoft.com/office/drawing/2014/main" id="{9116B82B-F893-4BE4-BA63-0ED1B459DF48}"/>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02    &lt;div class="home-hero-content"&gt;</a:t>
            </a:r>
          </a:p>
        </p:txBody>
      </p:sp>
      <p:sp>
        <p:nvSpPr>
          <p:cNvPr id="11" name="">
            <a:extLst xmlns:a="http://schemas.openxmlformats.org/drawingml/2006/main">
              <a:ext uri="{FF2B5EF4-FFF2-40B4-BE49-F238E27FC236}">
                <a16:creationId xmlns:a16="http://schemas.microsoft.com/office/drawing/2014/main" id="{1267A84A-1A83-4200-85E6-97137EA2F7BB}"/>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03      &lt;h1&gt;</a:t>
            </a:r>
          </a:p>
        </p:txBody>
      </p:sp>
      <p:sp>
        <p:nvSpPr>
          <p:cNvPr id="12" name="">
            <a:extLst xmlns:a="http://schemas.openxmlformats.org/drawingml/2006/main">
              <a:ext uri="{FF2B5EF4-FFF2-40B4-BE49-F238E27FC236}">
                <a16:creationId xmlns:a16="http://schemas.microsoft.com/office/drawing/2014/main" id="{708C5D12-A0EC-4250-8689-B01228F92634}"/>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04        &lt;span&gt;Explore Traditional&lt;/span&gt;</a:t>
            </a:r>
          </a:p>
        </p:txBody>
      </p:sp>
      <p:sp>
        <p:nvSpPr>
          <p:cNvPr id="13" name="">
            <a:extLst xmlns:a="http://schemas.openxmlformats.org/drawingml/2006/main">
              <a:ext uri="{FF2B5EF4-FFF2-40B4-BE49-F238E27FC236}">
                <a16:creationId xmlns:a16="http://schemas.microsoft.com/office/drawing/2014/main" id="{B790FF3B-4DFA-4691-BE4C-7AD454D5E09B}"/>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05        &lt;span&gt;Governments Around the World&lt;/span&gt;</a:t>
            </a:r>
          </a:p>
        </p:txBody>
      </p:sp>
      <p:sp>
        <p:nvSpPr>
          <p:cNvPr id="14" name="">
            <a:extLst xmlns:a="http://schemas.openxmlformats.org/drawingml/2006/main">
              <a:ext uri="{FF2B5EF4-FFF2-40B4-BE49-F238E27FC236}">
                <a16:creationId xmlns:a16="http://schemas.microsoft.com/office/drawing/2014/main" id="{30288161-F7E1-41B8-B1EC-C219D4530158}"/>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06      &lt;/h1&gt;</a:t>
            </a:r>
          </a:p>
        </p:txBody>
      </p:sp>
      <p:sp>
        <p:nvSpPr>
          <p:cNvPr id="15" name="">
            <a:extLst xmlns:a="http://schemas.openxmlformats.org/drawingml/2006/main">
              <a:ext uri="{FF2B5EF4-FFF2-40B4-BE49-F238E27FC236}">
                <a16:creationId xmlns:a16="http://schemas.microsoft.com/office/drawing/2014/main" id="{22F9BAF7-98C4-48CA-9326-CAA136F57027}"/>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07      &lt;p&gt;A comprehensive database…&lt;/p&gt;</a:t>
            </a:r>
          </a:p>
        </p:txBody>
      </p:sp>
      <p:sp>
        <p:nvSpPr>
          <p:cNvPr id="16" name="">
            <a:extLst xmlns:a="http://schemas.openxmlformats.org/drawingml/2006/main">
              <a:ext uri="{FF2B5EF4-FFF2-40B4-BE49-F238E27FC236}">
                <a16:creationId xmlns:a16="http://schemas.microsoft.com/office/drawing/2014/main" id="{7F76A26A-B502-4DE1-97A1-19C24B7009C5}"/>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08      &lt;a href="groups.html"&gt;Explore Groups&lt;/a&gt;</a:t>
            </a:r>
          </a:p>
        </p:txBody>
      </p:sp>
      <p:sp>
        <p:nvSpPr>
          <p:cNvPr id="17" name="">
            <a:extLst xmlns:a="http://schemas.openxmlformats.org/drawingml/2006/main">
              <a:ext uri="{FF2B5EF4-FFF2-40B4-BE49-F238E27FC236}">
                <a16:creationId xmlns:a16="http://schemas.microsoft.com/office/drawing/2014/main" id="{CC7FD8EF-0E6E-44B3-A6FC-B909CB51848D}"/>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09      &lt;a href="#distribution-map"&gt;View Map&lt;/a&gt;</a:t>
            </a:r>
          </a:p>
        </p:txBody>
      </p:sp>
      <p:sp>
        <p:nvSpPr>
          <p:cNvPr id="18" name="">
            <a:extLst xmlns:a="http://schemas.openxmlformats.org/drawingml/2006/main">
              <a:ext uri="{FF2B5EF4-FFF2-40B4-BE49-F238E27FC236}">
                <a16:creationId xmlns:a16="http://schemas.microsoft.com/office/drawing/2014/main" id="{D2403413-2181-497D-9C74-4E1A148E8236}"/>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10    &lt;/div&gt;</a:t>
            </a:r>
          </a:p>
        </p:txBody>
      </p:sp>
      <p:sp>
        <p:nvSpPr>
          <p:cNvPr id="19" name="">
            <a:extLst xmlns:a="http://schemas.openxmlformats.org/drawingml/2006/main">
              <a:ext uri="{FF2B5EF4-FFF2-40B4-BE49-F238E27FC236}">
                <a16:creationId xmlns:a16="http://schemas.microsoft.com/office/drawing/2014/main" id="{0DD72971-0321-42C1-A3CA-167D93BF9A63}"/>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11  &lt;/section&gt;</a:t>
            </a:r>
          </a:p>
        </p:txBody>
      </p:sp>
      <p:sp>
        <p:nvSpPr>
          <p:cNvPr id="20" name="dev-browser-frame">
            <a:extLst xmlns:a="http://schemas.openxmlformats.org/drawingml/2006/main">
              <a:ext uri="{FF2B5EF4-FFF2-40B4-BE49-F238E27FC236}">
                <a16:creationId xmlns:a16="http://schemas.microsoft.com/office/drawing/2014/main" id="{E2DC2887-736E-4F21-BFD0-2E2AA42990EC}"/>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C9D0CB"/>
            </a:solidFill>
            <a:prstDash val="solid"/>
          </a:ln>
        </p:spPr>
      </p:sp>
      <p:sp>
        <p:nvSpPr>
          <p:cNvPr id="21" name="">
            <a:extLst xmlns:a="http://schemas.openxmlformats.org/drawingml/2006/main">
              <a:ext uri="{FF2B5EF4-FFF2-40B4-BE49-F238E27FC236}">
                <a16:creationId xmlns:a16="http://schemas.microsoft.com/office/drawing/2014/main" id="{699FF7CE-A7B8-4649-99CB-3A4D64F5E778}"/>
              </a:ext>
            </a:extLst>
          </p:cNvPr>
          <p:cNvSpPr>
            <a:spLocks xmlns:a="http://schemas.openxmlformats.org/drawingml/2006/main" noGrp="1"/>
          </p:cNvSpPr>
          <p:nvPr/>
        </p:nvSpPr>
        <p:spPr>
          <a:xfrm xmlns:a="http://schemas.openxmlformats.org/drawingml/2006/main">
            <a:off x="5905500" y="1809750"/>
            <a:ext cx="5676900" cy="342900"/>
          </a:xfrm>
          <a:prstGeom xmlns:a="http://schemas.openxmlformats.org/drawingml/2006/main" prst="rect">
            <a:avLst/>
          </a:prstGeom>
          <a:solidFill xmlns:a="http://schemas.openxmlformats.org/drawingml/2006/main">
            <a:srgbClr val="EFF2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70D358B-E519-4227-9E18-54CFB0737A95}"/>
              </a:ext>
            </a:extLst>
          </p:cNvPr>
          <p:cNvSpPr>
            <a:spLocks xmlns:a="http://schemas.openxmlformats.org/drawingml/2006/main" noGrp="1"/>
          </p:cNvSpPr>
          <p:nvPr/>
        </p:nvSpPr>
        <p:spPr>
          <a:xfrm xmlns:a="http://schemas.openxmlformats.org/drawingml/2006/main">
            <a:off x="6038850" y="1924050"/>
            <a:ext cx="95250" cy="95250"/>
          </a:xfrm>
          <a:prstGeom xmlns:a="http://schemas.openxmlformats.org/drawingml/2006/main" prst="ellipse">
            <a:avLst/>
          </a:prstGeom>
          <a:solidFill xmlns:a="http://schemas.openxmlformats.org/drawingml/2006/main">
            <a:srgbClr val="ED6A5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648B47E-7219-4B11-B95D-7CE9B90DBA19}"/>
              </a:ext>
            </a:extLst>
          </p:cNvPr>
          <p:cNvSpPr>
            <a:spLocks xmlns:a="http://schemas.openxmlformats.org/drawingml/2006/main" noGrp="1"/>
          </p:cNvSpPr>
          <p:nvPr/>
        </p:nvSpPr>
        <p:spPr>
          <a:xfrm xmlns:a="http://schemas.openxmlformats.org/drawingml/2006/main">
            <a:off x="6229350" y="1924050"/>
            <a:ext cx="95250" cy="95250"/>
          </a:xfrm>
          <a:prstGeom xmlns:a="http://schemas.openxmlformats.org/drawingml/2006/main" prst="ellipse">
            <a:avLst/>
          </a:prstGeom>
          <a:solidFill xmlns:a="http://schemas.openxmlformats.org/drawingml/2006/main">
            <a:srgbClr val="F4BF4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E845E26-56BB-4A7D-ABF2-28140AEB5FA5}"/>
              </a:ext>
            </a:extLst>
          </p:cNvPr>
          <p:cNvSpPr>
            <a:spLocks xmlns:a="http://schemas.openxmlformats.org/drawingml/2006/main" noGrp="1"/>
          </p:cNvSpPr>
          <p:nvPr/>
        </p:nvSpPr>
        <p:spPr>
          <a:xfrm xmlns:a="http://schemas.openxmlformats.org/drawingml/2006/main">
            <a:off x="6419850" y="1924050"/>
            <a:ext cx="95250" cy="95250"/>
          </a:xfrm>
          <a:prstGeom xmlns:a="http://schemas.openxmlformats.org/drawingml/2006/main" prst="ellipse">
            <a:avLst/>
          </a:prstGeom>
          <a:solidFill xmlns:a="http://schemas.openxmlformats.org/drawingml/2006/main">
            <a:srgbClr val="61C45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387AD53-F9EA-4032-A3C7-4C9EC5961582}"/>
              </a:ext>
            </a:extLst>
          </p:cNvPr>
          <p:cNvSpPr>
            <a:spLocks xmlns:a="http://schemas.openxmlformats.org/drawingml/2006/main" noGrp="1"/>
          </p:cNvSpPr>
          <p:nvPr/>
        </p:nvSpPr>
        <p:spPr>
          <a:xfrm xmlns:a="http://schemas.openxmlformats.org/drawingml/2006/main">
            <a:off x="6762750" y="1885950"/>
            <a:ext cx="4533900" cy="19050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5FAA36D-A7A3-4692-B91B-4D7AB69C3FD8}"/>
              </a:ext>
            </a:extLst>
          </p:cNvPr>
          <p:cNvSpPr>
            <a:spLocks xmlns:a="http://schemas.openxmlformats.org/drawingml/2006/main" noGrp="1"/>
          </p:cNvSpPr>
          <p:nvPr/>
        </p:nvSpPr>
        <p:spPr>
          <a:xfrm xmlns:a="http://schemas.openxmlformats.org/drawingml/2006/main">
            <a:off x="6896100" y="1924050"/>
            <a:ext cx="42957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b="0" i="0">
                <a:solidFill>
                  <a:srgbClr val="69746D"/>
                </a:solidFill>
              </a:defRPr>
            </a:pPr>
            <a:r>
              <a:rPr sz="675" b="0" i="0">
                <a:solidFill>
                  <a:srgbClr val="69746D"/>
                </a:solidFill>
              </a:rPr>
              <a:t>localhost:5500/index.html</a:t>
            </a:r>
          </a:p>
        </p:txBody>
      </p:sp>
      <p:sp>
        <p:nvSpPr>
          <p:cNvPr id="27" name="">
            <a:extLst xmlns:a="http://schemas.openxmlformats.org/drawingml/2006/main">
              <a:ext uri="{FF2B5EF4-FFF2-40B4-BE49-F238E27FC236}">
                <a16:creationId xmlns:a16="http://schemas.microsoft.com/office/drawing/2014/main" id="{23BF058E-3709-4D7D-A6E1-294FC59F0895}"/>
              </a:ext>
            </a:extLst>
          </p:cNvPr>
          <p:cNvSpPr>
            <a:spLocks xmlns:a="http://schemas.openxmlformats.org/drawingml/2006/main" noGrp="1"/>
          </p:cNvSpPr>
          <p:nvPr/>
        </p:nvSpPr>
        <p:spPr>
          <a:xfrm xmlns:a="http://schemas.openxmlformats.org/drawingml/2006/main">
            <a:off x="6267450" y="255270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000000"/>
                </a:solidFill>
              </a:defRPr>
            </a:pPr>
            <a:r>
              <a:rPr sz="2250" b="1" i="0">
                <a:solidFill>
                  <a:srgbClr val="000000"/>
                </a:solidFill>
              </a:rPr>
              <a:t>Explore Traditional Governments Around the World</a:t>
            </a:r>
          </a:p>
        </p:txBody>
      </p:sp>
      <p:sp>
        <p:nvSpPr>
          <p:cNvPr id="28" name="">
            <a:extLst xmlns:a="http://schemas.openxmlformats.org/drawingml/2006/main">
              <a:ext uri="{FF2B5EF4-FFF2-40B4-BE49-F238E27FC236}">
                <a16:creationId xmlns:a16="http://schemas.microsoft.com/office/drawing/2014/main" id="{6656BC77-ECE5-4550-B12E-3FC9EFF6FFDF}"/>
              </a:ext>
            </a:extLst>
          </p:cNvPr>
          <p:cNvSpPr>
            <a:spLocks xmlns:a="http://schemas.openxmlformats.org/drawingml/2006/main" noGrp="1"/>
          </p:cNvSpPr>
          <p:nvPr/>
        </p:nvSpPr>
        <p:spPr>
          <a:xfrm xmlns:a="http://schemas.openxmlformats.org/drawingml/2006/main">
            <a:off x="6267450" y="34480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222222"/>
                </a:solidFill>
              </a:defRPr>
            </a:pPr>
            <a:r>
              <a:rPr sz="1275" b="0" i="0">
                <a:solidFill>
                  <a:srgbClr val="222222"/>
                </a:solidFill>
              </a:rPr>
              <a:t>A comprehensive database of traditional communities and their governance systems.</a:t>
            </a:r>
          </a:p>
        </p:txBody>
      </p:sp>
      <p:sp>
        <p:nvSpPr>
          <p:cNvPr id="29" name="">
            <a:extLst xmlns:a="http://schemas.openxmlformats.org/drawingml/2006/main">
              <a:ext uri="{FF2B5EF4-FFF2-40B4-BE49-F238E27FC236}">
                <a16:creationId xmlns:a16="http://schemas.microsoft.com/office/drawing/2014/main" id="{B0A6B66A-A2C5-4F2E-BA6D-A580775DC8CA}"/>
              </a:ext>
            </a:extLst>
          </p:cNvPr>
          <p:cNvSpPr>
            <a:spLocks xmlns:a="http://schemas.openxmlformats.org/drawingml/2006/main" noGrp="1"/>
          </p:cNvSpPr>
          <p:nvPr/>
        </p:nvSpPr>
        <p:spPr>
          <a:xfrm xmlns:a="http://schemas.openxmlformats.org/drawingml/2006/main">
            <a:off x="6267450" y="4152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0000EE"/>
                </a:solidFill>
              </a:defRPr>
            </a:pPr>
            <a:r>
              <a:rPr sz="1275" b="0" i="0">
                <a:solidFill>
                  <a:srgbClr val="0000EE"/>
                </a:solidFill>
              </a:rPr>
              <a:t>Explore Groups     View Map</a:t>
            </a:r>
          </a:p>
        </p:txBody>
      </p:sp>
      <p:sp>
        <p:nvSpPr>
          <p:cNvPr id="30" name="">
            <a:extLst xmlns:a="http://schemas.openxmlformats.org/drawingml/2006/main">
              <a:ext uri="{FF2B5EF4-FFF2-40B4-BE49-F238E27FC236}">
                <a16:creationId xmlns:a16="http://schemas.microsoft.com/office/drawing/2014/main" id="{E153C7E7-2C43-4352-A2D7-0847432BBA74}"/>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466785389"/>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3" name="top-accent">
            <a:extLst xmlns:a="http://schemas.openxmlformats.org/drawingml/2006/main">
              <a:ext uri="{FF2B5EF4-FFF2-40B4-BE49-F238E27FC236}">
                <a16:creationId xmlns:a16="http://schemas.microsoft.com/office/drawing/2014/main" id="{25698429-83E6-4753-87DE-789706A2AEA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02B60F45-F194-47EE-8887-B6BA6C0B03C7}"/>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1 · HTML</a:t>
            </a:r>
          </a:p>
        </p:txBody>
      </p:sp>
      <p:sp>
        <p:nvSpPr>
          <p:cNvPr id="3" name="slide-number">
            <a:extLst xmlns:a="http://schemas.openxmlformats.org/drawingml/2006/main">
              <a:ext uri="{FF2B5EF4-FFF2-40B4-BE49-F238E27FC236}">
                <a16:creationId xmlns:a16="http://schemas.microsoft.com/office/drawing/2014/main" id="{F0810BCE-DDB5-4F76-B2FC-F4364C2B4023}"/>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08</a:t>
            </a:r>
          </a:p>
        </p:txBody>
      </p:sp>
      <p:sp>
        <p:nvSpPr>
          <p:cNvPr id="4" name="slide-title">
            <a:extLst xmlns:a="http://schemas.openxmlformats.org/drawingml/2006/main">
              <a:ext uri="{FF2B5EF4-FFF2-40B4-BE49-F238E27FC236}">
                <a16:creationId xmlns:a16="http://schemas.microsoft.com/office/drawing/2014/main" id="{3E5E44E3-D9E9-4582-A7FB-E0FB45608344}"/>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Build a reusable navigation shell</a:t>
            </a:r>
          </a:p>
        </p:txBody>
      </p:sp>
      <p:sp>
        <p:nvSpPr>
          <p:cNvPr id="5" name="slide-subtitle">
            <a:extLst xmlns:a="http://schemas.openxmlformats.org/drawingml/2006/main">
              <a:ext uri="{FF2B5EF4-FFF2-40B4-BE49-F238E27FC236}">
                <a16:creationId xmlns:a16="http://schemas.microsoft.com/office/drawing/2014/main" id="{032588E5-CFEA-4A8B-AFFF-BE5C2DAD3216}"/>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One shared navigation model connects every project page and preserves language and theme controls.</a:t>
            </a:r>
          </a:p>
        </p:txBody>
      </p:sp>
      <p:sp>
        <p:nvSpPr>
          <p:cNvPr id="6" name="dev-code-panel">
            <a:extLst xmlns:a="http://schemas.openxmlformats.org/drawingml/2006/main">
              <a:ext uri="{FF2B5EF4-FFF2-40B4-BE49-F238E27FC236}">
                <a16:creationId xmlns:a16="http://schemas.microsoft.com/office/drawing/2014/main" id="{2EC2033F-0E57-46FD-9175-902AFF9FEC0F}"/>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64F75C60-65BB-489F-AFCC-DDA5564D26B5}"/>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1F8544D-A404-48BA-930B-453F875F5F47}"/>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index.html · lines 18–47</a:t>
            </a:r>
          </a:p>
        </p:txBody>
      </p:sp>
      <p:sp>
        <p:nvSpPr>
          <p:cNvPr id="9" name="">
            <a:extLst xmlns:a="http://schemas.openxmlformats.org/drawingml/2006/main">
              <a:ext uri="{FF2B5EF4-FFF2-40B4-BE49-F238E27FC236}">
                <a16:creationId xmlns:a16="http://schemas.microsoft.com/office/drawing/2014/main" id="{871E66E6-FDA9-4BDC-B10E-DE383CA54957}"/>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01  &lt;header class="site-header"&gt;</a:t>
            </a:r>
          </a:p>
        </p:txBody>
      </p:sp>
      <p:sp>
        <p:nvSpPr>
          <p:cNvPr id="10" name="">
            <a:extLst xmlns:a="http://schemas.openxmlformats.org/drawingml/2006/main">
              <a:ext uri="{FF2B5EF4-FFF2-40B4-BE49-F238E27FC236}">
                <a16:creationId xmlns:a16="http://schemas.microsoft.com/office/drawing/2014/main" id="{18292F81-E327-4C73-A8F6-1EB54BA6C9B0}"/>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02    &lt;a class="brand" href="index.html"&gt;…&lt;/a&gt;</a:t>
            </a:r>
          </a:p>
        </p:txBody>
      </p:sp>
      <p:sp>
        <p:nvSpPr>
          <p:cNvPr id="11" name="">
            <a:extLst xmlns:a="http://schemas.openxmlformats.org/drawingml/2006/main">
              <a:ext uri="{FF2B5EF4-FFF2-40B4-BE49-F238E27FC236}">
                <a16:creationId xmlns:a16="http://schemas.microsoft.com/office/drawing/2014/main" id="{D4CB0076-4565-4F14-B497-5C66C891A991}"/>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03    &lt;button id="navToggle"&gt;…&lt;/button&gt;</a:t>
            </a:r>
          </a:p>
        </p:txBody>
      </p:sp>
      <p:sp>
        <p:nvSpPr>
          <p:cNvPr id="12" name="">
            <a:extLst xmlns:a="http://schemas.openxmlformats.org/drawingml/2006/main">
              <a:ext uri="{FF2B5EF4-FFF2-40B4-BE49-F238E27FC236}">
                <a16:creationId xmlns:a16="http://schemas.microsoft.com/office/drawing/2014/main" id="{7F94BD48-1FC7-4460-AA4F-203CE16F3DD3}"/>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04    &lt;nav aria-label="Primary navigation"&gt;</a:t>
            </a:r>
          </a:p>
        </p:txBody>
      </p:sp>
      <p:sp>
        <p:nvSpPr>
          <p:cNvPr id="13" name="">
            <a:extLst xmlns:a="http://schemas.openxmlformats.org/drawingml/2006/main">
              <a:ext uri="{FF2B5EF4-FFF2-40B4-BE49-F238E27FC236}">
                <a16:creationId xmlns:a16="http://schemas.microsoft.com/office/drawing/2014/main" id="{242C37A9-775A-4CFB-8CDE-32EC5F0103B0}"/>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05      &lt;a href="index.html"&gt;Home&lt;/a&gt;</a:t>
            </a:r>
          </a:p>
        </p:txBody>
      </p:sp>
      <p:sp>
        <p:nvSpPr>
          <p:cNvPr id="14" name="">
            <a:extLst xmlns:a="http://schemas.openxmlformats.org/drawingml/2006/main">
              <a:ext uri="{FF2B5EF4-FFF2-40B4-BE49-F238E27FC236}">
                <a16:creationId xmlns:a16="http://schemas.microsoft.com/office/drawing/2014/main" id="{2A523AC8-7130-46C6-953F-63DA7A322244}"/>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06      &lt;a href="groups.html"&gt;Groups&lt;/a&gt;</a:t>
            </a:r>
          </a:p>
        </p:txBody>
      </p:sp>
      <p:sp>
        <p:nvSpPr>
          <p:cNvPr id="15" name="">
            <a:extLst xmlns:a="http://schemas.openxmlformats.org/drawingml/2006/main">
              <a:ext uri="{FF2B5EF4-FFF2-40B4-BE49-F238E27FC236}">
                <a16:creationId xmlns:a16="http://schemas.microsoft.com/office/drawing/2014/main" id="{60E7E817-311C-4229-BF79-517B91166E32}"/>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07      &lt;a href="statistics.html"&gt;Statistics&lt;/a&gt;</a:t>
            </a:r>
          </a:p>
        </p:txBody>
      </p:sp>
      <p:sp>
        <p:nvSpPr>
          <p:cNvPr id="16" name="">
            <a:extLst xmlns:a="http://schemas.openxmlformats.org/drawingml/2006/main">
              <a:ext uri="{FF2B5EF4-FFF2-40B4-BE49-F238E27FC236}">
                <a16:creationId xmlns:a16="http://schemas.microsoft.com/office/drawing/2014/main" id="{5D354CA8-BB2D-4B84-9934-5DE3927607DD}"/>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08      &lt;a href="comparison.html"&gt;Comparison&lt;/a&gt;</a:t>
            </a:r>
          </a:p>
        </p:txBody>
      </p:sp>
      <p:sp>
        <p:nvSpPr>
          <p:cNvPr id="17" name="">
            <a:extLst xmlns:a="http://schemas.openxmlformats.org/drawingml/2006/main">
              <a:ext uri="{FF2B5EF4-FFF2-40B4-BE49-F238E27FC236}">
                <a16:creationId xmlns:a16="http://schemas.microsoft.com/office/drawing/2014/main" id="{1A0F9E03-23C5-43A2-88B1-547EF34DB262}"/>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09    &lt;/nav&gt;</a:t>
            </a:r>
          </a:p>
        </p:txBody>
      </p:sp>
      <p:sp>
        <p:nvSpPr>
          <p:cNvPr id="18" name="">
            <a:extLst xmlns:a="http://schemas.openxmlformats.org/drawingml/2006/main">
              <a:ext uri="{FF2B5EF4-FFF2-40B4-BE49-F238E27FC236}">
                <a16:creationId xmlns:a16="http://schemas.microsoft.com/office/drawing/2014/main" id="{28BEC9FA-2888-4496-9965-E4D074C7D56D}"/>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10    &lt;button id="languageSwitch"&gt;…&lt;/button&gt;</a:t>
            </a:r>
          </a:p>
        </p:txBody>
      </p:sp>
      <p:sp>
        <p:nvSpPr>
          <p:cNvPr id="19" name="">
            <a:extLst xmlns:a="http://schemas.openxmlformats.org/drawingml/2006/main">
              <a:ext uri="{FF2B5EF4-FFF2-40B4-BE49-F238E27FC236}">
                <a16:creationId xmlns:a16="http://schemas.microsoft.com/office/drawing/2014/main" id="{E6B39658-8D83-4BAD-8058-F25AA839F203}"/>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11    &lt;button id="themeSwitch"&gt;…&lt;/button&gt;</a:t>
            </a:r>
          </a:p>
        </p:txBody>
      </p:sp>
      <p:sp>
        <p:nvSpPr>
          <p:cNvPr id="20" name="">
            <a:extLst xmlns:a="http://schemas.openxmlformats.org/drawingml/2006/main">
              <a:ext uri="{FF2B5EF4-FFF2-40B4-BE49-F238E27FC236}">
                <a16:creationId xmlns:a16="http://schemas.microsoft.com/office/drawing/2014/main" id="{92755487-BDCE-4150-B50E-1ECF034FAB03}"/>
              </a:ext>
            </a:extLst>
          </p:cNvPr>
          <p:cNvSpPr>
            <a:spLocks xmlns:a="http://schemas.openxmlformats.org/drawingml/2006/main" noGrp="1"/>
          </p:cNvSpPr>
          <p:nvPr/>
        </p:nvSpPr>
        <p:spPr>
          <a:xfrm xmlns:a="http://schemas.openxmlformats.org/drawingml/2006/main">
            <a:off x="781050" y="50863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12  &lt;/header&gt;</a:t>
            </a:r>
          </a:p>
        </p:txBody>
      </p:sp>
      <p:sp>
        <p:nvSpPr>
          <p:cNvPr id="21" name="dev-browser-frame">
            <a:extLst xmlns:a="http://schemas.openxmlformats.org/drawingml/2006/main">
              <a:ext uri="{FF2B5EF4-FFF2-40B4-BE49-F238E27FC236}">
                <a16:creationId xmlns:a16="http://schemas.microsoft.com/office/drawing/2014/main" id="{BB477571-50DF-41AB-9195-0E779DAB7D9A}"/>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C9D0CB"/>
            </a:solidFill>
            <a:prstDash val="solid"/>
          </a:ln>
        </p:spPr>
      </p:sp>
      <p:sp>
        <p:nvSpPr>
          <p:cNvPr id="22" name="">
            <a:extLst xmlns:a="http://schemas.openxmlformats.org/drawingml/2006/main">
              <a:ext uri="{FF2B5EF4-FFF2-40B4-BE49-F238E27FC236}">
                <a16:creationId xmlns:a16="http://schemas.microsoft.com/office/drawing/2014/main" id="{52A0367A-133C-4701-818F-4270D9A6161D}"/>
              </a:ext>
            </a:extLst>
          </p:cNvPr>
          <p:cNvSpPr>
            <a:spLocks xmlns:a="http://schemas.openxmlformats.org/drawingml/2006/main" noGrp="1"/>
          </p:cNvSpPr>
          <p:nvPr/>
        </p:nvSpPr>
        <p:spPr>
          <a:xfrm xmlns:a="http://schemas.openxmlformats.org/drawingml/2006/main">
            <a:off x="5905500" y="1809750"/>
            <a:ext cx="5676900" cy="342900"/>
          </a:xfrm>
          <a:prstGeom xmlns:a="http://schemas.openxmlformats.org/drawingml/2006/main" prst="rect">
            <a:avLst/>
          </a:prstGeom>
          <a:solidFill xmlns:a="http://schemas.openxmlformats.org/drawingml/2006/main">
            <a:srgbClr val="EFF2E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17E32A3-1094-4899-92BB-875A6DB01D85}"/>
              </a:ext>
            </a:extLst>
          </p:cNvPr>
          <p:cNvSpPr>
            <a:spLocks xmlns:a="http://schemas.openxmlformats.org/drawingml/2006/main" noGrp="1"/>
          </p:cNvSpPr>
          <p:nvPr/>
        </p:nvSpPr>
        <p:spPr>
          <a:xfrm xmlns:a="http://schemas.openxmlformats.org/drawingml/2006/main">
            <a:off x="6038850" y="1924050"/>
            <a:ext cx="95250" cy="95250"/>
          </a:xfrm>
          <a:prstGeom xmlns:a="http://schemas.openxmlformats.org/drawingml/2006/main" prst="ellipse">
            <a:avLst/>
          </a:prstGeom>
          <a:solidFill xmlns:a="http://schemas.openxmlformats.org/drawingml/2006/main">
            <a:srgbClr val="ED6A5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A6315B3-93B4-41F8-952B-F52A82FADB80}"/>
              </a:ext>
            </a:extLst>
          </p:cNvPr>
          <p:cNvSpPr>
            <a:spLocks xmlns:a="http://schemas.openxmlformats.org/drawingml/2006/main" noGrp="1"/>
          </p:cNvSpPr>
          <p:nvPr/>
        </p:nvSpPr>
        <p:spPr>
          <a:xfrm xmlns:a="http://schemas.openxmlformats.org/drawingml/2006/main">
            <a:off x="6229350" y="1924050"/>
            <a:ext cx="95250" cy="95250"/>
          </a:xfrm>
          <a:prstGeom xmlns:a="http://schemas.openxmlformats.org/drawingml/2006/main" prst="ellipse">
            <a:avLst/>
          </a:prstGeom>
          <a:solidFill xmlns:a="http://schemas.openxmlformats.org/drawingml/2006/main">
            <a:srgbClr val="F4BF4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61BA427-9FB7-40EF-8FB0-B5F0D49C66D4}"/>
              </a:ext>
            </a:extLst>
          </p:cNvPr>
          <p:cNvSpPr>
            <a:spLocks xmlns:a="http://schemas.openxmlformats.org/drawingml/2006/main" noGrp="1"/>
          </p:cNvSpPr>
          <p:nvPr/>
        </p:nvSpPr>
        <p:spPr>
          <a:xfrm xmlns:a="http://schemas.openxmlformats.org/drawingml/2006/main">
            <a:off x="6419850" y="1924050"/>
            <a:ext cx="95250" cy="95250"/>
          </a:xfrm>
          <a:prstGeom xmlns:a="http://schemas.openxmlformats.org/drawingml/2006/main" prst="ellipse">
            <a:avLst/>
          </a:prstGeom>
          <a:solidFill xmlns:a="http://schemas.openxmlformats.org/drawingml/2006/main">
            <a:srgbClr val="61C45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074655B-7C64-45AB-9F65-B541EAA8D190}"/>
              </a:ext>
            </a:extLst>
          </p:cNvPr>
          <p:cNvSpPr>
            <a:spLocks xmlns:a="http://schemas.openxmlformats.org/drawingml/2006/main" noGrp="1"/>
          </p:cNvSpPr>
          <p:nvPr/>
        </p:nvSpPr>
        <p:spPr>
          <a:xfrm xmlns:a="http://schemas.openxmlformats.org/drawingml/2006/main">
            <a:off x="6762750" y="1885950"/>
            <a:ext cx="4533900" cy="19050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1FA9671-EABC-4E27-8D26-3EE189493900}"/>
              </a:ext>
            </a:extLst>
          </p:cNvPr>
          <p:cNvSpPr>
            <a:spLocks xmlns:a="http://schemas.openxmlformats.org/drawingml/2006/main" noGrp="1"/>
          </p:cNvSpPr>
          <p:nvPr/>
        </p:nvSpPr>
        <p:spPr>
          <a:xfrm xmlns:a="http://schemas.openxmlformats.org/drawingml/2006/main">
            <a:off x="6896100" y="1924050"/>
            <a:ext cx="42957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b="0" i="0">
                <a:solidFill>
                  <a:srgbClr val="69746D"/>
                </a:solidFill>
              </a:defRPr>
            </a:pPr>
            <a:r>
              <a:rPr sz="675" b="0" i="0">
                <a:solidFill>
                  <a:srgbClr val="69746D"/>
                </a:solidFill>
              </a:rPr>
              <a:t>localhost:5500/index.html</a:t>
            </a:r>
          </a:p>
        </p:txBody>
      </p:sp>
      <p:sp>
        <p:nvSpPr>
          <p:cNvPr id="28" name="">
            <a:extLst xmlns:a="http://schemas.openxmlformats.org/drawingml/2006/main">
              <a:ext uri="{FF2B5EF4-FFF2-40B4-BE49-F238E27FC236}">
                <a16:creationId xmlns:a16="http://schemas.microsoft.com/office/drawing/2014/main" id="{8CAAC47D-8797-490E-B605-7FC4A6969BD2}"/>
              </a:ext>
            </a:extLst>
          </p:cNvPr>
          <p:cNvSpPr>
            <a:spLocks xmlns:a="http://schemas.openxmlformats.org/drawingml/2006/main" noGrp="1"/>
          </p:cNvSpPr>
          <p:nvPr/>
        </p:nvSpPr>
        <p:spPr>
          <a:xfrm xmlns:a="http://schemas.openxmlformats.org/drawingml/2006/main">
            <a:off x="6153150" y="23812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000000"/>
                </a:solidFill>
              </a:defRPr>
            </a:pPr>
            <a:r>
              <a:rPr sz="1350" b="1" i="0">
                <a:solidFill>
                  <a:srgbClr val="000000"/>
                </a:solidFill>
              </a:rPr>
              <a:t>Traditional Governments</a:t>
            </a:r>
          </a:p>
        </p:txBody>
      </p:sp>
      <p:sp>
        <p:nvSpPr>
          <p:cNvPr id="29" name="">
            <a:extLst xmlns:a="http://schemas.openxmlformats.org/drawingml/2006/main">
              <a:ext uri="{FF2B5EF4-FFF2-40B4-BE49-F238E27FC236}">
                <a16:creationId xmlns:a16="http://schemas.microsoft.com/office/drawing/2014/main" id="{45A51822-7D30-4EDD-8159-FA1ABDDF5137}"/>
              </a:ext>
            </a:extLst>
          </p:cNvPr>
          <p:cNvSpPr>
            <a:spLocks xmlns:a="http://schemas.openxmlformats.org/drawingml/2006/main" noGrp="1"/>
          </p:cNvSpPr>
          <p:nvPr/>
        </p:nvSpPr>
        <p:spPr>
          <a:xfrm xmlns:a="http://schemas.openxmlformats.org/drawingml/2006/main">
            <a:off x="6153150" y="2800350"/>
            <a:ext cx="5181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0000EE"/>
                </a:solidFill>
              </a:defRPr>
            </a:pPr>
            <a:r>
              <a:rPr sz="1125" b="0" i="0">
                <a:solidFill>
                  <a:srgbClr val="0000EE"/>
                </a:solidFill>
              </a:rPr>
              <a:t>Home   Groups   Interactive Map   Statistics   Comparison   About   Contact</a:t>
            </a:r>
          </a:p>
        </p:txBody>
      </p:sp>
      <p:sp>
        <p:nvSpPr>
          <p:cNvPr id="30" name="">
            <a:extLst xmlns:a="http://schemas.openxmlformats.org/drawingml/2006/main">
              <a:ext uri="{FF2B5EF4-FFF2-40B4-BE49-F238E27FC236}">
                <a16:creationId xmlns:a16="http://schemas.microsoft.com/office/drawing/2014/main" id="{C43254AD-1925-4DC4-AD5C-5E48796747CF}"/>
              </a:ext>
            </a:extLst>
          </p:cNvPr>
          <p:cNvSpPr>
            <a:spLocks xmlns:a="http://schemas.openxmlformats.org/drawingml/2006/main" noGrp="1"/>
          </p:cNvSpPr>
          <p:nvPr/>
        </p:nvSpPr>
        <p:spPr>
          <a:xfrm xmlns:a="http://schemas.openxmlformats.org/drawingml/2006/main">
            <a:off x="6134100" y="3343275"/>
            <a:ext cx="5219700" cy="0"/>
          </a:xfrm>
          <a:prstGeom xmlns:a="http://schemas.openxmlformats.org/drawingml/2006/main" prst="line">
            <a:avLst/>
          </a:prstGeom>
          <a:noFill xmlns:a="http://schemas.openxmlformats.org/drawingml/2006/main"/>
          <a:ln xmlns:a="http://schemas.openxmlformats.org/drawingml/2006/main" w="9525">
            <a:solidFill>
              <a:srgbClr val="A0A0A0"/>
            </a:solidFill>
            <a:prstDash val="solid"/>
          </a:ln>
        </p:spPr>
      </p:sp>
      <p:sp>
        <p:nvSpPr>
          <p:cNvPr id="31" name="">
            <a:extLst xmlns:a="http://schemas.openxmlformats.org/drawingml/2006/main">
              <a:ext uri="{FF2B5EF4-FFF2-40B4-BE49-F238E27FC236}">
                <a16:creationId xmlns:a16="http://schemas.microsoft.com/office/drawing/2014/main" id="{4A23EBD3-E7F6-4962-978D-86B0CB01AB07}"/>
              </a:ext>
            </a:extLst>
          </p:cNvPr>
          <p:cNvSpPr>
            <a:spLocks xmlns:a="http://schemas.openxmlformats.org/drawingml/2006/main" noGrp="1"/>
          </p:cNvSpPr>
          <p:nvPr/>
        </p:nvSpPr>
        <p:spPr>
          <a:xfrm xmlns:a="http://schemas.openxmlformats.org/drawingml/2006/main">
            <a:off x="6191250" y="3676650"/>
            <a:ext cx="5105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i="0">
                <a:solidFill>
                  <a:srgbClr val="000000"/>
                </a:solidFill>
              </a:defRPr>
            </a:pPr>
            <a:r>
              <a:rPr sz="2025" b="1" i="0">
                <a:solidFill>
                  <a:srgbClr val="000000"/>
                </a:solidFill>
              </a:rPr>
              <a:t>Explore Traditional Governments Around the World</a:t>
            </a:r>
          </a:p>
        </p:txBody>
      </p:sp>
      <p:sp>
        <p:nvSpPr>
          <p:cNvPr id="32" name="">
            <a:extLst xmlns:a="http://schemas.openxmlformats.org/drawingml/2006/main">
              <a:ext uri="{FF2B5EF4-FFF2-40B4-BE49-F238E27FC236}">
                <a16:creationId xmlns:a16="http://schemas.microsoft.com/office/drawing/2014/main" id="{FA3CBA1C-4BD4-48FF-9796-5AC0C772C621}"/>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204882867"/>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1" name="top-accent">
            <a:extLst xmlns:a="http://schemas.openxmlformats.org/drawingml/2006/main">
              <a:ext uri="{FF2B5EF4-FFF2-40B4-BE49-F238E27FC236}">
                <a16:creationId xmlns:a16="http://schemas.microsoft.com/office/drawing/2014/main" id="{AE31EE77-0B6B-43EC-B415-535CA5DD065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29F25412-569C-4D44-B349-861C5DE78B8F}"/>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1 · HTML</a:t>
            </a:r>
          </a:p>
        </p:txBody>
      </p:sp>
      <p:sp>
        <p:nvSpPr>
          <p:cNvPr id="3" name="slide-number">
            <a:extLst xmlns:a="http://schemas.openxmlformats.org/drawingml/2006/main">
              <a:ext uri="{FF2B5EF4-FFF2-40B4-BE49-F238E27FC236}">
                <a16:creationId xmlns:a16="http://schemas.microsoft.com/office/drawing/2014/main" id="{3E50CD79-A471-4FC4-A798-114DDC30730A}"/>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09</a:t>
            </a:r>
          </a:p>
        </p:txBody>
      </p:sp>
      <p:sp>
        <p:nvSpPr>
          <p:cNvPr id="4" name="slide-title">
            <a:extLst xmlns:a="http://schemas.openxmlformats.org/drawingml/2006/main">
              <a:ext uri="{FF2B5EF4-FFF2-40B4-BE49-F238E27FC236}">
                <a16:creationId xmlns:a16="http://schemas.microsoft.com/office/drawing/2014/main" id="{731A416A-2A89-4C6F-970A-E8D970712710}"/>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Turn the homepage into a dashboard of information blocks</a:t>
            </a:r>
          </a:p>
        </p:txBody>
      </p:sp>
      <p:sp>
        <p:nvSpPr>
          <p:cNvPr id="5" name="slide-subtitle">
            <a:extLst xmlns:a="http://schemas.openxmlformats.org/drawingml/2006/main">
              <a:ext uri="{FF2B5EF4-FFF2-40B4-BE49-F238E27FC236}">
                <a16:creationId xmlns:a16="http://schemas.microsoft.com/office/drawing/2014/main" id="{65B8BE6A-5668-4824-8A6A-EE8C5C071C47}"/>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Statistics, tools, map controls, and a latest-groups table are defined before any styling is applied.</a:t>
            </a:r>
          </a:p>
        </p:txBody>
      </p:sp>
      <p:sp>
        <p:nvSpPr>
          <p:cNvPr id="6" name="dev-code-panel">
            <a:extLst xmlns:a="http://schemas.openxmlformats.org/drawingml/2006/main">
              <a:ext uri="{FF2B5EF4-FFF2-40B4-BE49-F238E27FC236}">
                <a16:creationId xmlns:a16="http://schemas.microsoft.com/office/drawing/2014/main" id="{C8EF632D-6D95-4548-9330-B30B50475F78}"/>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0A7BACA7-D5DD-4A66-A908-A3F8728FE24C}"/>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3472A44-9E31-4E68-814F-90AE61E50B0F}"/>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index.html · lines 68–142</a:t>
            </a:r>
          </a:p>
        </p:txBody>
      </p:sp>
      <p:sp>
        <p:nvSpPr>
          <p:cNvPr id="9" name="">
            <a:extLst xmlns:a="http://schemas.openxmlformats.org/drawingml/2006/main">
              <a:ext uri="{FF2B5EF4-FFF2-40B4-BE49-F238E27FC236}">
                <a16:creationId xmlns:a16="http://schemas.microsoft.com/office/drawing/2014/main" id="{6C7034B8-1DF0-40EB-B044-37BD50D0C100}"/>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01  &lt;section class="home-stats"&gt;…&lt;/section&gt;</a:t>
            </a:r>
          </a:p>
        </p:txBody>
      </p:sp>
      <p:sp>
        <p:nvSpPr>
          <p:cNvPr id="10" name="">
            <a:extLst xmlns:a="http://schemas.openxmlformats.org/drawingml/2006/main">
              <a:ext uri="{FF2B5EF4-FFF2-40B4-BE49-F238E27FC236}">
                <a16:creationId xmlns:a16="http://schemas.microsoft.com/office/drawing/2014/main" id="{97D4FB21-A3C2-41BD-8950-EDCFBA22AE6E}"/>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02  &lt;section class="home-features"&gt;…&lt;/section&gt;</a:t>
            </a:r>
          </a:p>
        </p:txBody>
      </p:sp>
      <p:sp>
        <p:nvSpPr>
          <p:cNvPr id="11" name="">
            <a:extLst xmlns:a="http://schemas.openxmlformats.org/drawingml/2006/main">
              <a:ext uri="{FF2B5EF4-FFF2-40B4-BE49-F238E27FC236}">
                <a16:creationId xmlns:a16="http://schemas.microsoft.com/office/drawing/2014/main" id="{9B892452-1946-44AC-9577-3035F58CFE1C}"/>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03  &lt;section class="home-lower-grid"&gt;</a:t>
            </a:r>
          </a:p>
        </p:txBody>
      </p:sp>
      <p:sp>
        <p:nvSpPr>
          <p:cNvPr id="12" name="">
            <a:extLst xmlns:a="http://schemas.openxmlformats.org/drawingml/2006/main">
              <a:ext uri="{FF2B5EF4-FFF2-40B4-BE49-F238E27FC236}">
                <a16:creationId xmlns:a16="http://schemas.microsoft.com/office/drawing/2014/main" id="{43969E28-DD20-47CB-96FE-CB761649CF26}"/>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04    &lt;article id="distribution-map"&gt;</a:t>
            </a:r>
          </a:p>
        </p:txBody>
      </p:sp>
      <p:sp>
        <p:nvSpPr>
          <p:cNvPr id="13" name="">
            <a:extLst xmlns:a="http://schemas.openxmlformats.org/drawingml/2006/main">
              <a:ext uri="{FF2B5EF4-FFF2-40B4-BE49-F238E27FC236}">
                <a16:creationId xmlns:a16="http://schemas.microsoft.com/office/drawing/2014/main" id="{0FD345BE-0683-4A1D-8661-BD1931AADEC0}"/>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05      &lt;img src="world-map.svg"&gt;</a:t>
            </a:r>
          </a:p>
        </p:txBody>
      </p:sp>
      <p:sp>
        <p:nvSpPr>
          <p:cNvPr id="14" name="">
            <a:extLst xmlns:a="http://schemas.openxmlformats.org/drawingml/2006/main">
              <a:ext uri="{FF2B5EF4-FFF2-40B4-BE49-F238E27FC236}">
                <a16:creationId xmlns:a16="http://schemas.microsoft.com/office/drawing/2014/main" id="{9E29DA1D-31B8-4E95-A8BE-11F30A0A2045}"/>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06      &lt;button data-continent="Africa"&gt;…&lt;/button&gt;</a:t>
            </a:r>
          </a:p>
        </p:txBody>
      </p:sp>
      <p:sp>
        <p:nvSpPr>
          <p:cNvPr id="15" name="">
            <a:extLst xmlns:a="http://schemas.openxmlformats.org/drawingml/2006/main">
              <a:ext uri="{FF2B5EF4-FFF2-40B4-BE49-F238E27FC236}">
                <a16:creationId xmlns:a16="http://schemas.microsoft.com/office/drawing/2014/main" id="{E72A31AC-125E-4C41-A24D-4D9091D34E7D}"/>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07    &lt;/article&gt;</a:t>
            </a:r>
          </a:p>
        </p:txBody>
      </p:sp>
      <p:sp>
        <p:nvSpPr>
          <p:cNvPr id="16" name="">
            <a:extLst xmlns:a="http://schemas.openxmlformats.org/drawingml/2006/main">
              <a:ext uri="{FF2B5EF4-FFF2-40B4-BE49-F238E27FC236}">
                <a16:creationId xmlns:a16="http://schemas.microsoft.com/office/drawing/2014/main" id="{FC60FB55-A988-49E7-8ED6-B92704755BDF}"/>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08    &lt;article class="home-table-panel"&gt;</a:t>
            </a:r>
          </a:p>
        </p:txBody>
      </p:sp>
      <p:sp>
        <p:nvSpPr>
          <p:cNvPr id="17" name="">
            <a:extLst xmlns:a="http://schemas.openxmlformats.org/drawingml/2006/main">
              <a:ext uri="{FF2B5EF4-FFF2-40B4-BE49-F238E27FC236}">
                <a16:creationId xmlns:a16="http://schemas.microsoft.com/office/drawing/2014/main" id="{09126C41-8B93-447E-BD30-609FE5123950}"/>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09      &lt;table&gt;</a:t>
            </a:r>
          </a:p>
        </p:txBody>
      </p:sp>
      <p:sp>
        <p:nvSpPr>
          <p:cNvPr id="18" name="">
            <a:extLst xmlns:a="http://schemas.openxmlformats.org/drawingml/2006/main">
              <a:ext uri="{FF2B5EF4-FFF2-40B4-BE49-F238E27FC236}">
                <a16:creationId xmlns:a16="http://schemas.microsoft.com/office/drawing/2014/main" id="{B4DBA635-8782-4DCB-BB48-4ED7746530FD}"/>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10        &lt;tbody id="latestGroupsBody"&gt;&lt;/tbody&gt;</a:t>
            </a:r>
          </a:p>
        </p:txBody>
      </p:sp>
      <p:sp>
        <p:nvSpPr>
          <p:cNvPr id="19" name="">
            <a:extLst xmlns:a="http://schemas.openxmlformats.org/drawingml/2006/main">
              <a:ext uri="{FF2B5EF4-FFF2-40B4-BE49-F238E27FC236}">
                <a16:creationId xmlns:a16="http://schemas.microsoft.com/office/drawing/2014/main" id="{E7FBD76F-8EA9-4E97-B3F4-1801B142B631}"/>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11      &lt;/table&gt;</a:t>
            </a:r>
          </a:p>
        </p:txBody>
      </p:sp>
      <p:sp>
        <p:nvSpPr>
          <p:cNvPr id="20" name="">
            <a:extLst xmlns:a="http://schemas.openxmlformats.org/drawingml/2006/main">
              <a:ext uri="{FF2B5EF4-FFF2-40B4-BE49-F238E27FC236}">
                <a16:creationId xmlns:a16="http://schemas.microsoft.com/office/drawing/2014/main" id="{61FBA2DD-15EF-4847-87FF-FD96C8B0C9B7}"/>
              </a:ext>
            </a:extLst>
          </p:cNvPr>
          <p:cNvSpPr>
            <a:spLocks xmlns:a="http://schemas.openxmlformats.org/drawingml/2006/main" noGrp="1"/>
          </p:cNvSpPr>
          <p:nvPr/>
        </p:nvSpPr>
        <p:spPr>
          <a:xfrm xmlns:a="http://schemas.openxmlformats.org/drawingml/2006/main">
            <a:off x="781050" y="50863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12    &lt;/article&gt;</a:t>
            </a:r>
          </a:p>
        </p:txBody>
      </p:sp>
      <p:sp>
        <p:nvSpPr>
          <p:cNvPr id="21" name="">
            <a:extLst xmlns:a="http://schemas.openxmlformats.org/drawingml/2006/main">
              <a:ext uri="{FF2B5EF4-FFF2-40B4-BE49-F238E27FC236}">
                <a16:creationId xmlns:a16="http://schemas.microsoft.com/office/drawing/2014/main" id="{27068E8E-2C3B-4AAC-8E41-0EB0AA6F760F}"/>
              </a:ext>
            </a:extLst>
          </p:cNvPr>
          <p:cNvSpPr>
            <a:spLocks xmlns:a="http://schemas.openxmlformats.org/drawingml/2006/main" noGrp="1"/>
          </p:cNvSpPr>
          <p:nvPr/>
        </p:nvSpPr>
        <p:spPr>
          <a:xfrm xmlns:a="http://schemas.openxmlformats.org/drawingml/2006/main">
            <a:off x="781050" y="53435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13  &lt;/section&gt;</a:t>
            </a:r>
          </a:p>
        </p:txBody>
      </p:sp>
      <p:sp>
        <p:nvSpPr>
          <p:cNvPr id="22" name="dev-browser-frame">
            <a:extLst xmlns:a="http://schemas.openxmlformats.org/drawingml/2006/main">
              <a:ext uri="{FF2B5EF4-FFF2-40B4-BE49-F238E27FC236}">
                <a16:creationId xmlns:a16="http://schemas.microsoft.com/office/drawing/2014/main" id="{2F677BC9-FC37-48AE-9707-175494ACA35F}"/>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C9D0CB"/>
            </a:solidFill>
            <a:prstDash val="solid"/>
          </a:ln>
        </p:spPr>
      </p:sp>
      <p:sp>
        <p:nvSpPr>
          <p:cNvPr id="23" name="">
            <a:extLst xmlns:a="http://schemas.openxmlformats.org/drawingml/2006/main">
              <a:ext uri="{FF2B5EF4-FFF2-40B4-BE49-F238E27FC236}">
                <a16:creationId xmlns:a16="http://schemas.microsoft.com/office/drawing/2014/main" id="{950B1BCF-AD47-44F4-A9CA-76C54A03C6CF}"/>
              </a:ext>
            </a:extLst>
          </p:cNvPr>
          <p:cNvSpPr>
            <a:spLocks xmlns:a="http://schemas.openxmlformats.org/drawingml/2006/main" noGrp="1"/>
          </p:cNvSpPr>
          <p:nvPr/>
        </p:nvSpPr>
        <p:spPr>
          <a:xfrm xmlns:a="http://schemas.openxmlformats.org/drawingml/2006/main">
            <a:off x="5905500" y="1809750"/>
            <a:ext cx="5676900" cy="342900"/>
          </a:xfrm>
          <a:prstGeom xmlns:a="http://schemas.openxmlformats.org/drawingml/2006/main" prst="rect">
            <a:avLst/>
          </a:prstGeom>
          <a:solidFill xmlns:a="http://schemas.openxmlformats.org/drawingml/2006/main">
            <a:srgbClr val="EFF2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B9D0349-5C1D-4B51-BBEE-3A9F5C2B0917}"/>
              </a:ext>
            </a:extLst>
          </p:cNvPr>
          <p:cNvSpPr>
            <a:spLocks xmlns:a="http://schemas.openxmlformats.org/drawingml/2006/main" noGrp="1"/>
          </p:cNvSpPr>
          <p:nvPr/>
        </p:nvSpPr>
        <p:spPr>
          <a:xfrm xmlns:a="http://schemas.openxmlformats.org/drawingml/2006/main">
            <a:off x="6038850" y="1924050"/>
            <a:ext cx="95250" cy="95250"/>
          </a:xfrm>
          <a:prstGeom xmlns:a="http://schemas.openxmlformats.org/drawingml/2006/main" prst="ellipse">
            <a:avLst/>
          </a:prstGeom>
          <a:solidFill xmlns:a="http://schemas.openxmlformats.org/drawingml/2006/main">
            <a:srgbClr val="ED6A5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BEEF1E1-866D-4AA9-83A7-9239E1B56F7D}"/>
              </a:ext>
            </a:extLst>
          </p:cNvPr>
          <p:cNvSpPr>
            <a:spLocks xmlns:a="http://schemas.openxmlformats.org/drawingml/2006/main" noGrp="1"/>
          </p:cNvSpPr>
          <p:nvPr/>
        </p:nvSpPr>
        <p:spPr>
          <a:xfrm xmlns:a="http://schemas.openxmlformats.org/drawingml/2006/main">
            <a:off x="6229350" y="1924050"/>
            <a:ext cx="95250" cy="95250"/>
          </a:xfrm>
          <a:prstGeom xmlns:a="http://schemas.openxmlformats.org/drawingml/2006/main" prst="ellipse">
            <a:avLst/>
          </a:prstGeom>
          <a:solidFill xmlns:a="http://schemas.openxmlformats.org/drawingml/2006/main">
            <a:srgbClr val="F4BF4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A965423-9CC0-4740-AA36-734ACD5EAD0C}"/>
              </a:ext>
            </a:extLst>
          </p:cNvPr>
          <p:cNvSpPr>
            <a:spLocks xmlns:a="http://schemas.openxmlformats.org/drawingml/2006/main" noGrp="1"/>
          </p:cNvSpPr>
          <p:nvPr/>
        </p:nvSpPr>
        <p:spPr>
          <a:xfrm xmlns:a="http://schemas.openxmlformats.org/drawingml/2006/main">
            <a:off x="6419850" y="1924050"/>
            <a:ext cx="95250" cy="95250"/>
          </a:xfrm>
          <a:prstGeom xmlns:a="http://schemas.openxmlformats.org/drawingml/2006/main" prst="ellipse">
            <a:avLst/>
          </a:prstGeom>
          <a:solidFill xmlns:a="http://schemas.openxmlformats.org/drawingml/2006/main">
            <a:srgbClr val="61C45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E3B0C45-F141-4BF6-8390-8F59FF8126B4}"/>
              </a:ext>
            </a:extLst>
          </p:cNvPr>
          <p:cNvSpPr>
            <a:spLocks xmlns:a="http://schemas.openxmlformats.org/drawingml/2006/main" noGrp="1"/>
          </p:cNvSpPr>
          <p:nvPr/>
        </p:nvSpPr>
        <p:spPr>
          <a:xfrm xmlns:a="http://schemas.openxmlformats.org/drawingml/2006/main">
            <a:off x="6762750" y="1885950"/>
            <a:ext cx="4533900" cy="19050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E4A3778-68B5-473C-88B7-B9D7656F1140}"/>
              </a:ext>
            </a:extLst>
          </p:cNvPr>
          <p:cNvSpPr>
            <a:spLocks xmlns:a="http://schemas.openxmlformats.org/drawingml/2006/main" noGrp="1"/>
          </p:cNvSpPr>
          <p:nvPr/>
        </p:nvSpPr>
        <p:spPr>
          <a:xfrm xmlns:a="http://schemas.openxmlformats.org/drawingml/2006/main">
            <a:off x="6896100" y="1924050"/>
            <a:ext cx="42957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b="0" i="0">
                <a:solidFill>
                  <a:srgbClr val="69746D"/>
                </a:solidFill>
              </a:defRPr>
            </a:pPr>
            <a:r>
              <a:rPr sz="675" b="0" i="0">
                <a:solidFill>
                  <a:srgbClr val="69746D"/>
                </a:solidFill>
              </a:rPr>
              <a:t>localhost:5500/index.html</a:t>
            </a:r>
          </a:p>
        </p:txBody>
      </p:sp>
      <p:sp>
        <p:nvSpPr>
          <p:cNvPr id="29" name="">
            <a:extLst xmlns:a="http://schemas.openxmlformats.org/drawingml/2006/main">
              <a:ext uri="{FF2B5EF4-FFF2-40B4-BE49-F238E27FC236}">
                <a16:creationId xmlns:a16="http://schemas.microsoft.com/office/drawing/2014/main" id="{B90450AD-8F22-42FD-BF94-59817F0BA22D}"/>
              </a:ext>
            </a:extLst>
          </p:cNvPr>
          <p:cNvSpPr>
            <a:spLocks xmlns:a="http://schemas.openxmlformats.org/drawingml/2006/main" noGrp="1"/>
          </p:cNvSpPr>
          <p:nvPr/>
        </p:nvSpPr>
        <p:spPr>
          <a:xfrm xmlns:a="http://schemas.openxmlformats.org/drawingml/2006/main">
            <a:off x="6172200" y="23241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000000"/>
                </a:solidFill>
              </a:defRPr>
            </a:pPr>
            <a:r>
              <a:rPr sz="1500" b="1" i="0">
                <a:solidFill>
                  <a:srgbClr val="000000"/>
                </a:solidFill>
              </a:rPr>
              <a:t>Dataset summary</a:t>
            </a:r>
          </a:p>
        </p:txBody>
      </p:sp>
      <p:sp>
        <p:nvSpPr>
          <p:cNvPr id="30" name="">
            <a:extLst xmlns:a="http://schemas.openxmlformats.org/drawingml/2006/main">
              <a:ext uri="{FF2B5EF4-FFF2-40B4-BE49-F238E27FC236}">
                <a16:creationId xmlns:a16="http://schemas.microsoft.com/office/drawing/2014/main" id="{52659ED2-1687-4FCA-A662-3C0ACE5C547C}"/>
              </a:ext>
            </a:extLst>
          </p:cNvPr>
          <p:cNvSpPr>
            <a:spLocks xmlns:a="http://schemas.openxmlformats.org/drawingml/2006/main" noGrp="1"/>
          </p:cNvSpPr>
          <p:nvPr/>
        </p:nvSpPr>
        <p:spPr>
          <a:xfrm xmlns:a="http://schemas.openxmlformats.org/drawingml/2006/main">
            <a:off x="6172200" y="2705100"/>
            <a:ext cx="8763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999999"/>
            </a:solidFill>
            <a:prstDash val="solid"/>
          </a:ln>
        </p:spPr>
      </p:sp>
      <p:sp>
        <p:nvSpPr>
          <p:cNvPr id="31" name="">
            <a:extLst xmlns:a="http://schemas.openxmlformats.org/drawingml/2006/main">
              <a:ext uri="{FF2B5EF4-FFF2-40B4-BE49-F238E27FC236}">
                <a16:creationId xmlns:a16="http://schemas.microsoft.com/office/drawing/2014/main" id="{409D9E31-33C0-499F-A3A6-17D2E9B07BC4}"/>
              </a:ext>
            </a:extLst>
          </p:cNvPr>
          <p:cNvSpPr>
            <a:spLocks xmlns:a="http://schemas.openxmlformats.org/drawingml/2006/main" noGrp="1"/>
          </p:cNvSpPr>
          <p:nvPr/>
        </p:nvSpPr>
        <p:spPr>
          <a:xfrm xmlns:a="http://schemas.openxmlformats.org/drawingml/2006/main">
            <a:off x="7153275" y="2705100"/>
            <a:ext cx="8763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999999"/>
            </a:solidFill>
            <a:prstDash val="solid"/>
          </a:ln>
        </p:spPr>
      </p:sp>
      <p:sp>
        <p:nvSpPr>
          <p:cNvPr id="32" name="">
            <a:extLst xmlns:a="http://schemas.openxmlformats.org/drawingml/2006/main">
              <a:ext uri="{FF2B5EF4-FFF2-40B4-BE49-F238E27FC236}">
                <a16:creationId xmlns:a16="http://schemas.microsoft.com/office/drawing/2014/main" id="{027FC3DB-3CC9-492D-845F-04E4C990DA4D}"/>
              </a:ext>
            </a:extLst>
          </p:cNvPr>
          <p:cNvSpPr>
            <a:spLocks xmlns:a="http://schemas.openxmlformats.org/drawingml/2006/main" noGrp="1"/>
          </p:cNvSpPr>
          <p:nvPr/>
        </p:nvSpPr>
        <p:spPr>
          <a:xfrm xmlns:a="http://schemas.openxmlformats.org/drawingml/2006/main">
            <a:off x="8134350" y="2705100"/>
            <a:ext cx="8763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999999"/>
            </a:solidFill>
            <a:prstDash val="solid"/>
          </a:ln>
        </p:spPr>
      </p:sp>
      <p:sp>
        <p:nvSpPr>
          <p:cNvPr id="33" name="">
            <a:extLst xmlns:a="http://schemas.openxmlformats.org/drawingml/2006/main">
              <a:ext uri="{FF2B5EF4-FFF2-40B4-BE49-F238E27FC236}">
                <a16:creationId xmlns:a16="http://schemas.microsoft.com/office/drawing/2014/main" id="{62C838EC-D356-432A-929F-5B7B67FA1BFB}"/>
              </a:ext>
            </a:extLst>
          </p:cNvPr>
          <p:cNvSpPr>
            <a:spLocks xmlns:a="http://schemas.openxmlformats.org/drawingml/2006/main" noGrp="1"/>
          </p:cNvSpPr>
          <p:nvPr/>
        </p:nvSpPr>
        <p:spPr>
          <a:xfrm xmlns:a="http://schemas.openxmlformats.org/drawingml/2006/main">
            <a:off x="9115425" y="2705100"/>
            <a:ext cx="8763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999999"/>
            </a:solidFill>
            <a:prstDash val="solid"/>
          </a:ln>
        </p:spPr>
      </p:sp>
      <p:sp>
        <p:nvSpPr>
          <p:cNvPr id="34" name="">
            <a:extLst xmlns:a="http://schemas.openxmlformats.org/drawingml/2006/main">
              <a:ext uri="{FF2B5EF4-FFF2-40B4-BE49-F238E27FC236}">
                <a16:creationId xmlns:a16="http://schemas.microsoft.com/office/drawing/2014/main" id="{57A86FBC-0883-4431-9105-BBAFB3ED6C1F}"/>
              </a:ext>
            </a:extLst>
          </p:cNvPr>
          <p:cNvSpPr>
            <a:spLocks xmlns:a="http://schemas.openxmlformats.org/drawingml/2006/main" noGrp="1"/>
          </p:cNvSpPr>
          <p:nvPr/>
        </p:nvSpPr>
        <p:spPr>
          <a:xfrm xmlns:a="http://schemas.openxmlformats.org/drawingml/2006/main">
            <a:off x="10096500" y="2705100"/>
            <a:ext cx="8763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999999"/>
            </a:solidFill>
            <a:prstDash val="solid"/>
          </a:ln>
        </p:spPr>
      </p:sp>
      <p:sp>
        <p:nvSpPr>
          <p:cNvPr id="35" name="">
            <a:extLst xmlns:a="http://schemas.openxmlformats.org/drawingml/2006/main">
              <a:ext uri="{FF2B5EF4-FFF2-40B4-BE49-F238E27FC236}">
                <a16:creationId xmlns:a16="http://schemas.microsoft.com/office/drawing/2014/main" id="{9786BD54-1E4B-49E2-B605-BE86942BF374}"/>
              </a:ext>
            </a:extLst>
          </p:cNvPr>
          <p:cNvSpPr>
            <a:spLocks xmlns:a="http://schemas.openxmlformats.org/drawingml/2006/main" noGrp="1"/>
          </p:cNvSpPr>
          <p:nvPr/>
        </p:nvSpPr>
        <p:spPr>
          <a:xfrm xmlns:a="http://schemas.openxmlformats.org/drawingml/2006/main">
            <a:off x="6172200" y="35433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0000EE"/>
                </a:solidFill>
              </a:defRPr>
            </a:pPr>
            <a:r>
              <a:rPr sz="1125" b="0" i="0">
                <a:solidFill>
                  <a:srgbClr val="0000EE"/>
                </a:solidFill>
              </a:rPr>
              <a:t>Explore Groups     Interactive Map     Statistics     Comparison</a:t>
            </a:r>
          </a:p>
        </p:txBody>
      </p:sp>
      <p:sp>
        <p:nvSpPr>
          <p:cNvPr id="36" name="">
            <a:extLst xmlns:a="http://schemas.openxmlformats.org/drawingml/2006/main">
              <a:ext uri="{FF2B5EF4-FFF2-40B4-BE49-F238E27FC236}">
                <a16:creationId xmlns:a16="http://schemas.microsoft.com/office/drawing/2014/main" id="{425D3078-450D-4D9F-B0AA-1A7C8A8D6595}"/>
              </a:ext>
            </a:extLst>
          </p:cNvPr>
          <p:cNvSpPr>
            <a:spLocks xmlns:a="http://schemas.openxmlformats.org/drawingml/2006/main" noGrp="1"/>
          </p:cNvSpPr>
          <p:nvPr/>
        </p:nvSpPr>
        <p:spPr>
          <a:xfrm xmlns:a="http://schemas.openxmlformats.org/drawingml/2006/main">
            <a:off x="6172200" y="4057650"/>
            <a:ext cx="2857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999999"/>
            </a:solidFill>
            <a:prstDash val="solid"/>
          </a:ln>
        </p:spPr>
      </p:sp>
      <p:sp>
        <p:nvSpPr>
          <p:cNvPr id="37" name="">
            <a:extLst xmlns:a="http://schemas.openxmlformats.org/drawingml/2006/main">
              <a:ext uri="{FF2B5EF4-FFF2-40B4-BE49-F238E27FC236}">
                <a16:creationId xmlns:a16="http://schemas.microsoft.com/office/drawing/2014/main" id="{171E7FA9-0704-4498-AF54-231975A52FB0}"/>
              </a:ext>
            </a:extLst>
          </p:cNvPr>
          <p:cNvSpPr>
            <a:spLocks xmlns:a="http://schemas.openxmlformats.org/drawingml/2006/main" noGrp="1"/>
          </p:cNvSpPr>
          <p:nvPr/>
        </p:nvSpPr>
        <p:spPr>
          <a:xfrm xmlns:a="http://schemas.openxmlformats.org/drawingml/2006/main">
            <a:off x="6324600" y="45815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333333"/>
                </a:solidFill>
              </a:defRPr>
            </a:pPr>
            <a:r>
              <a:rPr sz="1125" b="0" i="0">
                <a:solidFill>
                  <a:srgbClr val="333333"/>
                </a:solidFill>
              </a:rPr>
              <a:t>World map image + continent buttons</a:t>
            </a:r>
          </a:p>
        </p:txBody>
      </p:sp>
      <p:sp>
        <p:nvSpPr>
          <p:cNvPr id="38" name="">
            <a:extLst xmlns:a="http://schemas.openxmlformats.org/drawingml/2006/main">
              <a:ext uri="{FF2B5EF4-FFF2-40B4-BE49-F238E27FC236}">
                <a16:creationId xmlns:a16="http://schemas.microsoft.com/office/drawing/2014/main" id="{08302B7E-584E-45C3-9A22-1849643BDE59}"/>
              </a:ext>
            </a:extLst>
          </p:cNvPr>
          <p:cNvSpPr>
            <a:spLocks xmlns:a="http://schemas.openxmlformats.org/drawingml/2006/main" noGrp="1"/>
          </p:cNvSpPr>
          <p:nvPr/>
        </p:nvSpPr>
        <p:spPr>
          <a:xfrm xmlns:a="http://schemas.openxmlformats.org/drawingml/2006/main">
            <a:off x="9182100" y="4057650"/>
            <a:ext cx="2095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999999"/>
            </a:solidFill>
            <a:prstDash val="solid"/>
          </a:ln>
        </p:spPr>
      </p:sp>
      <p:sp>
        <p:nvSpPr>
          <p:cNvPr id="39" name="">
            <a:extLst xmlns:a="http://schemas.openxmlformats.org/drawingml/2006/main">
              <a:ext uri="{FF2B5EF4-FFF2-40B4-BE49-F238E27FC236}">
                <a16:creationId xmlns:a16="http://schemas.microsoft.com/office/drawing/2014/main" id="{1AE07E96-2757-479D-BEED-A3D29B9D876B}"/>
              </a:ext>
            </a:extLst>
          </p:cNvPr>
          <p:cNvSpPr>
            <a:spLocks xmlns:a="http://schemas.openxmlformats.org/drawingml/2006/main" noGrp="1"/>
          </p:cNvSpPr>
          <p:nvPr/>
        </p:nvSpPr>
        <p:spPr>
          <a:xfrm xmlns:a="http://schemas.openxmlformats.org/drawingml/2006/main">
            <a:off x="9382125" y="45815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333333"/>
                </a:solidFill>
              </a:defRPr>
            </a:pPr>
            <a:r>
              <a:rPr sz="1125" b="0" i="0">
                <a:solidFill>
                  <a:srgbClr val="333333"/>
                </a:solidFill>
              </a:rPr>
              <a:t>Latest groups table</a:t>
            </a:r>
          </a:p>
        </p:txBody>
      </p:sp>
      <p:sp>
        <p:nvSpPr>
          <p:cNvPr id="40" name="">
            <a:extLst xmlns:a="http://schemas.openxmlformats.org/drawingml/2006/main">
              <a:ext uri="{FF2B5EF4-FFF2-40B4-BE49-F238E27FC236}">
                <a16:creationId xmlns:a16="http://schemas.microsoft.com/office/drawing/2014/main" id="{A0637DE2-CF3B-46CC-8EC9-09E85FEDC163}"/>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961289674"/>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2" name="top-accent">
            <a:extLst xmlns:a="http://schemas.openxmlformats.org/drawingml/2006/main">
              <a:ext uri="{FF2B5EF4-FFF2-40B4-BE49-F238E27FC236}">
                <a16:creationId xmlns:a16="http://schemas.microsoft.com/office/drawing/2014/main" id="{D8F12383-CD5D-4F76-9426-B4B6D12F38C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9757BC21-103E-4331-B837-DC6DF759C882}"/>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1 · HTML</a:t>
            </a:r>
          </a:p>
        </p:txBody>
      </p:sp>
      <p:sp>
        <p:nvSpPr>
          <p:cNvPr id="3" name="slide-number">
            <a:extLst xmlns:a="http://schemas.openxmlformats.org/drawingml/2006/main">
              <a:ext uri="{FF2B5EF4-FFF2-40B4-BE49-F238E27FC236}">
                <a16:creationId xmlns:a16="http://schemas.microsoft.com/office/drawing/2014/main" id="{C3C9C690-B3F5-4084-823C-67E0B99433C1}"/>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10</a:t>
            </a:r>
          </a:p>
        </p:txBody>
      </p:sp>
      <p:sp>
        <p:nvSpPr>
          <p:cNvPr id="4" name="slide-title">
            <a:extLst xmlns:a="http://schemas.openxmlformats.org/drawingml/2006/main">
              <a:ext uri="{FF2B5EF4-FFF2-40B4-BE49-F238E27FC236}">
                <a16:creationId xmlns:a16="http://schemas.microsoft.com/office/drawing/2014/main" id="{91F16B10-A417-4A39-90CD-508A3D2018B8}"/>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HTML complete: the application has a full information architecture</a:t>
            </a:r>
          </a:p>
        </p:txBody>
      </p:sp>
      <p:sp>
        <p:nvSpPr>
          <p:cNvPr id="5" name="slide-subtitle">
            <a:extLst xmlns:a="http://schemas.openxmlformats.org/drawingml/2006/main">
              <a:ext uri="{FF2B5EF4-FFF2-40B4-BE49-F238E27FC236}">
                <a16:creationId xmlns:a16="http://schemas.microsoft.com/office/drawing/2014/main" id="{DF6DE9CF-6388-4596-A0A7-ED04BE1AD63E}"/>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Six pages reuse the same header, footer, language hooks, and data-oriented component patterns.</a:t>
            </a:r>
          </a:p>
        </p:txBody>
      </p:sp>
      <p:sp>
        <p:nvSpPr>
          <p:cNvPr id="6" name="page-card-1">
            <a:extLst xmlns:a="http://schemas.openxmlformats.org/drawingml/2006/main">
              <a:ext uri="{FF2B5EF4-FFF2-40B4-BE49-F238E27FC236}">
                <a16:creationId xmlns:a16="http://schemas.microsoft.com/office/drawing/2014/main" id="{13103A53-3817-4604-8258-4E3878D2BBBA}"/>
              </a:ext>
            </a:extLst>
          </p:cNvPr>
          <p:cNvSpPr>
            <a:spLocks xmlns:a="http://schemas.openxmlformats.org/drawingml/2006/main" noGrp="1"/>
          </p:cNvSpPr>
          <p:nvPr/>
        </p:nvSpPr>
        <p:spPr>
          <a:xfrm xmlns:a="http://schemas.openxmlformats.org/drawingml/2006/main">
            <a:off x="704850" y="204787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7" name="">
            <a:extLst xmlns:a="http://schemas.openxmlformats.org/drawingml/2006/main">
              <a:ext uri="{FF2B5EF4-FFF2-40B4-BE49-F238E27FC236}">
                <a16:creationId xmlns:a16="http://schemas.microsoft.com/office/drawing/2014/main" id="{81FBE33F-5BDE-45ED-8DA2-E080C70900DA}"/>
              </a:ext>
            </a:extLst>
          </p:cNvPr>
          <p:cNvSpPr>
            <a:spLocks xmlns:a="http://schemas.openxmlformats.org/drawingml/2006/main" noGrp="1"/>
          </p:cNvSpPr>
          <p:nvPr/>
        </p:nvSpPr>
        <p:spPr>
          <a:xfrm xmlns:a="http://schemas.openxmlformats.org/drawingml/2006/main">
            <a:off x="914400" y="22383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01</a:t>
            </a:r>
          </a:p>
        </p:txBody>
      </p:sp>
      <p:sp>
        <p:nvSpPr>
          <p:cNvPr id="8" name="">
            <a:extLst xmlns:a="http://schemas.openxmlformats.org/drawingml/2006/main">
              <a:ext uri="{FF2B5EF4-FFF2-40B4-BE49-F238E27FC236}">
                <a16:creationId xmlns:a16="http://schemas.microsoft.com/office/drawing/2014/main" id="{AB183324-F819-4CF6-A748-05492E41E4D0}"/>
              </a:ext>
            </a:extLst>
          </p:cNvPr>
          <p:cNvSpPr>
            <a:spLocks xmlns:a="http://schemas.openxmlformats.org/drawingml/2006/main" noGrp="1"/>
          </p:cNvSpPr>
          <p:nvPr/>
        </p:nvSpPr>
        <p:spPr>
          <a:xfrm xmlns:a="http://schemas.openxmlformats.org/drawingml/2006/main">
            <a:off x="1447800" y="22193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Home</a:t>
            </a:r>
          </a:p>
        </p:txBody>
      </p:sp>
      <p:sp>
        <p:nvSpPr>
          <p:cNvPr id="9" name="">
            <a:extLst xmlns:a="http://schemas.openxmlformats.org/drawingml/2006/main">
              <a:ext uri="{FF2B5EF4-FFF2-40B4-BE49-F238E27FC236}">
                <a16:creationId xmlns:a16="http://schemas.microsoft.com/office/drawing/2014/main" id="{CC62722E-7AF4-498B-9109-1DB425375679}"/>
              </a:ext>
            </a:extLst>
          </p:cNvPr>
          <p:cNvSpPr>
            <a:spLocks xmlns:a="http://schemas.openxmlformats.org/drawingml/2006/main" noGrp="1"/>
          </p:cNvSpPr>
          <p:nvPr/>
        </p:nvSpPr>
        <p:spPr>
          <a:xfrm xmlns:a="http://schemas.openxmlformats.org/drawingml/2006/main">
            <a:off x="1447800" y="265747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Summary · tools · map · latest records</a:t>
            </a:r>
          </a:p>
        </p:txBody>
      </p:sp>
      <p:sp>
        <p:nvSpPr>
          <p:cNvPr id="10" name="page-card-2">
            <a:extLst xmlns:a="http://schemas.openxmlformats.org/drawingml/2006/main">
              <a:ext uri="{FF2B5EF4-FFF2-40B4-BE49-F238E27FC236}">
                <a16:creationId xmlns:a16="http://schemas.microsoft.com/office/drawing/2014/main" id="{B7DDB5FC-8CD7-454A-A1F0-1094AC3B3CF3}"/>
              </a:ext>
            </a:extLst>
          </p:cNvPr>
          <p:cNvSpPr>
            <a:spLocks xmlns:a="http://schemas.openxmlformats.org/drawingml/2006/main" noGrp="1"/>
          </p:cNvSpPr>
          <p:nvPr/>
        </p:nvSpPr>
        <p:spPr>
          <a:xfrm xmlns:a="http://schemas.openxmlformats.org/drawingml/2006/main">
            <a:off x="4381500" y="204787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11" name="">
            <a:extLst xmlns:a="http://schemas.openxmlformats.org/drawingml/2006/main">
              <a:ext uri="{FF2B5EF4-FFF2-40B4-BE49-F238E27FC236}">
                <a16:creationId xmlns:a16="http://schemas.microsoft.com/office/drawing/2014/main" id="{56012163-7BF1-4B65-BF38-AC3014D97EA5}"/>
              </a:ext>
            </a:extLst>
          </p:cNvPr>
          <p:cNvSpPr>
            <a:spLocks xmlns:a="http://schemas.openxmlformats.org/drawingml/2006/main" noGrp="1"/>
          </p:cNvSpPr>
          <p:nvPr/>
        </p:nvSpPr>
        <p:spPr>
          <a:xfrm xmlns:a="http://schemas.openxmlformats.org/drawingml/2006/main">
            <a:off x="4591050" y="22383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02</a:t>
            </a:r>
          </a:p>
        </p:txBody>
      </p:sp>
      <p:sp>
        <p:nvSpPr>
          <p:cNvPr id="12" name="">
            <a:extLst xmlns:a="http://schemas.openxmlformats.org/drawingml/2006/main">
              <a:ext uri="{FF2B5EF4-FFF2-40B4-BE49-F238E27FC236}">
                <a16:creationId xmlns:a16="http://schemas.microsoft.com/office/drawing/2014/main" id="{702F1A13-E252-442B-9B5C-65CF021EA1B4}"/>
              </a:ext>
            </a:extLst>
          </p:cNvPr>
          <p:cNvSpPr>
            <a:spLocks xmlns:a="http://schemas.openxmlformats.org/drawingml/2006/main" noGrp="1"/>
          </p:cNvSpPr>
          <p:nvPr/>
        </p:nvSpPr>
        <p:spPr>
          <a:xfrm xmlns:a="http://schemas.openxmlformats.org/drawingml/2006/main">
            <a:off x="5124450" y="22193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Groups Explorer</a:t>
            </a:r>
          </a:p>
        </p:txBody>
      </p:sp>
      <p:sp>
        <p:nvSpPr>
          <p:cNvPr id="13" name="">
            <a:extLst xmlns:a="http://schemas.openxmlformats.org/drawingml/2006/main">
              <a:ext uri="{FF2B5EF4-FFF2-40B4-BE49-F238E27FC236}">
                <a16:creationId xmlns:a16="http://schemas.microsoft.com/office/drawing/2014/main" id="{EC7733F3-C39A-474E-B1AF-4AC93511682C}"/>
              </a:ext>
            </a:extLst>
          </p:cNvPr>
          <p:cNvSpPr>
            <a:spLocks xmlns:a="http://schemas.openxmlformats.org/drawingml/2006/main" noGrp="1"/>
          </p:cNvSpPr>
          <p:nvPr/>
        </p:nvSpPr>
        <p:spPr>
          <a:xfrm xmlns:a="http://schemas.openxmlformats.org/drawingml/2006/main">
            <a:off x="5124450" y="265747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Search · filters · table · detail dialog</a:t>
            </a:r>
          </a:p>
        </p:txBody>
      </p:sp>
      <p:sp>
        <p:nvSpPr>
          <p:cNvPr id="14" name="page-card-3">
            <a:extLst xmlns:a="http://schemas.openxmlformats.org/drawingml/2006/main">
              <a:ext uri="{FF2B5EF4-FFF2-40B4-BE49-F238E27FC236}">
                <a16:creationId xmlns:a16="http://schemas.microsoft.com/office/drawing/2014/main" id="{07DF8834-C0D6-4984-B69D-72148A6C7BF4}"/>
              </a:ext>
            </a:extLst>
          </p:cNvPr>
          <p:cNvSpPr>
            <a:spLocks xmlns:a="http://schemas.openxmlformats.org/drawingml/2006/main" noGrp="1"/>
          </p:cNvSpPr>
          <p:nvPr/>
        </p:nvSpPr>
        <p:spPr>
          <a:xfrm xmlns:a="http://schemas.openxmlformats.org/drawingml/2006/main">
            <a:off x="8058150" y="204787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15" name="">
            <a:extLst xmlns:a="http://schemas.openxmlformats.org/drawingml/2006/main">
              <a:ext uri="{FF2B5EF4-FFF2-40B4-BE49-F238E27FC236}">
                <a16:creationId xmlns:a16="http://schemas.microsoft.com/office/drawing/2014/main" id="{60BE2FEF-6B46-4315-B9F7-A4BD7FDBE8A5}"/>
              </a:ext>
            </a:extLst>
          </p:cNvPr>
          <p:cNvSpPr>
            <a:spLocks xmlns:a="http://schemas.openxmlformats.org/drawingml/2006/main" noGrp="1"/>
          </p:cNvSpPr>
          <p:nvPr/>
        </p:nvSpPr>
        <p:spPr>
          <a:xfrm xmlns:a="http://schemas.openxmlformats.org/drawingml/2006/main">
            <a:off x="8267700" y="22383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03</a:t>
            </a:r>
          </a:p>
        </p:txBody>
      </p:sp>
      <p:sp>
        <p:nvSpPr>
          <p:cNvPr id="16" name="">
            <a:extLst xmlns:a="http://schemas.openxmlformats.org/drawingml/2006/main">
              <a:ext uri="{FF2B5EF4-FFF2-40B4-BE49-F238E27FC236}">
                <a16:creationId xmlns:a16="http://schemas.microsoft.com/office/drawing/2014/main" id="{2715A464-1AC8-4B24-A02E-F61A5C475222}"/>
              </a:ext>
            </a:extLst>
          </p:cNvPr>
          <p:cNvSpPr>
            <a:spLocks xmlns:a="http://schemas.openxmlformats.org/drawingml/2006/main" noGrp="1"/>
          </p:cNvSpPr>
          <p:nvPr/>
        </p:nvSpPr>
        <p:spPr>
          <a:xfrm xmlns:a="http://schemas.openxmlformats.org/drawingml/2006/main">
            <a:off x="8801100" y="22193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Statistics</a:t>
            </a:r>
          </a:p>
        </p:txBody>
      </p:sp>
      <p:sp>
        <p:nvSpPr>
          <p:cNvPr id="17" name="">
            <a:extLst xmlns:a="http://schemas.openxmlformats.org/drawingml/2006/main">
              <a:ext uri="{FF2B5EF4-FFF2-40B4-BE49-F238E27FC236}">
                <a16:creationId xmlns:a16="http://schemas.microsoft.com/office/drawing/2014/main" id="{410703BF-8958-4499-8961-975518588DEF}"/>
              </a:ext>
            </a:extLst>
          </p:cNvPr>
          <p:cNvSpPr>
            <a:spLocks xmlns:a="http://schemas.openxmlformats.org/drawingml/2006/main" noGrp="1"/>
          </p:cNvSpPr>
          <p:nvPr/>
        </p:nvSpPr>
        <p:spPr>
          <a:xfrm xmlns:a="http://schemas.openxmlformats.org/drawingml/2006/main">
            <a:off x="8801100" y="265747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Metrics · Chart.js visualisations</a:t>
            </a:r>
          </a:p>
        </p:txBody>
      </p:sp>
      <p:sp>
        <p:nvSpPr>
          <p:cNvPr id="18" name="page-card-4">
            <a:extLst xmlns:a="http://schemas.openxmlformats.org/drawingml/2006/main">
              <a:ext uri="{FF2B5EF4-FFF2-40B4-BE49-F238E27FC236}">
                <a16:creationId xmlns:a16="http://schemas.microsoft.com/office/drawing/2014/main" id="{2485DAF9-B78A-496A-A35E-0D94DBC43B1A}"/>
              </a:ext>
            </a:extLst>
          </p:cNvPr>
          <p:cNvSpPr>
            <a:spLocks xmlns:a="http://schemas.openxmlformats.org/drawingml/2006/main" noGrp="1"/>
          </p:cNvSpPr>
          <p:nvPr/>
        </p:nvSpPr>
        <p:spPr>
          <a:xfrm xmlns:a="http://schemas.openxmlformats.org/drawingml/2006/main">
            <a:off x="704850" y="366712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19" name="">
            <a:extLst xmlns:a="http://schemas.openxmlformats.org/drawingml/2006/main">
              <a:ext uri="{FF2B5EF4-FFF2-40B4-BE49-F238E27FC236}">
                <a16:creationId xmlns:a16="http://schemas.microsoft.com/office/drawing/2014/main" id="{95A4BAE4-0072-439E-A911-BE70818BA206}"/>
              </a:ext>
            </a:extLst>
          </p:cNvPr>
          <p:cNvSpPr>
            <a:spLocks xmlns:a="http://schemas.openxmlformats.org/drawingml/2006/main" noGrp="1"/>
          </p:cNvSpPr>
          <p:nvPr/>
        </p:nvSpPr>
        <p:spPr>
          <a:xfrm xmlns:a="http://schemas.openxmlformats.org/drawingml/2006/main">
            <a:off x="914400" y="38576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04</a:t>
            </a:r>
          </a:p>
        </p:txBody>
      </p:sp>
      <p:sp>
        <p:nvSpPr>
          <p:cNvPr id="20" name="">
            <a:extLst xmlns:a="http://schemas.openxmlformats.org/drawingml/2006/main">
              <a:ext uri="{FF2B5EF4-FFF2-40B4-BE49-F238E27FC236}">
                <a16:creationId xmlns:a16="http://schemas.microsoft.com/office/drawing/2014/main" id="{8A6CD8C3-6D5E-40F4-9A3F-F4A25C6852B0}"/>
              </a:ext>
            </a:extLst>
          </p:cNvPr>
          <p:cNvSpPr>
            <a:spLocks xmlns:a="http://schemas.openxmlformats.org/drawingml/2006/main" noGrp="1"/>
          </p:cNvSpPr>
          <p:nvPr/>
        </p:nvSpPr>
        <p:spPr>
          <a:xfrm xmlns:a="http://schemas.openxmlformats.org/drawingml/2006/main">
            <a:off x="1447800" y="38385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Comparison</a:t>
            </a:r>
          </a:p>
        </p:txBody>
      </p:sp>
      <p:sp>
        <p:nvSpPr>
          <p:cNvPr id="21" name="">
            <a:extLst xmlns:a="http://schemas.openxmlformats.org/drawingml/2006/main">
              <a:ext uri="{FF2B5EF4-FFF2-40B4-BE49-F238E27FC236}">
                <a16:creationId xmlns:a16="http://schemas.microsoft.com/office/drawing/2014/main" id="{28007947-3D4F-4B3B-B69E-0D0DD150BFD7}"/>
              </a:ext>
            </a:extLst>
          </p:cNvPr>
          <p:cNvSpPr>
            <a:spLocks xmlns:a="http://schemas.openxmlformats.org/drawingml/2006/main" noGrp="1"/>
          </p:cNvSpPr>
          <p:nvPr/>
        </p:nvSpPr>
        <p:spPr>
          <a:xfrm xmlns:a="http://schemas.openxmlformats.org/drawingml/2006/main">
            <a:off x="1447800" y="427672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Selectors · profiles · field comparison</a:t>
            </a:r>
          </a:p>
        </p:txBody>
      </p:sp>
      <p:sp>
        <p:nvSpPr>
          <p:cNvPr id="22" name="page-card-5">
            <a:extLst xmlns:a="http://schemas.openxmlformats.org/drawingml/2006/main">
              <a:ext uri="{FF2B5EF4-FFF2-40B4-BE49-F238E27FC236}">
                <a16:creationId xmlns:a16="http://schemas.microsoft.com/office/drawing/2014/main" id="{CB5B5580-D526-4F9E-9019-04FAB79A458A}"/>
              </a:ext>
            </a:extLst>
          </p:cNvPr>
          <p:cNvSpPr>
            <a:spLocks xmlns:a="http://schemas.openxmlformats.org/drawingml/2006/main" noGrp="1"/>
          </p:cNvSpPr>
          <p:nvPr/>
        </p:nvSpPr>
        <p:spPr>
          <a:xfrm xmlns:a="http://schemas.openxmlformats.org/drawingml/2006/main">
            <a:off x="4381500" y="366712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23" name="">
            <a:extLst xmlns:a="http://schemas.openxmlformats.org/drawingml/2006/main">
              <a:ext uri="{FF2B5EF4-FFF2-40B4-BE49-F238E27FC236}">
                <a16:creationId xmlns:a16="http://schemas.microsoft.com/office/drawing/2014/main" id="{EEA37116-A27D-4B32-AB03-EBF5FB881496}"/>
              </a:ext>
            </a:extLst>
          </p:cNvPr>
          <p:cNvSpPr>
            <a:spLocks xmlns:a="http://schemas.openxmlformats.org/drawingml/2006/main" noGrp="1"/>
          </p:cNvSpPr>
          <p:nvPr/>
        </p:nvSpPr>
        <p:spPr>
          <a:xfrm xmlns:a="http://schemas.openxmlformats.org/drawingml/2006/main">
            <a:off x="4591050" y="38576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05</a:t>
            </a:r>
          </a:p>
        </p:txBody>
      </p:sp>
      <p:sp>
        <p:nvSpPr>
          <p:cNvPr id="24" name="">
            <a:extLst xmlns:a="http://schemas.openxmlformats.org/drawingml/2006/main">
              <a:ext uri="{FF2B5EF4-FFF2-40B4-BE49-F238E27FC236}">
                <a16:creationId xmlns:a16="http://schemas.microsoft.com/office/drawing/2014/main" id="{738AF48A-E917-4A37-BE80-F2404CBDC7D0}"/>
              </a:ext>
            </a:extLst>
          </p:cNvPr>
          <p:cNvSpPr>
            <a:spLocks xmlns:a="http://schemas.openxmlformats.org/drawingml/2006/main" noGrp="1"/>
          </p:cNvSpPr>
          <p:nvPr/>
        </p:nvSpPr>
        <p:spPr>
          <a:xfrm xmlns:a="http://schemas.openxmlformats.org/drawingml/2006/main">
            <a:off x="5124450" y="38385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About</a:t>
            </a:r>
          </a:p>
        </p:txBody>
      </p:sp>
      <p:sp>
        <p:nvSpPr>
          <p:cNvPr id="25" name="">
            <a:extLst xmlns:a="http://schemas.openxmlformats.org/drawingml/2006/main">
              <a:ext uri="{FF2B5EF4-FFF2-40B4-BE49-F238E27FC236}">
                <a16:creationId xmlns:a16="http://schemas.microsoft.com/office/drawing/2014/main" id="{DE5FD507-CB91-4EFD-9089-43FA8EA1974F}"/>
              </a:ext>
            </a:extLst>
          </p:cNvPr>
          <p:cNvSpPr>
            <a:spLocks xmlns:a="http://schemas.openxmlformats.org/drawingml/2006/main" noGrp="1"/>
          </p:cNvSpPr>
          <p:nvPr/>
        </p:nvSpPr>
        <p:spPr>
          <a:xfrm xmlns:a="http://schemas.openxmlformats.org/drawingml/2006/main">
            <a:off x="5124450" y="427672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Purpose · methodology · data dictionary</a:t>
            </a:r>
          </a:p>
        </p:txBody>
      </p:sp>
      <p:sp>
        <p:nvSpPr>
          <p:cNvPr id="26" name="page-card-6">
            <a:extLst xmlns:a="http://schemas.openxmlformats.org/drawingml/2006/main">
              <a:ext uri="{FF2B5EF4-FFF2-40B4-BE49-F238E27FC236}">
                <a16:creationId xmlns:a16="http://schemas.microsoft.com/office/drawing/2014/main" id="{2B17668E-BBE9-4511-9650-9FE8407B3E73}"/>
              </a:ext>
            </a:extLst>
          </p:cNvPr>
          <p:cNvSpPr>
            <a:spLocks xmlns:a="http://schemas.openxmlformats.org/drawingml/2006/main" noGrp="1"/>
          </p:cNvSpPr>
          <p:nvPr/>
        </p:nvSpPr>
        <p:spPr>
          <a:xfrm xmlns:a="http://schemas.openxmlformats.org/drawingml/2006/main">
            <a:off x="8058150" y="366712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27" name="">
            <a:extLst xmlns:a="http://schemas.openxmlformats.org/drawingml/2006/main">
              <a:ext uri="{FF2B5EF4-FFF2-40B4-BE49-F238E27FC236}">
                <a16:creationId xmlns:a16="http://schemas.microsoft.com/office/drawing/2014/main" id="{259803B9-0303-41ED-9834-CB7818AA51F8}"/>
              </a:ext>
            </a:extLst>
          </p:cNvPr>
          <p:cNvSpPr>
            <a:spLocks xmlns:a="http://schemas.openxmlformats.org/drawingml/2006/main" noGrp="1"/>
          </p:cNvSpPr>
          <p:nvPr/>
        </p:nvSpPr>
        <p:spPr>
          <a:xfrm xmlns:a="http://schemas.openxmlformats.org/drawingml/2006/main">
            <a:off x="8267700" y="38576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06</a:t>
            </a:r>
          </a:p>
        </p:txBody>
      </p:sp>
      <p:sp>
        <p:nvSpPr>
          <p:cNvPr id="28" name="">
            <a:extLst xmlns:a="http://schemas.openxmlformats.org/drawingml/2006/main">
              <a:ext uri="{FF2B5EF4-FFF2-40B4-BE49-F238E27FC236}">
                <a16:creationId xmlns:a16="http://schemas.microsoft.com/office/drawing/2014/main" id="{E38500CB-D517-457F-A27B-D3DD3512778E}"/>
              </a:ext>
            </a:extLst>
          </p:cNvPr>
          <p:cNvSpPr>
            <a:spLocks xmlns:a="http://schemas.openxmlformats.org/drawingml/2006/main" noGrp="1"/>
          </p:cNvSpPr>
          <p:nvPr/>
        </p:nvSpPr>
        <p:spPr>
          <a:xfrm xmlns:a="http://schemas.openxmlformats.org/drawingml/2006/main">
            <a:off x="8801100" y="38385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Contact</a:t>
            </a:r>
          </a:p>
        </p:txBody>
      </p:sp>
      <p:sp>
        <p:nvSpPr>
          <p:cNvPr id="29" name="">
            <a:extLst xmlns:a="http://schemas.openxmlformats.org/drawingml/2006/main">
              <a:ext uri="{FF2B5EF4-FFF2-40B4-BE49-F238E27FC236}">
                <a16:creationId xmlns:a16="http://schemas.microsoft.com/office/drawing/2014/main" id="{DB9BD481-FECB-46E3-A5DC-1F97E483221D}"/>
              </a:ext>
            </a:extLst>
          </p:cNvPr>
          <p:cNvSpPr>
            <a:spLocks xmlns:a="http://schemas.openxmlformats.org/drawingml/2006/main" noGrp="1"/>
          </p:cNvSpPr>
          <p:nvPr/>
        </p:nvSpPr>
        <p:spPr>
          <a:xfrm xmlns:a="http://schemas.openxmlformats.org/drawingml/2006/main">
            <a:off x="8801100" y="427672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Project contact · validation feedback</a:t>
            </a:r>
          </a:p>
        </p:txBody>
      </p:sp>
      <p:sp>
        <p:nvSpPr>
          <p:cNvPr id="30" name="">
            <a:extLst xmlns:a="http://schemas.openxmlformats.org/drawingml/2006/main">
              <a:ext uri="{FF2B5EF4-FFF2-40B4-BE49-F238E27FC236}">
                <a16:creationId xmlns:a16="http://schemas.microsoft.com/office/drawing/2014/main" id="{0659F455-D1DC-488C-802C-271458A68D9B}"/>
              </a:ext>
            </a:extLst>
          </p:cNvPr>
          <p:cNvSpPr>
            <a:spLocks xmlns:a="http://schemas.openxmlformats.org/drawingml/2006/main" noGrp="1"/>
          </p:cNvSpPr>
          <p:nvPr/>
        </p:nvSpPr>
        <p:spPr>
          <a:xfrm xmlns:a="http://schemas.openxmlformats.org/drawingml/2006/main">
            <a:off x="1714500" y="561975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1A4A34"/>
                </a:solidFill>
              </a:defRPr>
            </a:pPr>
            <a:r>
              <a:rPr sz="1725" b="1" i="0">
                <a:solidFill>
                  <a:srgbClr val="1A4A34"/>
                </a:solidFill>
              </a:rPr>
              <a:t>Structure is finished. The next task is to give it a coherent visual language.</a:t>
            </a:r>
          </a:p>
        </p:txBody>
      </p:sp>
      <p:sp>
        <p:nvSpPr>
          <p:cNvPr id="31" name="">
            <a:extLst xmlns:a="http://schemas.openxmlformats.org/drawingml/2006/main">
              <a:ext uri="{FF2B5EF4-FFF2-40B4-BE49-F238E27FC236}">
                <a16:creationId xmlns:a16="http://schemas.microsoft.com/office/drawing/2014/main" id="{57FC24E9-BD9D-4CA5-B3CB-4F1DA26514B9}"/>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045808001"/>
      </p:ext>
    </p:extLst>
  </p:cSld>
</p:sld>
</file>

<file path=ppt/slides/slide11.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12" name="top-accent">
            <a:extLst xmlns:a="http://schemas.openxmlformats.org/drawingml/2006/main">
              <a:ext uri="{FF2B5EF4-FFF2-40B4-BE49-F238E27FC236}">
                <a16:creationId xmlns:a16="http://schemas.microsoft.com/office/drawing/2014/main" id="{B2313836-54A9-4A55-97F3-B48400B7C99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E14C300B-85E4-455E-A478-7E4BD27A5C62}"/>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STAGE 2 · CSS</a:t>
            </a:r>
          </a:p>
        </p:txBody>
      </p:sp>
      <p:sp>
        <p:nvSpPr>
          <p:cNvPr id="3" name="slide-number">
            <a:extLst xmlns:a="http://schemas.openxmlformats.org/drawingml/2006/main">
              <a:ext uri="{FF2B5EF4-FFF2-40B4-BE49-F238E27FC236}">
                <a16:creationId xmlns:a16="http://schemas.microsoft.com/office/drawing/2014/main" id="{6F3A97B2-DBFA-4D54-9A07-F0805913F79D}"/>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11</a:t>
            </a:r>
          </a:p>
        </p:txBody>
      </p:sp>
      <p:sp>
        <p:nvSpPr>
          <p:cNvPr id="4" name="">
            <a:extLst xmlns:a="http://schemas.openxmlformats.org/drawingml/2006/main">
              <a:ext uri="{FF2B5EF4-FFF2-40B4-BE49-F238E27FC236}">
                <a16:creationId xmlns:a16="http://schemas.microsoft.com/office/drawing/2014/main" id="{8D696A21-108C-46B3-97E1-0FE94B96525B}"/>
              </a:ext>
            </a:extLst>
          </p:cNvPr>
          <p:cNvSpPr>
            <a:spLocks xmlns:a="http://schemas.openxmlformats.org/drawingml/2006/main" noGrp="1"/>
          </p:cNvSpPr>
          <p:nvPr/>
        </p:nvSpPr>
        <p:spPr>
          <a:xfrm xmlns:a="http://schemas.openxmlformats.org/drawingml/2006/main">
            <a:off x="666750" y="1476375"/>
            <a:ext cx="1238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5400" b="1" i="0">
                <a:solidFill>
                  <a:srgbClr val="C8A96A"/>
                </a:solidFill>
              </a:defRPr>
            </a:pPr>
            <a:r>
              <a:rPr sz="5400" b="1" i="0">
                <a:solidFill>
                  <a:srgbClr val="C8A96A"/>
                </a:solidFill>
              </a:rPr>
              <a:t>02</a:t>
            </a:r>
          </a:p>
        </p:txBody>
      </p:sp>
      <p:sp>
        <p:nvSpPr>
          <p:cNvPr id="5" name="transition-title">
            <a:extLst xmlns:a="http://schemas.openxmlformats.org/drawingml/2006/main">
              <a:ext uri="{FF2B5EF4-FFF2-40B4-BE49-F238E27FC236}">
                <a16:creationId xmlns:a16="http://schemas.microsoft.com/office/drawing/2014/main" id="{159A1E6B-C113-4249-A979-7F46674ADE4E}"/>
              </a:ext>
            </a:extLst>
          </p:cNvPr>
          <p:cNvSpPr>
            <a:spLocks xmlns:a="http://schemas.openxmlformats.org/drawingml/2006/main" noGrp="1"/>
          </p:cNvSpPr>
          <p:nvPr/>
        </p:nvSpPr>
        <p:spPr>
          <a:xfrm xmlns:a="http://schemas.openxmlformats.org/drawingml/2006/main">
            <a:off x="2095500" y="1476375"/>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i="0">
                <a:solidFill>
                  <a:srgbClr val="FFFEFA"/>
                </a:solidFill>
              </a:defRPr>
            </a:pPr>
            <a:r>
              <a:rPr sz="4050" b="1" i="0">
                <a:solidFill>
                  <a:srgbClr val="FFFEFA"/>
                </a:solidFill>
              </a:rPr>
              <a:t>Create the visual system</a:t>
            </a:r>
          </a:p>
        </p:txBody>
      </p:sp>
      <p:sp>
        <p:nvSpPr>
          <p:cNvPr id="6" name="">
            <a:extLst xmlns:a="http://schemas.openxmlformats.org/drawingml/2006/main">
              <a:ext uri="{FF2B5EF4-FFF2-40B4-BE49-F238E27FC236}">
                <a16:creationId xmlns:a16="http://schemas.microsoft.com/office/drawing/2014/main" id="{91A23FD8-F467-45AE-8F10-5859D00A9512}"/>
              </a:ext>
            </a:extLst>
          </p:cNvPr>
          <p:cNvSpPr>
            <a:spLocks xmlns:a="http://schemas.openxmlformats.org/drawingml/2006/main" noGrp="1"/>
          </p:cNvSpPr>
          <p:nvPr/>
        </p:nvSpPr>
        <p:spPr>
          <a:xfrm xmlns:a="http://schemas.openxmlformats.org/drawingml/2006/main">
            <a:off x="2133600" y="2667000"/>
            <a:ext cx="781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i="0">
                <a:solidFill>
                  <a:srgbClr val="C8D4CD"/>
                </a:solidFill>
              </a:defRPr>
            </a:pPr>
            <a:r>
              <a:rPr sz="1725" b="0" i="0">
                <a:solidFill>
                  <a:srgbClr val="C8D4CD"/>
                </a:solidFill>
              </a:rPr>
              <a:t>CSS transforms semantic blocks into a premium academic interface — without changing the information architecture.</a:t>
            </a:r>
          </a:p>
        </p:txBody>
      </p:sp>
      <p:sp>
        <p:nvSpPr>
          <p:cNvPr id="7" name="">
            <a:extLst xmlns:a="http://schemas.openxmlformats.org/drawingml/2006/main">
              <a:ext uri="{FF2B5EF4-FFF2-40B4-BE49-F238E27FC236}">
                <a16:creationId xmlns:a16="http://schemas.microsoft.com/office/drawing/2014/main" id="{A513BD3F-A59F-4C1B-99B6-2BC6C327A972}"/>
              </a:ext>
            </a:extLst>
          </p:cNvPr>
          <p:cNvSpPr>
            <a:spLocks xmlns:a="http://schemas.openxmlformats.org/drawingml/2006/main" noGrp="1"/>
          </p:cNvSpPr>
          <p:nvPr/>
        </p:nvSpPr>
        <p:spPr>
          <a:xfrm xmlns:a="http://schemas.openxmlformats.org/drawingml/2006/main">
            <a:off x="7239000" y="4191000"/>
            <a:ext cx="514350" cy="514350"/>
          </a:xfrm>
          <a:prstGeom xmlns:a="http://schemas.openxmlformats.org/drawingml/2006/main" prst="ellipse">
            <a:avLst/>
          </a:prstGeom>
          <a:solidFill xmlns:a="http://schemas.openxmlformats.org/drawingml/2006/main">
            <a:srgbClr val="071B12"/>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AC0ADE1E-B8D6-46F5-846A-FA2E305E4423}"/>
              </a:ext>
            </a:extLst>
          </p:cNvPr>
          <p:cNvSpPr>
            <a:spLocks xmlns:a="http://schemas.openxmlformats.org/drawingml/2006/main" noGrp="1"/>
          </p:cNvSpPr>
          <p:nvPr/>
        </p:nvSpPr>
        <p:spPr>
          <a:xfrm xmlns:a="http://schemas.openxmlformats.org/drawingml/2006/main">
            <a:off x="7924800" y="4191000"/>
            <a:ext cx="514350" cy="514350"/>
          </a:xfrm>
          <a:prstGeom xmlns:a="http://schemas.openxmlformats.org/drawingml/2006/main" prst="ellipse">
            <a:avLst/>
          </a:prstGeom>
          <a:solidFill xmlns:a="http://schemas.openxmlformats.org/drawingml/2006/main">
            <a:srgbClr val="123524"/>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3C93BAE8-19AE-4530-8CC9-61986C374283}"/>
              </a:ext>
            </a:extLst>
          </p:cNvPr>
          <p:cNvSpPr>
            <a:spLocks xmlns:a="http://schemas.openxmlformats.org/drawingml/2006/main" noGrp="1"/>
          </p:cNvSpPr>
          <p:nvPr/>
        </p:nvSpPr>
        <p:spPr>
          <a:xfrm xmlns:a="http://schemas.openxmlformats.org/drawingml/2006/main">
            <a:off x="8610600" y="4191000"/>
            <a:ext cx="514350" cy="514350"/>
          </a:xfrm>
          <a:prstGeom xmlns:a="http://schemas.openxmlformats.org/drawingml/2006/main" prst="ellipse">
            <a:avLst/>
          </a:prstGeom>
          <a:solidFill xmlns:a="http://schemas.openxmlformats.org/drawingml/2006/main">
            <a:srgbClr val="C8A96A"/>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C18EC4D1-586B-4876-9D7D-54C52FC9392F}"/>
              </a:ext>
            </a:extLst>
          </p:cNvPr>
          <p:cNvSpPr>
            <a:spLocks xmlns:a="http://schemas.openxmlformats.org/drawingml/2006/main" noGrp="1"/>
          </p:cNvSpPr>
          <p:nvPr/>
        </p:nvSpPr>
        <p:spPr>
          <a:xfrm xmlns:a="http://schemas.openxmlformats.org/drawingml/2006/main">
            <a:off x="9296400" y="4191000"/>
            <a:ext cx="514350" cy="514350"/>
          </a:xfrm>
          <a:prstGeom xmlns:a="http://schemas.openxmlformats.org/drawingml/2006/main" prst="ellipse">
            <a:avLst/>
          </a:prstGeom>
          <a:solidFill xmlns:a="http://schemas.openxmlformats.org/drawingml/2006/main">
            <a:srgbClr val="F8F7F3"/>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35020573-DBC2-4D0D-A435-BEB154C94E2D}"/>
              </a:ext>
            </a:extLst>
          </p:cNvPr>
          <p:cNvSpPr>
            <a:spLocks xmlns:a="http://schemas.openxmlformats.org/drawingml/2006/main" noGrp="1"/>
          </p:cNvSpPr>
          <p:nvPr/>
        </p:nvSpPr>
        <p:spPr>
          <a:xfrm xmlns:a="http://schemas.openxmlformats.org/drawingml/2006/main">
            <a:off x="9982200" y="4191000"/>
            <a:ext cx="514350" cy="514350"/>
          </a:xfrm>
          <a:prstGeom xmlns:a="http://schemas.openxmlformats.org/drawingml/2006/main" prst="ellipse">
            <a:avLst/>
          </a:prstGeom>
          <a:solidFill xmlns:a="http://schemas.openxmlformats.org/drawingml/2006/main">
            <a:srgbClr val="FFFEFA"/>
          </a:solidFill>
          <a:ln xmlns:a="http://schemas.openxmlformats.org/drawingml/2006/main" w="9525">
            <a:solidFill>
              <a:srgbClr val="FFFFFF"/>
            </a:solidFill>
            <a:prstDash val="solid"/>
          </a:ln>
        </p:spPr>
      </p:sp>
    </p:spTree>
    <p:extLst>
      <p:ext uri="{BB962C8B-B14F-4D97-AF65-F5344CB8AC3E}">
        <p14:creationId xmlns:p14="http://schemas.microsoft.com/office/powerpoint/2010/main" val="169988378"/>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0" name="top-accent">
            <a:extLst xmlns:a="http://schemas.openxmlformats.org/drawingml/2006/main">
              <a:ext uri="{FF2B5EF4-FFF2-40B4-BE49-F238E27FC236}">
                <a16:creationId xmlns:a16="http://schemas.microsoft.com/office/drawing/2014/main" id="{EAC0C133-48A8-46F7-B878-E9632160D87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E8835DF5-3486-47C7-934F-C6F23CF81DD6}"/>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BEC7955A-2B4A-49C0-9B30-F64EE8008B43}"/>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12</a:t>
            </a:r>
          </a:p>
        </p:txBody>
      </p:sp>
      <p:sp>
        <p:nvSpPr>
          <p:cNvPr id="4" name="slide-title">
            <a:extLst xmlns:a="http://schemas.openxmlformats.org/drawingml/2006/main">
              <a:ext uri="{FF2B5EF4-FFF2-40B4-BE49-F238E27FC236}">
                <a16:creationId xmlns:a16="http://schemas.microsoft.com/office/drawing/2014/main" id="{46B389EF-2AA6-4A37-9039-DB4ED2AEC87D}"/>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Start with tokens, not isolated declarations</a:t>
            </a:r>
          </a:p>
        </p:txBody>
      </p:sp>
      <p:sp>
        <p:nvSpPr>
          <p:cNvPr id="5" name="slide-subtitle">
            <a:extLst xmlns:a="http://schemas.openxmlformats.org/drawingml/2006/main">
              <a:ext uri="{FF2B5EF4-FFF2-40B4-BE49-F238E27FC236}">
                <a16:creationId xmlns:a16="http://schemas.microsoft.com/office/drawing/2014/main" id="{9CE5BC4E-2789-48CB-A49F-D8AB3BF812A0}"/>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Shared variables make color, spacing, radius, shadow, and motion consistent across the entire multi-page site.</a:t>
            </a:r>
          </a:p>
        </p:txBody>
      </p:sp>
      <p:sp>
        <p:nvSpPr>
          <p:cNvPr id="6" name="dev-code-panel">
            <a:extLst xmlns:a="http://schemas.openxmlformats.org/drawingml/2006/main">
              <a:ext uri="{FF2B5EF4-FFF2-40B4-BE49-F238E27FC236}">
                <a16:creationId xmlns:a16="http://schemas.microsoft.com/office/drawing/2014/main" id="{FA5A760D-C36F-48EA-A3DE-86EAB9D7B84B}"/>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062C60EA-C266-4418-9854-11C935704832}"/>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EAAC05-7A02-4CD3-A668-4A6437F14D2C}"/>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css/style.css · lines 6–27</a:t>
            </a:r>
          </a:p>
        </p:txBody>
      </p:sp>
      <p:sp>
        <p:nvSpPr>
          <p:cNvPr id="9" name="">
            <a:extLst xmlns:a="http://schemas.openxmlformats.org/drawingml/2006/main">
              <a:ext uri="{FF2B5EF4-FFF2-40B4-BE49-F238E27FC236}">
                <a16:creationId xmlns:a16="http://schemas.microsoft.com/office/drawing/2014/main" id="{EC3EF2C7-F28F-462D-8FEB-9F9D51E9BBEA}"/>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01  :root {</a:t>
            </a:r>
          </a:p>
        </p:txBody>
      </p:sp>
      <p:sp>
        <p:nvSpPr>
          <p:cNvPr id="10" name="">
            <a:extLst xmlns:a="http://schemas.openxmlformats.org/drawingml/2006/main">
              <a:ext uri="{FF2B5EF4-FFF2-40B4-BE49-F238E27FC236}">
                <a16:creationId xmlns:a16="http://schemas.microsoft.com/office/drawing/2014/main" id="{EEF4E719-16B6-4C3A-999F-61C5FE78A6BC}"/>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--forest-950: #071b12;</a:t>
            </a:r>
          </a:p>
        </p:txBody>
      </p:sp>
      <p:sp>
        <p:nvSpPr>
          <p:cNvPr id="11" name="">
            <a:extLst xmlns:a="http://schemas.openxmlformats.org/drawingml/2006/main">
              <a:ext uri="{FF2B5EF4-FFF2-40B4-BE49-F238E27FC236}">
                <a16:creationId xmlns:a16="http://schemas.microsoft.com/office/drawing/2014/main" id="{52944678-3F27-4ACC-A5D7-D502435CBFEC}"/>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--forest-800: #123524;</a:t>
            </a:r>
          </a:p>
        </p:txBody>
      </p:sp>
      <p:sp>
        <p:nvSpPr>
          <p:cNvPr id="12" name="">
            <a:extLst xmlns:a="http://schemas.openxmlformats.org/drawingml/2006/main">
              <a:ext uri="{FF2B5EF4-FFF2-40B4-BE49-F238E27FC236}">
                <a16:creationId xmlns:a16="http://schemas.microsoft.com/office/drawing/2014/main" id="{793D61DC-62E0-4799-BA77-0D263F5374A3}"/>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--gold-500: #c8a96a;</a:t>
            </a:r>
          </a:p>
        </p:txBody>
      </p:sp>
      <p:sp>
        <p:nvSpPr>
          <p:cNvPr id="13" name="">
            <a:extLst xmlns:a="http://schemas.openxmlformats.org/drawingml/2006/main">
              <a:ext uri="{FF2B5EF4-FFF2-40B4-BE49-F238E27FC236}">
                <a16:creationId xmlns:a16="http://schemas.microsoft.com/office/drawing/2014/main" id="{204C3383-4106-4CCD-A5A9-CD8667E71647}"/>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05    --warm-white: #f7f5ef;</a:t>
            </a:r>
          </a:p>
        </p:txBody>
      </p:sp>
      <p:sp>
        <p:nvSpPr>
          <p:cNvPr id="14" name="">
            <a:extLst xmlns:a="http://schemas.openxmlformats.org/drawingml/2006/main">
              <a:ext uri="{FF2B5EF4-FFF2-40B4-BE49-F238E27FC236}">
                <a16:creationId xmlns:a16="http://schemas.microsoft.com/office/drawing/2014/main" id="{CA0B48D3-779D-4FDF-BA66-B0AFB7496CAB}"/>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06    --paper: #fffefa;</a:t>
            </a:r>
          </a:p>
        </p:txBody>
      </p:sp>
      <p:sp>
        <p:nvSpPr>
          <p:cNvPr id="15" name="">
            <a:extLst xmlns:a="http://schemas.openxmlformats.org/drawingml/2006/main">
              <a:ext uri="{FF2B5EF4-FFF2-40B4-BE49-F238E27FC236}">
                <a16:creationId xmlns:a16="http://schemas.microsoft.com/office/drawing/2014/main" id="{C10804E0-2036-45C5-869C-6A4103C5D4C7}"/>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--ink: #1d2922;</a:t>
            </a:r>
          </a:p>
        </p:txBody>
      </p:sp>
      <p:sp>
        <p:nvSpPr>
          <p:cNvPr id="16" name="">
            <a:extLst xmlns:a="http://schemas.openxmlformats.org/drawingml/2006/main">
              <a:ext uri="{FF2B5EF4-FFF2-40B4-BE49-F238E27FC236}">
                <a16:creationId xmlns:a16="http://schemas.microsoft.com/office/drawing/2014/main" id="{229C8608-A9FD-442C-8058-99C6D9133016}"/>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--muted: #69746d;</a:t>
            </a:r>
          </a:p>
        </p:txBody>
      </p:sp>
      <p:sp>
        <p:nvSpPr>
          <p:cNvPr id="17" name="">
            <a:extLst xmlns:a="http://schemas.openxmlformats.org/drawingml/2006/main">
              <a:ext uri="{FF2B5EF4-FFF2-40B4-BE49-F238E27FC236}">
                <a16:creationId xmlns:a16="http://schemas.microsoft.com/office/drawing/2014/main" id="{01B7486F-4E40-48B4-9C3E-6809DC209352}"/>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09    --shadow-sm: 0 8px 26px rgba(15,42,29,.065);</a:t>
            </a:r>
          </a:p>
        </p:txBody>
      </p:sp>
      <p:sp>
        <p:nvSpPr>
          <p:cNvPr id="18" name="">
            <a:extLst xmlns:a="http://schemas.openxmlformats.org/drawingml/2006/main">
              <a:ext uri="{FF2B5EF4-FFF2-40B4-BE49-F238E27FC236}">
                <a16:creationId xmlns:a16="http://schemas.microsoft.com/office/drawing/2014/main" id="{2548C637-EA12-4172-B022-F8BB7E8E0310}"/>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10    --radius-md: 14px;</a:t>
            </a:r>
          </a:p>
        </p:txBody>
      </p:sp>
      <p:sp>
        <p:nvSpPr>
          <p:cNvPr id="19" name="">
            <a:extLst xmlns:a="http://schemas.openxmlformats.org/drawingml/2006/main">
              <a:ext uri="{FF2B5EF4-FFF2-40B4-BE49-F238E27FC236}">
                <a16:creationId xmlns:a16="http://schemas.microsoft.com/office/drawing/2014/main" id="{654F2502-235E-45B6-BFD0-542412DBC060}"/>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--transition: 180ms ease;</a:t>
            </a:r>
          </a:p>
        </p:txBody>
      </p:sp>
      <p:sp>
        <p:nvSpPr>
          <p:cNvPr id="20" name="">
            <a:extLst xmlns:a="http://schemas.openxmlformats.org/drawingml/2006/main">
              <a:ext uri="{FF2B5EF4-FFF2-40B4-BE49-F238E27FC236}">
                <a16:creationId xmlns:a16="http://schemas.microsoft.com/office/drawing/2014/main" id="{7B24B76E-63D3-40F9-BAB1-D97052BAA8D0}"/>
              </a:ext>
            </a:extLst>
          </p:cNvPr>
          <p:cNvSpPr>
            <a:spLocks xmlns:a="http://schemas.openxmlformats.org/drawingml/2006/main" noGrp="1"/>
          </p:cNvSpPr>
          <p:nvPr/>
        </p:nvSpPr>
        <p:spPr>
          <a:xfrm xmlns:a="http://schemas.openxmlformats.org/drawingml/2006/main">
            <a:off x="781050" y="50863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12  }</a:t>
            </a:r>
          </a:p>
        </p:txBody>
      </p:sp>
      <p:sp>
        <p:nvSpPr>
          <p:cNvPr id="21" name="dev-browser-frame">
            <a:extLst xmlns:a="http://schemas.openxmlformats.org/drawingml/2006/main">
              <a:ext uri="{FF2B5EF4-FFF2-40B4-BE49-F238E27FC236}">
                <a16:creationId xmlns:a16="http://schemas.microsoft.com/office/drawing/2014/main" id="{BEB21A54-8E88-417E-ADEF-A1B96C90ED5E}"/>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22" name="">
            <a:extLst xmlns:a="http://schemas.openxmlformats.org/drawingml/2006/main">
              <a:ext uri="{FF2B5EF4-FFF2-40B4-BE49-F238E27FC236}">
                <a16:creationId xmlns:a16="http://schemas.microsoft.com/office/drawing/2014/main" id="{271B74A5-87EA-4E8E-964B-2E63B0F3D586}"/>
              </a:ext>
            </a:extLst>
          </p:cNvPr>
          <p:cNvSpPr>
            <a:spLocks xmlns:a="http://schemas.openxmlformats.org/drawingml/2006/main" noGrp="1"/>
          </p:cNvSpPr>
          <p:nvPr/>
        </p:nvSpPr>
        <p:spPr>
          <a:xfrm xmlns:a="http://schemas.openxmlformats.org/drawingml/2006/main">
            <a:off x="6229350" y="2095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PROJECT PALETTE</a:t>
            </a:r>
          </a:p>
        </p:txBody>
      </p:sp>
      <p:sp>
        <p:nvSpPr>
          <p:cNvPr id="23" name="">
            <a:extLst xmlns:a="http://schemas.openxmlformats.org/drawingml/2006/main">
              <a:ext uri="{FF2B5EF4-FFF2-40B4-BE49-F238E27FC236}">
                <a16:creationId xmlns:a16="http://schemas.microsoft.com/office/drawing/2014/main" id="{F85B4AA3-0138-466E-8309-17481AA93C3F}"/>
              </a:ext>
            </a:extLst>
          </p:cNvPr>
          <p:cNvSpPr>
            <a:spLocks xmlns:a="http://schemas.openxmlformats.org/drawingml/2006/main" noGrp="1"/>
          </p:cNvSpPr>
          <p:nvPr/>
        </p:nvSpPr>
        <p:spPr>
          <a:xfrm xmlns:a="http://schemas.openxmlformats.org/drawingml/2006/main">
            <a:off x="6229350" y="2533650"/>
            <a:ext cx="819150" cy="361950"/>
          </a:xfrm>
          <a:prstGeom xmlns:a="http://schemas.openxmlformats.org/drawingml/2006/main" prst="roundRect">
            <a:avLst>
              <a:gd name="adj" fmla="val 21053"/>
            </a:avLst>
          </a:prstGeom>
          <a:solidFill xmlns:a="http://schemas.openxmlformats.org/drawingml/2006/main">
            <a:srgbClr val="071B12"/>
          </a:solidFill>
          <a:ln xmlns:a="http://schemas.openxmlformats.org/drawingml/2006/main" w="9525">
            <a:solidFill>
              <a:srgbClr val="071B12"/>
            </a:solidFill>
            <a:prstDash val="solid"/>
          </a:ln>
        </p:spPr>
      </p:sp>
      <p:sp>
        <p:nvSpPr>
          <p:cNvPr id="24" name="">
            <a:extLst xmlns:a="http://schemas.openxmlformats.org/drawingml/2006/main">
              <a:ext uri="{FF2B5EF4-FFF2-40B4-BE49-F238E27FC236}">
                <a16:creationId xmlns:a16="http://schemas.microsoft.com/office/drawing/2014/main" id="{C60F0637-A82E-4639-91E6-5173C14F5AEF}"/>
              </a:ext>
            </a:extLst>
          </p:cNvPr>
          <p:cNvSpPr>
            <a:spLocks xmlns:a="http://schemas.openxmlformats.org/drawingml/2006/main" noGrp="1"/>
          </p:cNvSpPr>
          <p:nvPr/>
        </p:nvSpPr>
        <p:spPr>
          <a:xfrm xmlns:a="http://schemas.openxmlformats.org/drawingml/2006/main">
            <a:off x="7239000" y="26003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2922"/>
                </a:solidFill>
              </a:defRPr>
            </a:pPr>
            <a:r>
              <a:rPr sz="1200" b="1" i="0">
                <a:solidFill>
                  <a:srgbClr val="1D2922"/>
                </a:solidFill>
              </a:rPr>
              <a:t>Forest 950</a:t>
            </a:r>
          </a:p>
        </p:txBody>
      </p:sp>
      <p:sp>
        <p:nvSpPr>
          <p:cNvPr id="25" name="">
            <a:extLst xmlns:a="http://schemas.openxmlformats.org/drawingml/2006/main">
              <a:ext uri="{FF2B5EF4-FFF2-40B4-BE49-F238E27FC236}">
                <a16:creationId xmlns:a16="http://schemas.microsoft.com/office/drawing/2014/main" id="{347A303A-55F3-4E31-A50D-5EA365AD266B}"/>
              </a:ext>
            </a:extLst>
          </p:cNvPr>
          <p:cNvSpPr>
            <a:spLocks xmlns:a="http://schemas.openxmlformats.org/drawingml/2006/main" noGrp="1"/>
          </p:cNvSpPr>
          <p:nvPr/>
        </p:nvSpPr>
        <p:spPr>
          <a:xfrm xmlns:a="http://schemas.openxmlformats.org/drawingml/2006/main">
            <a:off x="8839200" y="26003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#071B12</a:t>
            </a:r>
          </a:p>
        </p:txBody>
      </p:sp>
      <p:sp>
        <p:nvSpPr>
          <p:cNvPr id="26" name="">
            <a:extLst xmlns:a="http://schemas.openxmlformats.org/drawingml/2006/main">
              <a:ext uri="{FF2B5EF4-FFF2-40B4-BE49-F238E27FC236}">
                <a16:creationId xmlns:a16="http://schemas.microsoft.com/office/drawing/2014/main" id="{23D6E8B0-E551-4C60-BE92-46C567F29257}"/>
              </a:ext>
            </a:extLst>
          </p:cNvPr>
          <p:cNvSpPr>
            <a:spLocks xmlns:a="http://schemas.openxmlformats.org/drawingml/2006/main" noGrp="1"/>
          </p:cNvSpPr>
          <p:nvPr/>
        </p:nvSpPr>
        <p:spPr>
          <a:xfrm xmlns:a="http://schemas.openxmlformats.org/drawingml/2006/main">
            <a:off x="6229350" y="3105150"/>
            <a:ext cx="819150" cy="361950"/>
          </a:xfrm>
          <a:prstGeom xmlns:a="http://schemas.openxmlformats.org/drawingml/2006/main" prst="roundRect">
            <a:avLst>
              <a:gd name="adj" fmla="val 21053"/>
            </a:avLst>
          </a:prstGeom>
          <a:solidFill xmlns:a="http://schemas.openxmlformats.org/drawingml/2006/main">
            <a:srgbClr val="123524"/>
          </a:solidFill>
          <a:ln xmlns:a="http://schemas.openxmlformats.org/drawingml/2006/main" w="9525">
            <a:solidFill>
              <a:srgbClr val="123524"/>
            </a:solidFill>
            <a:prstDash val="solid"/>
          </a:ln>
        </p:spPr>
      </p:sp>
      <p:sp>
        <p:nvSpPr>
          <p:cNvPr id="27" name="">
            <a:extLst xmlns:a="http://schemas.openxmlformats.org/drawingml/2006/main">
              <a:ext uri="{FF2B5EF4-FFF2-40B4-BE49-F238E27FC236}">
                <a16:creationId xmlns:a16="http://schemas.microsoft.com/office/drawing/2014/main" id="{E2798DEC-4802-4AA7-885D-809D597A2D5F}"/>
              </a:ext>
            </a:extLst>
          </p:cNvPr>
          <p:cNvSpPr>
            <a:spLocks xmlns:a="http://schemas.openxmlformats.org/drawingml/2006/main" noGrp="1"/>
          </p:cNvSpPr>
          <p:nvPr/>
        </p:nvSpPr>
        <p:spPr>
          <a:xfrm xmlns:a="http://schemas.openxmlformats.org/drawingml/2006/main">
            <a:off x="7239000" y="31718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2922"/>
                </a:solidFill>
              </a:defRPr>
            </a:pPr>
            <a:r>
              <a:rPr sz="1200" b="1" i="0">
                <a:solidFill>
                  <a:srgbClr val="1D2922"/>
                </a:solidFill>
              </a:rPr>
              <a:t>Forest 800</a:t>
            </a:r>
          </a:p>
        </p:txBody>
      </p:sp>
      <p:sp>
        <p:nvSpPr>
          <p:cNvPr id="28" name="">
            <a:extLst xmlns:a="http://schemas.openxmlformats.org/drawingml/2006/main">
              <a:ext uri="{FF2B5EF4-FFF2-40B4-BE49-F238E27FC236}">
                <a16:creationId xmlns:a16="http://schemas.microsoft.com/office/drawing/2014/main" id="{5AEAE1C1-B382-43D1-9D75-3C400940077B}"/>
              </a:ext>
            </a:extLst>
          </p:cNvPr>
          <p:cNvSpPr>
            <a:spLocks xmlns:a="http://schemas.openxmlformats.org/drawingml/2006/main" noGrp="1"/>
          </p:cNvSpPr>
          <p:nvPr/>
        </p:nvSpPr>
        <p:spPr>
          <a:xfrm xmlns:a="http://schemas.openxmlformats.org/drawingml/2006/main">
            <a:off x="8839200" y="31718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#123524</a:t>
            </a:r>
          </a:p>
        </p:txBody>
      </p:sp>
      <p:sp>
        <p:nvSpPr>
          <p:cNvPr id="29" name="">
            <a:extLst xmlns:a="http://schemas.openxmlformats.org/drawingml/2006/main">
              <a:ext uri="{FF2B5EF4-FFF2-40B4-BE49-F238E27FC236}">
                <a16:creationId xmlns:a16="http://schemas.microsoft.com/office/drawing/2014/main" id="{5F2D78E5-ADE5-46C5-8FE5-7A795F0422C1}"/>
              </a:ext>
            </a:extLst>
          </p:cNvPr>
          <p:cNvSpPr>
            <a:spLocks xmlns:a="http://schemas.openxmlformats.org/drawingml/2006/main" noGrp="1"/>
          </p:cNvSpPr>
          <p:nvPr/>
        </p:nvSpPr>
        <p:spPr>
          <a:xfrm xmlns:a="http://schemas.openxmlformats.org/drawingml/2006/main">
            <a:off x="6229350" y="3676650"/>
            <a:ext cx="819150" cy="361950"/>
          </a:xfrm>
          <a:prstGeom xmlns:a="http://schemas.openxmlformats.org/drawingml/2006/main" prst="roundRect">
            <a:avLst>
              <a:gd name="adj" fmla="val 21053"/>
            </a:avLst>
          </a:prstGeom>
          <a:solidFill xmlns:a="http://schemas.openxmlformats.org/drawingml/2006/main">
            <a:srgbClr val="C8A96A"/>
          </a:solidFill>
          <a:ln xmlns:a="http://schemas.openxmlformats.org/drawingml/2006/main" w="9525">
            <a:solidFill>
              <a:srgbClr val="C8A96A"/>
            </a:solidFill>
            <a:prstDash val="solid"/>
          </a:ln>
        </p:spPr>
      </p:sp>
      <p:sp>
        <p:nvSpPr>
          <p:cNvPr id="30" name="">
            <a:extLst xmlns:a="http://schemas.openxmlformats.org/drawingml/2006/main">
              <a:ext uri="{FF2B5EF4-FFF2-40B4-BE49-F238E27FC236}">
                <a16:creationId xmlns:a16="http://schemas.microsoft.com/office/drawing/2014/main" id="{B0EDC0D3-0E95-4BD2-AEE3-AA8E329F10F1}"/>
              </a:ext>
            </a:extLst>
          </p:cNvPr>
          <p:cNvSpPr>
            <a:spLocks xmlns:a="http://schemas.openxmlformats.org/drawingml/2006/main" noGrp="1"/>
          </p:cNvSpPr>
          <p:nvPr/>
        </p:nvSpPr>
        <p:spPr>
          <a:xfrm xmlns:a="http://schemas.openxmlformats.org/drawingml/2006/main">
            <a:off x="7239000" y="37433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2922"/>
                </a:solidFill>
              </a:defRPr>
            </a:pPr>
            <a:r>
              <a:rPr sz="1200" b="1" i="0">
                <a:solidFill>
                  <a:srgbClr val="1D2922"/>
                </a:solidFill>
              </a:rPr>
              <a:t>Gold 500</a:t>
            </a:r>
          </a:p>
        </p:txBody>
      </p:sp>
      <p:sp>
        <p:nvSpPr>
          <p:cNvPr id="31" name="">
            <a:extLst xmlns:a="http://schemas.openxmlformats.org/drawingml/2006/main">
              <a:ext uri="{FF2B5EF4-FFF2-40B4-BE49-F238E27FC236}">
                <a16:creationId xmlns:a16="http://schemas.microsoft.com/office/drawing/2014/main" id="{4EF70F16-DCCE-439B-AFF2-B17473E46175}"/>
              </a:ext>
            </a:extLst>
          </p:cNvPr>
          <p:cNvSpPr>
            <a:spLocks xmlns:a="http://schemas.openxmlformats.org/drawingml/2006/main" noGrp="1"/>
          </p:cNvSpPr>
          <p:nvPr/>
        </p:nvSpPr>
        <p:spPr>
          <a:xfrm xmlns:a="http://schemas.openxmlformats.org/drawingml/2006/main">
            <a:off x="8839200" y="37433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#C8A96A</a:t>
            </a:r>
          </a:p>
        </p:txBody>
      </p:sp>
      <p:sp>
        <p:nvSpPr>
          <p:cNvPr id="32" name="">
            <a:extLst xmlns:a="http://schemas.openxmlformats.org/drawingml/2006/main">
              <a:ext uri="{FF2B5EF4-FFF2-40B4-BE49-F238E27FC236}">
                <a16:creationId xmlns:a16="http://schemas.microsoft.com/office/drawing/2014/main" id="{198AD1F5-C0FB-4BC1-98CF-AF1BB859DFCF}"/>
              </a:ext>
            </a:extLst>
          </p:cNvPr>
          <p:cNvSpPr>
            <a:spLocks xmlns:a="http://schemas.openxmlformats.org/drawingml/2006/main" noGrp="1"/>
          </p:cNvSpPr>
          <p:nvPr/>
        </p:nvSpPr>
        <p:spPr>
          <a:xfrm xmlns:a="http://schemas.openxmlformats.org/drawingml/2006/main">
            <a:off x="6229350" y="4248150"/>
            <a:ext cx="819150" cy="361950"/>
          </a:xfrm>
          <a:prstGeom xmlns:a="http://schemas.openxmlformats.org/drawingml/2006/main" prst="roundRect">
            <a:avLst>
              <a:gd name="adj" fmla="val 21053"/>
            </a:avLst>
          </a:prstGeom>
          <a:solidFill xmlns:a="http://schemas.openxmlformats.org/drawingml/2006/main">
            <a:srgbClr val="F8F7F3"/>
          </a:solidFill>
          <a:ln xmlns:a="http://schemas.openxmlformats.org/drawingml/2006/main" w="9525">
            <a:solidFill>
              <a:srgbClr val="F8F7F3"/>
            </a:solidFill>
            <a:prstDash val="solid"/>
          </a:ln>
        </p:spPr>
      </p:sp>
      <p:sp>
        <p:nvSpPr>
          <p:cNvPr id="33" name="">
            <a:extLst xmlns:a="http://schemas.openxmlformats.org/drawingml/2006/main">
              <a:ext uri="{FF2B5EF4-FFF2-40B4-BE49-F238E27FC236}">
                <a16:creationId xmlns:a16="http://schemas.microsoft.com/office/drawing/2014/main" id="{52E9FBC0-3764-45C5-BE7C-030A4429E98E}"/>
              </a:ext>
            </a:extLst>
          </p:cNvPr>
          <p:cNvSpPr>
            <a:spLocks xmlns:a="http://schemas.openxmlformats.org/drawingml/2006/main" noGrp="1"/>
          </p:cNvSpPr>
          <p:nvPr/>
        </p:nvSpPr>
        <p:spPr>
          <a:xfrm xmlns:a="http://schemas.openxmlformats.org/drawingml/2006/main">
            <a:off x="7239000" y="43148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2922"/>
                </a:solidFill>
              </a:defRPr>
            </a:pPr>
            <a:r>
              <a:rPr sz="1200" b="1" i="0">
                <a:solidFill>
                  <a:srgbClr val="1D2922"/>
                </a:solidFill>
              </a:rPr>
              <a:t>Warm White</a:t>
            </a:r>
          </a:p>
        </p:txBody>
      </p:sp>
      <p:sp>
        <p:nvSpPr>
          <p:cNvPr id="34" name="">
            <a:extLst xmlns:a="http://schemas.openxmlformats.org/drawingml/2006/main">
              <a:ext uri="{FF2B5EF4-FFF2-40B4-BE49-F238E27FC236}">
                <a16:creationId xmlns:a16="http://schemas.microsoft.com/office/drawing/2014/main" id="{BD6A2680-D446-4A7C-B3B1-857F918C70B8}"/>
              </a:ext>
            </a:extLst>
          </p:cNvPr>
          <p:cNvSpPr>
            <a:spLocks xmlns:a="http://schemas.openxmlformats.org/drawingml/2006/main" noGrp="1"/>
          </p:cNvSpPr>
          <p:nvPr/>
        </p:nvSpPr>
        <p:spPr>
          <a:xfrm xmlns:a="http://schemas.openxmlformats.org/drawingml/2006/main">
            <a:off x="8839200" y="43148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#F8F7F3</a:t>
            </a:r>
          </a:p>
        </p:txBody>
      </p:sp>
      <p:sp>
        <p:nvSpPr>
          <p:cNvPr id="35" name="">
            <a:extLst xmlns:a="http://schemas.openxmlformats.org/drawingml/2006/main">
              <a:ext uri="{FF2B5EF4-FFF2-40B4-BE49-F238E27FC236}">
                <a16:creationId xmlns:a16="http://schemas.microsoft.com/office/drawing/2014/main" id="{6E8CCB71-210B-43C3-A940-8D2CBFD020AA}"/>
              </a:ext>
            </a:extLst>
          </p:cNvPr>
          <p:cNvSpPr>
            <a:spLocks xmlns:a="http://schemas.openxmlformats.org/drawingml/2006/main" noGrp="1"/>
          </p:cNvSpPr>
          <p:nvPr/>
        </p:nvSpPr>
        <p:spPr>
          <a:xfrm xmlns:a="http://schemas.openxmlformats.org/drawingml/2006/main">
            <a:off x="6229350" y="4819650"/>
            <a:ext cx="819150" cy="361950"/>
          </a:xfrm>
          <a:prstGeom xmlns:a="http://schemas.openxmlformats.org/drawingml/2006/main" prst="roundRect">
            <a:avLst>
              <a:gd name="adj" fmla="val 21053"/>
            </a:avLst>
          </a:prstGeom>
          <a:solidFill xmlns:a="http://schemas.openxmlformats.org/drawingml/2006/main">
            <a:srgbClr val="FFFEFA"/>
          </a:solidFill>
          <a:ln xmlns:a="http://schemas.openxmlformats.org/drawingml/2006/main" w="9525">
            <a:solidFill>
              <a:srgbClr val="E5E1D8"/>
            </a:solidFill>
            <a:prstDash val="solid"/>
          </a:ln>
        </p:spPr>
      </p:sp>
      <p:sp>
        <p:nvSpPr>
          <p:cNvPr id="36" name="">
            <a:extLst xmlns:a="http://schemas.openxmlformats.org/drawingml/2006/main">
              <a:ext uri="{FF2B5EF4-FFF2-40B4-BE49-F238E27FC236}">
                <a16:creationId xmlns:a16="http://schemas.microsoft.com/office/drawing/2014/main" id="{967E7B9E-9410-4103-AC5C-DEBB30D063D9}"/>
              </a:ext>
            </a:extLst>
          </p:cNvPr>
          <p:cNvSpPr>
            <a:spLocks xmlns:a="http://schemas.openxmlformats.org/drawingml/2006/main" noGrp="1"/>
          </p:cNvSpPr>
          <p:nvPr/>
        </p:nvSpPr>
        <p:spPr>
          <a:xfrm xmlns:a="http://schemas.openxmlformats.org/drawingml/2006/main">
            <a:off x="7239000" y="48863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2922"/>
                </a:solidFill>
              </a:defRPr>
            </a:pPr>
            <a:r>
              <a:rPr sz="1200" b="1" i="0">
                <a:solidFill>
                  <a:srgbClr val="1D2922"/>
                </a:solidFill>
              </a:rPr>
              <a:t>Paper</a:t>
            </a:r>
          </a:p>
        </p:txBody>
      </p:sp>
      <p:sp>
        <p:nvSpPr>
          <p:cNvPr id="37" name="">
            <a:extLst xmlns:a="http://schemas.openxmlformats.org/drawingml/2006/main">
              <a:ext uri="{FF2B5EF4-FFF2-40B4-BE49-F238E27FC236}">
                <a16:creationId xmlns:a16="http://schemas.microsoft.com/office/drawing/2014/main" id="{C51EDCBF-8681-4407-8847-3E93F5ED7C1A}"/>
              </a:ext>
            </a:extLst>
          </p:cNvPr>
          <p:cNvSpPr>
            <a:spLocks xmlns:a="http://schemas.openxmlformats.org/drawingml/2006/main" noGrp="1"/>
          </p:cNvSpPr>
          <p:nvPr/>
        </p:nvSpPr>
        <p:spPr>
          <a:xfrm xmlns:a="http://schemas.openxmlformats.org/drawingml/2006/main">
            <a:off x="8839200" y="48863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#FFFEFA</a:t>
            </a:r>
          </a:p>
        </p:txBody>
      </p:sp>
      <p:sp>
        <p:nvSpPr>
          <p:cNvPr id="38" name="">
            <a:extLst xmlns:a="http://schemas.openxmlformats.org/drawingml/2006/main">
              <a:ext uri="{FF2B5EF4-FFF2-40B4-BE49-F238E27FC236}">
                <a16:creationId xmlns:a16="http://schemas.microsoft.com/office/drawing/2014/main" id="{BC495E3C-8C12-4865-A7F0-B69130695996}"/>
              </a:ext>
            </a:extLst>
          </p:cNvPr>
          <p:cNvSpPr>
            <a:spLocks xmlns:a="http://schemas.openxmlformats.org/drawingml/2006/main" noGrp="1"/>
          </p:cNvSpPr>
          <p:nvPr/>
        </p:nvSpPr>
        <p:spPr>
          <a:xfrm xmlns:a="http://schemas.openxmlformats.org/drawingml/2006/main">
            <a:off x="6229350" y="547687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1A4A34"/>
                </a:solidFill>
              </a:defRPr>
            </a:pPr>
            <a:r>
              <a:rPr sz="1200" b="0" i="0">
                <a:solidFill>
                  <a:srgbClr val="1A4A34"/>
                </a:solidFill>
              </a:rPr>
              <a:t>14 px radius  ·  soft shadow  ·  180 ms transitions</a:t>
            </a:r>
          </a:p>
        </p:txBody>
      </p:sp>
      <p:sp>
        <p:nvSpPr>
          <p:cNvPr id="39" name="">
            <a:extLst xmlns:a="http://schemas.openxmlformats.org/drawingml/2006/main">
              <a:ext uri="{FF2B5EF4-FFF2-40B4-BE49-F238E27FC236}">
                <a16:creationId xmlns:a16="http://schemas.microsoft.com/office/drawing/2014/main" id="{C5A8DFD6-513B-49DB-A97B-1BD7755E54CE}"/>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791730742"/>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1" name="top-accent">
            <a:extLst xmlns:a="http://schemas.openxmlformats.org/drawingml/2006/main">
              <a:ext uri="{FF2B5EF4-FFF2-40B4-BE49-F238E27FC236}">
                <a16:creationId xmlns:a16="http://schemas.microsoft.com/office/drawing/2014/main" id="{0D84B377-60C7-4644-9E30-0372E9F4224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D3612EF3-7BAF-40D1-BC4B-169E80DAAEBB}"/>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AB31B2DF-E3AD-4341-B590-443E4B3AE424}"/>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13</a:t>
            </a:r>
          </a:p>
        </p:txBody>
      </p:sp>
      <p:sp>
        <p:nvSpPr>
          <p:cNvPr id="4" name="slide-title">
            <a:extLst xmlns:a="http://schemas.openxmlformats.org/drawingml/2006/main">
              <a:ext uri="{FF2B5EF4-FFF2-40B4-BE49-F238E27FC236}">
                <a16:creationId xmlns:a16="http://schemas.microsoft.com/office/drawing/2014/main" id="{98D1151E-716C-4160-94CC-16E8F948A09A}"/>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Transform the hero into the project’s visual anchor</a:t>
            </a:r>
          </a:p>
        </p:txBody>
      </p:sp>
      <p:sp>
        <p:nvSpPr>
          <p:cNvPr id="5" name="slide-subtitle">
            <a:extLst xmlns:a="http://schemas.openxmlformats.org/drawingml/2006/main">
              <a:ext uri="{FF2B5EF4-FFF2-40B4-BE49-F238E27FC236}">
                <a16:creationId xmlns:a16="http://schemas.microsoft.com/office/drawing/2014/main" id="{384C2CC1-D15C-4E2E-8EFC-2B03ED4212C1}"/>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Image, overlay, typography, and actions are layered deliberately to preserve readability.</a:t>
            </a:r>
          </a:p>
        </p:txBody>
      </p:sp>
      <p:sp>
        <p:nvSpPr>
          <p:cNvPr id="6" name="dev-code-panel">
            <a:extLst xmlns:a="http://schemas.openxmlformats.org/drawingml/2006/main">
              <a:ext uri="{FF2B5EF4-FFF2-40B4-BE49-F238E27FC236}">
                <a16:creationId xmlns:a16="http://schemas.microsoft.com/office/drawing/2014/main" id="{318E2565-70E9-4E8E-B78F-27E133FE679E}"/>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736843CD-31B8-4CC6-9C36-FC301C19A09E}"/>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C13340D-470F-4BF4-B79A-B20CAE648D90}"/>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css/home.css · hero rules</a:t>
            </a:r>
          </a:p>
        </p:txBody>
      </p:sp>
      <p:sp>
        <p:nvSpPr>
          <p:cNvPr id="9" name="">
            <a:extLst xmlns:a="http://schemas.openxmlformats.org/drawingml/2006/main">
              <a:ext uri="{FF2B5EF4-FFF2-40B4-BE49-F238E27FC236}">
                <a16:creationId xmlns:a16="http://schemas.microsoft.com/office/drawing/2014/main" id="{C71D24A6-8F07-4D98-9102-4830BC5E99E1}"/>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.home-hero {</a:t>
            </a:r>
          </a:p>
        </p:txBody>
      </p:sp>
      <p:sp>
        <p:nvSpPr>
          <p:cNvPr id="10" name="">
            <a:extLst xmlns:a="http://schemas.openxmlformats.org/drawingml/2006/main">
              <a:ext uri="{FF2B5EF4-FFF2-40B4-BE49-F238E27FC236}">
                <a16:creationId xmlns:a16="http://schemas.microsoft.com/office/drawing/2014/main" id="{2B393F8B-396D-43BA-91BF-BD9825624F14}"/>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min-height: 252px;</a:t>
            </a:r>
          </a:p>
        </p:txBody>
      </p:sp>
      <p:sp>
        <p:nvSpPr>
          <p:cNvPr id="11" name="">
            <a:extLst xmlns:a="http://schemas.openxmlformats.org/drawingml/2006/main">
              <a:ext uri="{FF2B5EF4-FFF2-40B4-BE49-F238E27FC236}">
                <a16:creationId xmlns:a16="http://schemas.microsoft.com/office/drawing/2014/main" id="{91D2353F-0740-4257-A572-BB17FF800217}"/>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background-image:</a:t>
            </a:r>
          </a:p>
        </p:txBody>
      </p:sp>
      <p:sp>
        <p:nvSpPr>
          <p:cNvPr id="12" name="">
            <a:extLst xmlns:a="http://schemas.openxmlformats.org/drawingml/2006/main">
              <a:ext uri="{FF2B5EF4-FFF2-40B4-BE49-F238E27FC236}">
                <a16:creationId xmlns:a16="http://schemas.microsoft.com/office/drawing/2014/main" id="{B48192FB-C96D-4200-AB24-60AF7BA4C87C}"/>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04      linear-gradient(90deg, rgba(4,19,12,.96),</a:t>
            </a:r>
          </a:p>
        </p:txBody>
      </p:sp>
      <p:sp>
        <p:nvSpPr>
          <p:cNvPr id="13" name="">
            <a:extLst xmlns:a="http://schemas.openxmlformats.org/drawingml/2006/main">
              <a:ext uri="{FF2B5EF4-FFF2-40B4-BE49-F238E27FC236}">
                <a16:creationId xmlns:a16="http://schemas.microsoft.com/office/drawing/2014/main" id="{085E67F3-5BBA-418B-91C8-DAC1BDFEC205}"/>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rgba(5,25,16,.56), rgba(5,25,16,.12)),</a:t>
            </a:r>
          </a:p>
        </p:txBody>
      </p:sp>
      <p:sp>
        <p:nvSpPr>
          <p:cNvPr id="14" name="">
            <a:extLst xmlns:a="http://schemas.openxmlformats.org/drawingml/2006/main">
              <a:ext uri="{FF2B5EF4-FFF2-40B4-BE49-F238E27FC236}">
                <a16:creationId xmlns:a16="http://schemas.microsoft.com/office/drawing/2014/main" id="{F61CB7AA-015E-447B-9310-5951397230AB}"/>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url('../assets/images/hero-village.png');</a:t>
            </a:r>
          </a:p>
        </p:txBody>
      </p:sp>
      <p:sp>
        <p:nvSpPr>
          <p:cNvPr id="15" name="">
            <a:extLst xmlns:a="http://schemas.openxmlformats.org/drawingml/2006/main">
              <a:ext uri="{FF2B5EF4-FFF2-40B4-BE49-F238E27FC236}">
                <a16:creationId xmlns:a16="http://schemas.microsoft.com/office/drawing/2014/main" id="{B03D85F2-B224-4C0D-B7BD-67313A600229}"/>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background-size: cover;</a:t>
            </a:r>
          </a:p>
        </p:txBody>
      </p:sp>
      <p:sp>
        <p:nvSpPr>
          <p:cNvPr id="16" name="">
            <a:extLst xmlns:a="http://schemas.openxmlformats.org/drawingml/2006/main">
              <a:ext uri="{FF2B5EF4-FFF2-40B4-BE49-F238E27FC236}">
                <a16:creationId xmlns:a16="http://schemas.microsoft.com/office/drawing/2014/main" id="{9DF6F5CE-C7D3-42D9-929C-71BED54AE983}"/>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background-position: center 57%;</a:t>
            </a:r>
          </a:p>
        </p:txBody>
      </p:sp>
      <p:sp>
        <p:nvSpPr>
          <p:cNvPr id="17" name="">
            <a:extLst xmlns:a="http://schemas.openxmlformats.org/drawingml/2006/main">
              <a:ext uri="{FF2B5EF4-FFF2-40B4-BE49-F238E27FC236}">
                <a16:creationId xmlns:a16="http://schemas.microsoft.com/office/drawing/2014/main" id="{CE5697A4-D847-40E1-AC72-18D69F73630A}"/>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a:t>
            </a:r>
          </a:p>
        </p:txBody>
      </p:sp>
      <p:sp>
        <p:nvSpPr>
          <p:cNvPr id="18" name="">
            <a:extLst xmlns:a="http://schemas.openxmlformats.org/drawingml/2006/main">
              <a:ext uri="{FF2B5EF4-FFF2-40B4-BE49-F238E27FC236}">
                <a16:creationId xmlns:a16="http://schemas.microsoft.com/office/drawing/2014/main" id="{18F30C5E-CE88-4B95-A76B-DA2B4E98353C}"/>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.home-hero h1 {</a:t>
            </a:r>
          </a:p>
        </p:txBody>
      </p:sp>
      <p:sp>
        <p:nvSpPr>
          <p:cNvPr id="19" name="">
            <a:extLst xmlns:a="http://schemas.openxmlformats.org/drawingml/2006/main">
              <a:ext uri="{FF2B5EF4-FFF2-40B4-BE49-F238E27FC236}">
                <a16:creationId xmlns:a16="http://schemas.microsoft.com/office/drawing/2014/main" id="{82A94286-3EFB-4EB9-8B22-56C88870D046}"/>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font-family: Georgia, serif;</a:t>
            </a:r>
          </a:p>
        </p:txBody>
      </p:sp>
      <p:sp>
        <p:nvSpPr>
          <p:cNvPr id="20" name="">
            <a:extLst xmlns:a="http://schemas.openxmlformats.org/drawingml/2006/main">
              <a:ext uri="{FF2B5EF4-FFF2-40B4-BE49-F238E27FC236}">
                <a16:creationId xmlns:a16="http://schemas.microsoft.com/office/drawing/2014/main" id="{F0D29C7E-0507-4989-BD33-1157C3F8BD24}"/>
              </a:ext>
            </a:extLst>
          </p:cNvPr>
          <p:cNvSpPr>
            <a:spLocks xmlns:a="http://schemas.openxmlformats.org/drawingml/2006/main" noGrp="1"/>
          </p:cNvSpPr>
          <p:nvPr/>
        </p:nvSpPr>
        <p:spPr>
          <a:xfrm xmlns:a="http://schemas.openxmlformats.org/drawingml/2006/main">
            <a:off x="781050" y="50863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12    color: #fff;</a:t>
            </a:r>
          </a:p>
        </p:txBody>
      </p:sp>
      <p:sp>
        <p:nvSpPr>
          <p:cNvPr id="21" name="">
            <a:extLst xmlns:a="http://schemas.openxmlformats.org/drawingml/2006/main">
              <a:ext uri="{FF2B5EF4-FFF2-40B4-BE49-F238E27FC236}">
                <a16:creationId xmlns:a16="http://schemas.microsoft.com/office/drawing/2014/main" id="{777C88F6-37B1-430D-B5EB-2A8A06BBA9E9}"/>
              </a:ext>
            </a:extLst>
          </p:cNvPr>
          <p:cNvSpPr>
            <a:spLocks xmlns:a="http://schemas.openxmlformats.org/drawingml/2006/main" noGrp="1"/>
          </p:cNvSpPr>
          <p:nvPr/>
        </p:nvSpPr>
        <p:spPr>
          <a:xfrm xmlns:a="http://schemas.openxmlformats.org/drawingml/2006/main">
            <a:off x="781050" y="53435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13  }</a:t>
            </a:r>
          </a:p>
        </p:txBody>
      </p:sp>
      <p:sp>
        <p:nvSpPr>
          <p:cNvPr id="22" name="dev-browser-frame">
            <a:extLst xmlns:a="http://schemas.openxmlformats.org/drawingml/2006/main">
              <a:ext uri="{FF2B5EF4-FFF2-40B4-BE49-F238E27FC236}">
                <a16:creationId xmlns:a16="http://schemas.microsoft.com/office/drawing/2014/main" id="{58EE8026-F494-4ADB-8A3A-6EF2C9EB0164}"/>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071B12"/>
          </a:solidFill>
          <a:ln xmlns:a="http://schemas.openxmlformats.org/drawingml/2006/main" w="9525">
            <a:solidFill>
              <a:srgbClr val="E5E1D8"/>
            </a:solidFill>
            <a:prstDash val="solid"/>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feb331285bda4475"/>
          <a:srcRect xmlns:a="http://schemas.openxmlformats.org/drawingml/2006/main" l="4408" t="0" r="4408" b="0"/>
          <a:stretch xmlns:a="http://schemas.openxmlformats.org/drawingml/2006/main">
            <a:fillRect l="0" t="0" r="0" b="0"/>
          </a:stretch>
        </p:blipFill>
        <p:spPr>
          <a:xfrm xmlns:a="http://schemas.openxmlformats.org/drawingml/2006/main">
            <a:off x="6076950" y="1981200"/>
            <a:ext cx="5334000" cy="3657600"/>
          </a:xfrm>
          <a:prstGeom xmlns:a="http://schemas.openxmlformats.org/drawingml/2006/main" prst="roundRect">
            <a:avLst/>
          </a:prstGeom>
        </p:spPr>
      </p:pic>
      <p:sp>
        <p:nvSpPr>
          <p:cNvPr id="24" name="">
            <a:extLst xmlns:a="http://schemas.openxmlformats.org/drawingml/2006/main">
              <a:ext uri="{FF2B5EF4-FFF2-40B4-BE49-F238E27FC236}">
                <a16:creationId xmlns:a16="http://schemas.microsoft.com/office/drawing/2014/main" id="{55538596-54C5-4668-8601-9AE0E11F5DBC}"/>
              </a:ext>
            </a:extLst>
          </p:cNvPr>
          <p:cNvSpPr>
            <a:spLocks xmlns:a="http://schemas.openxmlformats.org/drawingml/2006/main" noGrp="1"/>
          </p:cNvSpPr>
          <p:nvPr/>
        </p:nvSpPr>
        <p:spPr>
          <a:xfrm xmlns:a="http://schemas.openxmlformats.org/drawingml/2006/main">
            <a:off x="6286500" y="5181600"/>
            <a:ext cx="108585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B318ACD-4058-4DB1-952E-B1BF0EBE5EE8}"/>
              </a:ext>
            </a:extLst>
          </p:cNvPr>
          <p:cNvSpPr>
            <a:spLocks xmlns:a="http://schemas.openxmlformats.org/drawingml/2006/main" noGrp="1"/>
          </p:cNvSpPr>
          <p:nvPr/>
        </p:nvSpPr>
        <p:spPr>
          <a:xfrm xmlns:a="http://schemas.openxmlformats.org/drawingml/2006/main">
            <a:off x="6381750" y="52387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dark overlay</a:t>
            </a:r>
          </a:p>
        </p:txBody>
      </p:sp>
      <p:sp>
        <p:nvSpPr>
          <p:cNvPr id="26" name="">
            <a:extLst xmlns:a="http://schemas.openxmlformats.org/drawingml/2006/main">
              <a:ext uri="{FF2B5EF4-FFF2-40B4-BE49-F238E27FC236}">
                <a16:creationId xmlns:a16="http://schemas.microsoft.com/office/drawing/2014/main" id="{CB5CE35D-C8C2-428F-9F55-FCCA1C1EECBF}"/>
              </a:ext>
            </a:extLst>
          </p:cNvPr>
          <p:cNvSpPr>
            <a:spLocks xmlns:a="http://schemas.openxmlformats.org/drawingml/2006/main" noGrp="1"/>
          </p:cNvSpPr>
          <p:nvPr/>
        </p:nvSpPr>
        <p:spPr>
          <a:xfrm xmlns:a="http://schemas.openxmlformats.org/drawingml/2006/main">
            <a:off x="7486650" y="5181600"/>
            <a:ext cx="11620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8B292F1-ABD2-48C0-819B-E631EC49FEFF}"/>
              </a:ext>
            </a:extLst>
          </p:cNvPr>
          <p:cNvSpPr>
            <a:spLocks xmlns:a="http://schemas.openxmlformats.org/drawingml/2006/main" noGrp="1"/>
          </p:cNvSpPr>
          <p:nvPr/>
        </p:nvSpPr>
        <p:spPr>
          <a:xfrm xmlns:a="http://schemas.openxmlformats.org/drawingml/2006/main">
            <a:off x="7581900" y="52387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serif heading</a:t>
            </a:r>
          </a:p>
        </p:txBody>
      </p:sp>
      <p:sp>
        <p:nvSpPr>
          <p:cNvPr id="28" name="">
            <a:extLst xmlns:a="http://schemas.openxmlformats.org/drawingml/2006/main">
              <a:ext uri="{FF2B5EF4-FFF2-40B4-BE49-F238E27FC236}">
                <a16:creationId xmlns:a16="http://schemas.microsoft.com/office/drawing/2014/main" id="{3353E405-82B0-41B7-801B-7C19C73CDF7C}"/>
              </a:ext>
            </a:extLst>
          </p:cNvPr>
          <p:cNvSpPr>
            <a:spLocks xmlns:a="http://schemas.openxmlformats.org/drawingml/2006/main" noGrp="1"/>
          </p:cNvSpPr>
          <p:nvPr/>
        </p:nvSpPr>
        <p:spPr>
          <a:xfrm xmlns:a="http://schemas.openxmlformats.org/drawingml/2006/main">
            <a:off x="8763000" y="5181600"/>
            <a:ext cx="952500" cy="285750"/>
          </a:xfrm>
          <a:prstGeom xmlns:a="http://schemas.openxmlformats.org/drawingml/2006/main" prst="roundRect">
            <a:avLst>
              <a:gd name="adj" fmla="val 26667"/>
            </a:avLst>
          </a:prstGeom>
          <a:solidFill xmlns:a="http://schemas.openxmlformats.org/drawingml/2006/main">
            <a:srgbClr val="E4EEE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39083AC-AE9D-4313-84C5-EC201A04E5AC}"/>
              </a:ext>
            </a:extLst>
          </p:cNvPr>
          <p:cNvSpPr>
            <a:spLocks xmlns:a="http://schemas.openxmlformats.org/drawingml/2006/main" noGrp="1"/>
          </p:cNvSpPr>
          <p:nvPr/>
        </p:nvSpPr>
        <p:spPr>
          <a:xfrm xmlns:a="http://schemas.openxmlformats.org/drawingml/2006/main">
            <a:off x="8858250" y="52387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two CTAs</a:t>
            </a:r>
          </a:p>
        </p:txBody>
      </p:sp>
      <p:sp>
        <p:nvSpPr>
          <p:cNvPr id="30" name="">
            <a:extLst xmlns:a="http://schemas.openxmlformats.org/drawingml/2006/main">
              <a:ext uri="{FF2B5EF4-FFF2-40B4-BE49-F238E27FC236}">
                <a16:creationId xmlns:a16="http://schemas.microsoft.com/office/drawing/2014/main" id="{627BAA24-FBA1-472D-B13A-DB8DF9622336}"/>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92157760"/>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1" name="top-accent">
            <a:extLst xmlns:a="http://schemas.openxmlformats.org/drawingml/2006/main">
              <a:ext uri="{FF2B5EF4-FFF2-40B4-BE49-F238E27FC236}">
                <a16:creationId xmlns:a16="http://schemas.microsoft.com/office/drawing/2014/main" id="{5B2AA4D9-B19D-462C-945A-4137A9E5064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58E594D1-BB81-494B-A37D-D96D13113111}"/>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29DD5CD8-0F7E-46FA-94D2-7CB7135B9BD8}"/>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14</a:t>
            </a:r>
          </a:p>
        </p:txBody>
      </p:sp>
      <p:sp>
        <p:nvSpPr>
          <p:cNvPr id="4" name="slide-title">
            <a:extLst xmlns:a="http://schemas.openxmlformats.org/drawingml/2006/main">
              <a:ext uri="{FF2B5EF4-FFF2-40B4-BE49-F238E27FC236}">
                <a16:creationId xmlns:a16="http://schemas.microsoft.com/office/drawing/2014/main" id="{62F23772-A430-4E5D-BBF2-643D3E814CF6}"/>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Use grid rules that adapt instead of collapsing</a:t>
            </a:r>
          </a:p>
        </p:txBody>
      </p:sp>
      <p:sp>
        <p:nvSpPr>
          <p:cNvPr id="5" name="slide-subtitle">
            <a:extLst xmlns:a="http://schemas.openxmlformats.org/drawingml/2006/main">
              <a:ext uri="{FF2B5EF4-FFF2-40B4-BE49-F238E27FC236}">
                <a16:creationId xmlns:a16="http://schemas.microsoft.com/office/drawing/2014/main" id="{30047769-815D-4EAC-9390-61AAB51A198F}"/>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same content hierarchy is preserved from desktop through mobile.</a:t>
            </a:r>
          </a:p>
        </p:txBody>
      </p:sp>
      <p:sp>
        <p:nvSpPr>
          <p:cNvPr id="6" name="dev-code-panel">
            <a:extLst xmlns:a="http://schemas.openxmlformats.org/drawingml/2006/main">
              <a:ext uri="{FF2B5EF4-FFF2-40B4-BE49-F238E27FC236}">
                <a16:creationId xmlns:a16="http://schemas.microsoft.com/office/drawing/2014/main" id="{D1EB58B1-1001-4243-BB3B-22690B95ECCA}"/>
              </a:ext>
            </a:extLst>
          </p:cNvPr>
          <p:cNvSpPr>
            <a:spLocks xmlns:a="http://schemas.openxmlformats.org/drawingml/2006/main" noGrp="1"/>
          </p:cNvSpPr>
          <p:nvPr/>
        </p:nvSpPr>
        <p:spPr>
          <a:xfrm xmlns:a="http://schemas.openxmlformats.org/drawingml/2006/main">
            <a:off x="609600" y="1809750"/>
            <a:ext cx="47625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FD02C592-8859-4EC4-9C8C-C1F0555E629A}"/>
              </a:ext>
            </a:extLst>
          </p:cNvPr>
          <p:cNvSpPr>
            <a:spLocks xmlns:a="http://schemas.openxmlformats.org/drawingml/2006/main" noGrp="1"/>
          </p:cNvSpPr>
          <p:nvPr/>
        </p:nvSpPr>
        <p:spPr>
          <a:xfrm xmlns:a="http://schemas.openxmlformats.org/drawingml/2006/main">
            <a:off x="609600" y="1809750"/>
            <a:ext cx="4762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D0A08E2-5E9F-448C-9D9B-47AC782AB293}"/>
              </a:ext>
            </a:extLst>
          </p:cNvPr>
          <p:cNvSpPr>
            <a:spLocks xmlns:a="http://schemas.openxmlformats.org/drawingml/2006/main" noGrp="1"/>
          </p:cNvSpPr>
          <p:nvPr/>
        </p:nvSpPr>
        <p:spPr>
          <a:xfrm xmlns:a="http://schemas.openxmlformats.org/drawingml/2006/main">
            <a:off x="781050" y="1905000"/>
            <a:ext cx="441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css/home.css · grid + breakpoints</a:t>
            </a:r>
          </a:p>
        </p:txBody>
      </p:sp>
      <p:sp>
        <p:nvSpPr>
          <p:cNvPr id="9" name="">
            <a:extLst xmlns:a="http://schemas.openxmlformats.org/drawingml/2006/main">
              <a:ext uri="{FF2B5EF4-FFF2-40B4-BE49-F238E27FC236}">
                <a16:creationId xmlns:a16="http://schemas.microsoft.com/office/drawing/2014/main" id="{4499B7F8-4A03-4DFD-B9BA-B56A1AF98599}"/>
              </a:ext>
            </a:extLst>
          </p:cNvPr>
          <p:cNvSpPr>
            <a:spLocks xmlns:a="http://schemas.openxmlformats.org/drawingml/2006/main" noGrp="1"/>
          </p:cNvSpPr>
          <p:nvPr/>
        </p:nvSpPr>
        <p:spPr>
          <a:xfrm xmlns:a="http://schemas.openxmlformats.org/drawingml/2006/main">
            <a:off x="781050" y="22574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.home-stats {</a:t>
            </a:r>
          </a:p>
        </p:txBody>
      </p:sp>
      <p:sp>
        <p:nvSpPr>
          <p:cNvPr id="10" name="">
            <a:extLst xmlns:a="http://schemas.openxmlformats.org/drawingml/2006/main">
              <a:ext uri="{FF2B5EF4-FFF2-40B4-BE49-F238E27FC236}">
                <a16:creationId xmlns:a16="http://schemas.microsoft.com/office/drawing/2014/main" id="{2946C96A-37CA-4DDA-97A4-5DF986CB8E57}"/>
              </a:ext>
            </a:extLst>
          </p:cNvPr>
          <p:cNvSpPr>
            <a:spLocks xmlns:a="http://schemas.openxmlformats.org/drawingml/2006/main" noGrp="1"/>
          </p:cNvSpPr>
          <p:nvPr/>
        </p:nvSpPr>
        <p:spPr>
          <a:xfrm xmlns:a="http://schemas.openxmlformats.org/drawingml/2006/main">
            <a:off x="781050" y="25146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display: grid;</a:t>
            </a:r>
          </a:p>
        </p:txBody>
      </p:sp>
      <p:sp>
        <p:nvSpPr>
          <p:cNvPr id="11" name="">
            <a:extLst xmlns:a="http://schemas.openxmlformats.org/drawingml/2006/main">
              <a:ext uri="{FF2B5EF4-FFF2-40B4-BE49-F238E27FC236}">
                <a16:creationId xmlns:a16="http://schemas.microsoft.com/office/drawing/2014/main" id="{F795A4E6-3C0B-4812-89F6-BD5C410C7286}"/>
              </a:ext>
            </a:extLst>
          </p:cNvPr>
          <p:cNvSpPr>
            <a:spLocks xmlns:a="http://schemas.openxmlformats.org/drawingml/2006/main" noGrp="1"/>
          </p:cNvSpPr>
          <p:nvPr/>
        </p:nvSpPr>
        <p:spPr>
          <a:xfrm xmlns:a="http://schemas.openxmlformats.org/drawingml/2006/main">
            <a:off x="781050" y="27717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grid-template-columns: repeat(5, 1fr);</a:t>
            </a:r>
          </a:p>
        </p:txBody>
      </p:sp>
      <p:sp>
        <p:nvSpPr>
          <p:cNvPr id="12" name="">
            <a:extLst xmlns:a="http://schemas.openxmlformats.org/drawingml/2006/main">
              <a:ext uri="{FF2B5EF4-FFF2-40B4-BE49-F238E27FC236}">
                <a16:creationId xmlns:a16="http://schemas.microsoft.com/office/drawing/2014/main" id="{D6B84969-4D33-4A57-ACB3-54D580EAD337}"/>
              </a:ext>
            </a:extLst>
          </p:cNvPr>
          <p:cNvSpPr>
            <a:spLocks xmlns:a="http://schemas.openxmlformats.org/drawingml/2006/main" noGrp="1"/>
          </p:cNvSpPr>
          <p:nvPr/>
        </p:nvSpPr>
        <p:spPr>
          <a:xfrm xmlns:a="http://schemas.openxmlformats.org/drawingml/2006/main">
            <a:off x="781050" y="30289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gap: 12px;</a:t>
            </a:r>
          </a:p>
        </p:txBody>
      </p:sp>
      <p:sp>
        <p:nvSpPr>
          <p:cNvPr id="13" name="">
            <a:extLst xmlns:a="http://schemas.openxmlformats.org/drawingml/2006/main">
              <a:ext uri="{FF2B5EF4-FFF2-40B4-BE49-F238E27FC236}">
                <a16:creationId xmlns:a16="http://schemas.microsoft.com/office/drawing/2014/main" id="{BC9069A5-3EA0-4F8D-B6A7-88D584389112}"/>
              </a:ext>
            </a:extLst>
          </p:cNvPr>
          <p:cNvSpPr>
            <a:spLocks xmlns:a="http://schemas.openxmlformats.org/drawingml/2006/main" noGrp="1"/>
          </p:cNvSpPr>
          <p:nvPr/>
        </p:nvSpPr>
        <p:spPr>
          <a:xfrm xmlns:a="http://schemas.openxmlformats.org/drawingml/2006/main">
            <a:off x="781050" y="32861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a:t>
            </a:r>
          </a:p>
        </p:txBody>
      </p:sp>
      <p:sp>
        <p:nvSpPr>
          <p:cNvPr id="14" name="">
            <a:extLst xmlns:a="http://schemas.openxmlformats.org/drawingml/2006/main">
              <a:ext uri="{FF2B5EF4-FFF2-40B4-BE49-F238E27FC236}">
                <a16:creationId xmlns:a16="http://schemas.microsoft.com/office/drawing/2014/main" id="{B10A3B3C-C8CB-4487-BF9B-8ECAA21DB96D}"/>
              </a:ext>
            </a:extLst>
          </p:cNvPr>
          <p:cNvSpPr>
            <a:spLocks xmlns:a="http://schemas.openxmlformats.org/drawingml/2006/main" noGrp="1"/>
          </p:cNvSpPr>
          <p:nvPr/>
        </p:nvSpPr>
        <p:spPr>
          <a:xfrm xmlns:a="http://schemas.openxmlformats.org/drawingml/2006/main">
            <a:off x="781050" y="35433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.home-lower-grid {</a:t>
            </a:r>
          </a:p>
        </p:txBody>
      </p:sp>
      <p:sp>
        <p:nvSpPr>
          <p:cNvPr id="15" name="">
            <a:extLst xmlns:a="http://schemas.openxmlformats.org/drawingml/2006/main">
              <a:ext uri="{FF2B5EF4-FFF2-40B4-BE49-F238E27FC236}">
                <a16:creationId xmlns:a16="http://schemas.microsoft.com/office/drawing/2014/main" id="{999CB5C3-5AFB-44EB-B88E-51AA8ACCBAAE}"/>
              </a:ext>
            </a:extLst>
          </p:cNvPr>
          <p:cNvSpPr>
            <a:spLocks xmlns:a="http://schemas.openxmlformats.org/drawingml/2006/main" noGrp="1"/>
          </p:cNvSpPr>
          <p:nvPr/>
        </p:nvSpPr>
        <p:spPr>
          <a:xfrm xmlns:a="http://schemas.openxmlformats.org/drawingml/2006/main">
            <a:off x="781050" y="38004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display: grid;</a:t>
            </a:r>
          </a:p>
        </p:txBody>
      </p:sp>
      <p:sp>
        <p:nvSpPr>
          <p:cNvPr id="16" name="">
            <a:extLst xmlns:a="http://schemas.openxmlformats.org/drawingml/2006/main">
              <a:ext uri="{FF2B5EF4-FFF2-40B4-BE49-F238E27FC236}">
                <a16:creationId xmlns:a16="http://schemas.microsoft.com/office/drawing/2014/main" id="{7457E80B-2152-489E-8C3B-4DE28013FEEB}"/>
              </a:ext>
            </a:extLst>
          </p:cNvPr>
          <p:cNvSpPr>
            <a:spLocks xmlns:a="http://schemas.openxmlformats.org/drawingml/2006/main" noGrp="1"/>
          </p:cNvSpPr>
          <p:nvPr/>
        </p:nvSpPr>
        <p:spPr>
          <a:xfrm xmlns:a="http://schemas.openxmlformats.org/drawingml/2006/main">
            <a:off x="781050" y="40576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grid-template-columns: 1.42fr 1fr;</a:t>
            </a:r>
          </a:p>
        </p:txBody>
      </p:sp>
      <p:sp>
        <p:nvSpPr>
          <p:cNvPr id="17" name="">
            <a:extLst xmlns:a="http://schemas.openxmlformats.org/drawingml/2006/main">
              <a:ext uri="{FF2B5EF4-FFF2-40B4-BE49-F238E27FC236}">
                <a16:creationId xmlns:a16="http://schemas.microsoft.com/office/drawing/2014/main" id="{5CC305EE-8B23-447D-9C62-7737E4DDF8E8}"/>
              </a:ext>
            </a:extLst>
          </p:cNvPr>
          <p:cNvSpPr>
            <a:spLocks xmlns:a="http://schemas.openxmlformats.org/drawingml/2006/main" noGrp="1"/>
          </p:cNvSpPr>
          <p:nvPr/>
        </p:nvSpPr>
        <p:spPr>
          <a:xfrm xmlns:a="http://schemas.openxmlformats.org/drawingml/2006/main">
            <a:off x="781050" y="43148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a:t>
            </a:r>
          </a:p>
        </p:txBody>
      </p:sp>
      <p:sp>
        <p:nvSpPr>
          <p:cNvPr id="18" name="">
            <a:extLst xmlns:a="http://schemas.openxmlformats.org/drawingml/2006/main">
              <a:ext uri="{FF2B5EF4-FFF2-40B4-BE49-F238E27FC236}">
                <a16:creationId xmlns:a16="http://schemas.microsoft.com/office/drawing/2014/main" id="{BE3AD8FB-1CD6-42C0-852E-2DC330449ECD}"/>
              </a:ext>
            </a:extLst>
          </p:cNvPr>
          <p:cNvSpPr>
            <a:spLocks xmlns:a="http://schemas.openxmlformats.org/drawingml/2006/main" noGrp="1"/>
          </p:cNvSpPr>
          <p:nvPr/>
        </p:nvSpPr>
        <p:spPr>
          <a:xfrm xmlns:a="http://schemas.openxmlformats.org/drawingml/2006/main">
            <a:off x="781050" y="45720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10  @media (max-width: 768px) {</a:t>
            </a:r>
          </a:p>
        </p:txBody>
      </p:sp>
      <p:sp>
        <p:nvSpPr>
          <p:cNvPr id="19" name="">
            <a:extLst xmlns:a="http://schemas.openxmlformats.org/drawingml/2006/main">
              <a:ext uri="{FF2B5EF4-FFF2-40B4-BE49-F238E27FC236}">
                <a16:creationId xmlns:a16="http://schemas.microsoft.com/office/drawing/2014/main" id="{ED31B9E8-AE4B-4970-8144-A7AC824CA25C}"/>
              </a:ext>
            </a:extLst>
          </p:cNvPr>
          <p:cNvSpPr>
            <a:spLocks xmlns:a="http://schemas.openxmlformats.org/drawingml/2006/main" noGrp="1"/>
          </p:cNvSpPr>
          <p:nvPr/>
        </p:nvSpPr>
        <p:spPr>
          <a:xfrm xmlns:a="http://schemas.openxmlformats.org/drawingml/2006/main">
            <a:off x="781050" y="48291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.home-stats { grid-template-columns: 1fr 1fr; }</a:t>
            </a:r>
          </a:p>
        </p:txBody>
      </p:sp>
      <p:sp>
        <p:nvSpPr>
          <p:cNvPr id="20" name="">
            <a:extLst xmlns:a="http://schemas.openxmlformats.org/drawingml/2006/main">
              <a:ext uri="{FF2B5EF4-FFF2-40B4-BE49-F238E27FC236}">
                <a16:creationId xmlns:a16="http://schemas.microsoft.com/office/drawing/2014/main" id="{5183D612-A46A-4096-B348-409477B673C4}"/>
              </a:ext>
            </a:extLst>
          </p:cNvPr>
          <p:cNvSpPr>
            <a:spLocks xmlns:a="http://schemas.openxmlformats.org/drawingml/2006/main" noGrp="1"/>
          </p:cNvSpPr>
          <p:nvPr/>
        </p:nvSpPr>
        <p:spPr>
          <a:xfrm xmlns:a="http://schemas.openxmlformats.org/drawingml/2006/main">
            <a:off x="781050" y="50863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12    .home-lower-grid { grid-template-columns: 1fr; }</a:t>
            </a:r>
          </a:p>
        </p:txBody>
      </p:sp>
      <p:sp>
        <p:nvSpPr>
          <p:cNvPr id="21" name="">
            <a:extLst xmlns:a="http://schemas.openxmlformats.org/drawingml/2006/main">
              <a:ext uri="{FF2B5EF4-FFF2-40B4-BE49-F238E27FC236}">
                <a16:creationId xmlns:a16="http://schemas.microsoft.com/office/drawing/2014/main" id="{26793D1D-C171-413A-9920-F12AA1BF16FF}"/>
              </a:ext>
            </a:extLst>
          </p:cNvPr>
          <p:cNvSpPr>
            <a:spLocks xmlns:a="http://schemas.openxmlformats.org/drawingml/2006/main" noGrp="1"/>
          </p:cNvSpPr>
          <p:nvPr/>
        </p:nvSpPr>
        <p:spPr>
          <a:xfrm xmlns:a="http://schemas.openxmlformats.org/drawingml/2006/main">
            <a:off x="781050" y="53435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13  }</a:t>
            </a:r>
          </a:p>
        </p:txBody>
      </p:sp>
      <p:sp>
        <p:nvSpPr>
          <p:cNvPr id="22" name="responsive-diagram">
            <a:extLst xmlns:a="http://schemas.openxmlformats.org/drawingml/2006/main">
              <a:ext uri="{FF2B5EF4-FFF2-40B4-BE49-F238E27FC236}">
                <a16:creationId xmlns:a16="http://schemas.microsoft.com/office/drawing/2014/main" id="{88671A1F-DB03-49AE-B2E9-F8B1782D0F25}"/>
              </a:ext>
            </a:extLst>
          </p:cNvPr>
          <p:cNvSpPr>
            <a:spLocks xmlns:a="http://schemas.openxmlformats.org/drawingml/2006/main" noGrp="1"/>
          </p:cNvSpPr>
          <p:nvPr/>
        </p:nvSpPr>
        <p:spPr>
          <a:xfrm xmlns:a="http://schemas.openxmlformats.org/drawingml/2006/main">
            <a:off x="5715000" y="1809750"/>
            <a:ext cx="586740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23" name="">
            <a:extLst xmlns:a="http://schemas.openxmlformats.org/drawingml/2006/main">
              <a:ext uri="{FF2B5EF4-FFF2-40B4-BE49-F238E27FC236}">
                <a16:creationId xmlns:a16="http://schemas.microsoft.com/office/drawing/2014/main" id="{682DF7B3-15D5-444C-8044-3F5AE7455B60}"/>
              </a:ext>
            </a:extLst>
          </p:cNvPr>
          <p:cNvSpPr>
            <a:spLocks xmlns:a="http://schemas.openxmlformats.org/drawingml/2006/main" noGrp="1"/>
          </p:cNvSpPr>
          <p:nvPr/>
        </p:nvSpPr>
        <p:spPr>
          <a:xfrm xmlns:a="http://schemas.openxmlformats.org/drawingml/2006/main">
            <a:off x="6000750" y="20764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DESKTOP</a:t>
            </a:r>
          </a:p>
        </p:txBody>
      </p:sp>
      <p:sp>
        <p:nvSpPr>
          <p:cNvPr id="24" name="">
            <a:extLst xmlns:a="http://schemas.openxmlformats.org/drawingml/2006/main">
              <a:ext uri="{FF2B5EF4-FFF2-40B4-BE49-F238E27FC236}">
                <a16:creationId xmlns:a16="http://schemas.microsoft.com/office/drawing/2014/main" id="{FA839062-DE5A-4291-9F6B-FB9F30D58EF5}"/>
              </a:ext>
            </a:extLst>
          </p:cNvPr>
          <p:cNvSpPr>
            <a:spLocks xmlns:a="http://schemas.openxmlformats.org/drawingml/2006/main" noGrp="1"/>
          </p:cNvSpPr>
          <p:nvPr/>
        </p:nvSpPr>
        <p:spPr>
          <a:xfrm xmlns:a="http://schemas.openxmlformats.org/drawingml/2006/main">
            <a:off x="6000750" y="2400300"/>
            <a:ext cx="895350" cy="647700"/>
          </a:xfrm>
          <a:prstGeom xmlns:a="http://schemas.openxmlformats.org/drawingml/2006/main" prst="roundRect">
            <a:avLst>
              <a:gd name="adj" fmla="val 11765"/>
            </a:avLst>
          </a:prstGeom>
          <a:solidFill xmlns:a="http://schemas.openxmlformats.org/drawingml/2006/main">
            <a:srgbClr val="E7EFEA"/>
          </a:solidFill>
          <a:ln xmlns:a="http://schemas.openxmlformats.org/drawingml/2006/main" w="9525">
            <a:solidFill>
              <a:srgbClr val="D2DFD6"/>
            </a:solidFill>
            <a:prstDash val="solid"/>
          </a:ln>
        </p:spPr>
      </p:sp>
      <p:sp>
        <p:nvSpPr>
          <p:cNvPr id="25" name="">
            <a:extLst xmlns:a="http://schemas.openxmlformats.org/drawingml/2006/main">
              <a:ext uri="{FF2B5EF4-FFF2-40B4-BE49-F238E27FC236}">
                <a16:creationId xmlns:a16="http://schemas.microsoft.com/office/drawing/2014/main" id="{054790D6-6D0F-4DC2-91DF-40F592AA7099}"/>
              </a:ext>
            </a:extLst>
          </p:cNvPr>
          <p:cNvSpPr>
            <a:spLocks xmlns:a="http://schemas.openxmlformats.org/drawingml/2006/main" noGrp="1"/>
          </p:cNvSpPr>
          <p:nvPr/>
        </p:nvSpPr>
        <p:spPr>
          <a:xfrm xmlns:a="http://schemas.openxmlformats.org/drawingml/2006/main">
            <a:off x="7010400" y="2400300"/>
            <a:ext cx="895350" cy="647700"/>
          </a:xfrm>
          <a:prstGeom xmlns:a="http://schemas.openxmlformats.org/drawingml/2006/main" prst="roundRect">
            <a:avLst>
              <a:gd name="adj" fmla="val 11765"/>
            </a:avLst>
          </a:prstGeom>
          <a:solidFill xmlns:a="http://schemas.openxmlformats.org/drawingml/2006/main">
            <a:srgbClr val="E7EFEA"/>
          </a:solidFill>
          <a:ln xmlns:a="http://schemas.openxmlformats.org/drawingml/2006/main" w="9525">
            <a:solidFill>
              <a:srgbClr val="D2DFD6"/>
            </a:solidFill>
            <a:prstDash val="solid"/>
          </a:ln>
        </p:spPr>
      </p:sp>
      <p:sp>
        <p:nvSpPr>
          <p:cNvPr id="26" name="">
            <a:extLst xmlns:a="http://schemas.openxmlformats.org/drawingml/2006/main">
              <a:ext uri="{FF2B5EF4-FFF2-40B4-BE49-F238E27FC236}">
                <a16:creationId xmlns:a16="http://schemas.microsoft.com/office/drawing/2014/main" id="{A425BDED-6559-4FB8-A55A-7DE0D64A5D7F}"/>
              </a:ext>
            </a:extLst>
          </p:cNvPr>
          <p:cNvSpPr>
            <a:spLocks xmlns:a="http://schemas.openxmlformats.org/drawingml/2006/main" noGrp="1"/>
          </p:cNvSpPr>
          <p:nvPr/>
        </p:nvSpPr>
        <p:spPr>
          <a:xfrm xmlns:a="http://schemas.openxmlformats.org/drawingml/2006/main">
            <a:off x="8020050" y="2400300"/>
            <a:ext cx="895350" cy="647700"/>
          </a:xfrm>
          <a:prstGeom xmlns:a="http://schemas.openxmlformats.org/drawingml/2006/main" prst="roundRect">
            <a:avLst>
              <a:gd name="adj" fmla="val 11765"/>
            </a:avLst>
          </a:prstGeom>
          <a:solidFill xmlns:a="http://schemas.openxmlformats.org/drawingml/2006/main">
            <a:srgbClr val="EEE1C8"/>
          </a:solidFill>
          <a:ln xmlns:a="http://schemas.openxmlformats.org/drawingml/2006/main" w="9525">
            <a:solidFill>
              <a:srgbClr val="D2DFD6"/>
            </a:solidFill>
            <a:prstDash val="solid"/>
          </a:ln>
        </p:spPr>
      </p:sp>
      <p:sp>
        <p:nvSpPr>
          <p:cNvPr id="27" name="">
            <a:extLst xmlns:a="http://schemas.openxmlformats.org/drawingml/2006/main">
              <a:ext uri="{FF2B5EF4-FFF2-40B4-BE49-F238E27FC236}">
                <a16:creationId xmlns:a16="http://schemas.microsoft.com/office/drawing/2014/main" id="{891DAA00-9C4B-43B1-B88F-FC490B32A97A}"/>
              </a:ext>
            </a:extLst>
          </p:cNvPr>
          <p:cNvSpPr>
            <a:spLocks xmlns:a="http://schemas.openxmlformats.org/drawingml/2006/main" noGrp="1"/>
          </p:cNvSpPr>
          <p:nvPr/>
        </p:nvSpPr>
        <p:spPr>
          <a:xfrm xmlns:a="http://schemas.openxmlformats.org/drawingml/2006/main">
            <a:off x="9029700" y="2400300"/>
            <a:ext cx="895350" cy="647700"/>
          </a:xfrm>
          <a:prstGeom xmlns:a="http://schemas.openxmlformats.org/drawingml/2006/main" prst="roundRect">
            <a:avLst>
              <a:gd name="adj" fmla="val 11765"/>
            </a:avLst>
          </a:prstGeom>
          <a:solidFill xmlns:a="http://schemas.openxmlformats.org/drawingml/2006/main">
            <a:srgbClr val="E7EFEA"/>
          </a:solidFill>
          <a:ln xmlns:a="http://schemas.openxmlformats.org/drawingml/2006/main" w="9525">
            <a:solidFill>
              <a:srgbClr val="D2DFD6"/>
            </a:solidFill>
            <a:prstDash val="solid"/>
          </a:ln>
        </p:spPr>
      </p:sp>
      <p:sp>
        <p:nvSpPr>
          <p:cNvPr id="28" name="">
            <a:extLst xmlns:a="http://schemas.openxmlformats.org/drawingml/2006/main">
              <a:ext uri="{FF2B5EF4-FFF2-40B4-BE49-F238E27FC236}">
                <a16:creationId xmlns:a16="http://schemas.microsoft.com/office/drawing/2014/main" id="{87B12D11-053E-481D-B579-56D9F37AB078}"/>
              </a:ext>
            </a:extLst>
          </p:cNvPr>
          <p:cNvSpPr>
            <a:spLocks xmlns:a="http://schemas.openxmlformats.org/drawingml/2006/main" noGrp="1"/>
          </p:cNvSpPr>
          <p:nvPr/>
        </p:nvSpPr>
        <p:spPr>
          <a:xfrm xmlns:a="http://schemas.openxmlformats.org/drawingml/2006/main">
            <a:off x="10039350" y="2400300"/>
            <a:ext cx="895350" cy="647700"/>
          </a:xfrm>
          <a:prstGeom xmlns:a="http://schemas.openxmlformats.org/drawingml/2006/main" prst="roundRect">
            <a:avLst>
              <a:gd name="adj" fmla="val 11765"/>
            </a:avLst>
          </a:prstGeom>
          <a:solidFill xmlns:a="http://schemas.openxmlformats.org/drawingml/2006/main">
            <a:srgbClr val="E7EFEA"/>
          </a:solidFill>
          <a:ln xmlns:a="http://schemas.openxmlformats.org/drawingml/2006/main" w="9525">
            <a:solidFill>
              <a:srgbClr val="D2DFD6"/>
            </a:solidFill>
            <a:prstDash val="solid"/>
          </a:ln>
        </p:spPr>
      </p:sp>
      <p:sp>
        <p:nvSpPr>
          <p:cNvPr id="29" name="">
            <a:extLst xmlns:a="http://schemas.openxmlformats.org/drawingml/2006/main">
              <a:ext uri="{FF2B5EF4-FFF2-40B4-BE49-F238E27FC236}">
                <a16:creationId xmlns:a16="http://schemas.microsoft.com/office/drawing/2014/main" id="{7393B875-7D6F-479C-9A99-E9F5E79F861A}"/>
              </a:ext>
            </a:extLst>
          </p:cNvPr>
          <p:cNvSpPr>
            <a:spLocks xmlns:a="http://schemas.openxmlformats.org/drawingml/2006/main" noGrp="1"/>
          </p:cNvSpPr>
          <p:nvPr/>
        </p:nvSpPr>
        <p:spPr>
          <a:xfrm xmlns:a="http://schemas.openxmlformats.org/drawingml/2006/main">
            <a:off x="6000750" y="3219450"/>
            <a:ext cx="3124200" cy="1047750"/>
          </a:xfrm>
          <a:prstGeom xmlns:a="http://schemas.openxmlformats.org/drawingml/2006/main" prst="roundRect">
            <a:avLst>
              <a:gd name="adj" fmla="val 7273"/>
            </a:avLst>
          </a:prstGeom>
          <a:solidFill xmlns:a="http://schemas.openxmlformats.org/drawingml/2006/main">
            <a:srgbClr val="E7EFEA"/>
          </a:solidFill>
          <a:ln xmlns:a="http://schemas.openxmlformats.org/drawingml/2006/main" w="9525">
            <a:solidFill>
              <a:srgbClr val="D2DFD6"/>
            </a:solidFill>
            <a:prstDash val="solid"/>
          </a:ln>
        </p:spPr>
      </p:sp>
      <p:sp>
        <p:nvSpPr>
          <p:cNvPr id="30" name="">
            <a:extLst xmlns:a="http://schemas.openxmlformats.org/drawingml/2006/main">
              <a:ext uri="{FF2B5EF4-FFF2-40B4-BE49-F238E27FC236}">
                <a16:creationId xmlns:a16="http://schemas.microsoft.com/office/drawing/2014/main" id="{2EC8B3F2-240D-4034-9CBD-E57D64501015}"/>
              </a:ext>
            </a:extLst>
          </p:cNvPr>
          <p:cNvSpPr>
            <a:spLocks xmlns:a="http://schemas.openxmlformats.org/drawingml/2006/main" noGrp="1"/>
          </p:cNvSpPr>
          <p:nvPr/>
        </p:nvSpPr>
        <p:spPr>
          <a:xfrm xmlns:a="http://schemas.openxmlformats.org/drawingml/2006/main">
            <a:off x="9239250" y="3219450"/>
            <a:ext cx="2019300" cy="1047750"/>
          </a:xfrm>
          <a:prstGeom xmlns:a="http://schemas.openxmlformats.org/drawingml/2006/main" prst="roundRect">
            <a:avLst>
              <a:gd name="adj" fmla="val 7273"/>
            </a:avLst>
          </a:prstGeom>
          <a:solidFill xmlns:a="http://schemas.openxmlformats.org/drawingml/2006/main">
            <a:srgbClr val="F3E9D5"/>
          </a:solidFill>
          <a:ln xmlns:a="http://schemas.openxmlformats.org/drawingml/2006/main" w="9525">
            <a:solidFill>
              <a:srgbClr val="E3D2B2"/>
            </a:solidFill>
            <a:prstDash val="solid"/>
          </a:ln>
        </p:spPr>
      </p:sp>
      <p:sp>
        <p:nvSpPr>
          <p:cNvPr id="31" name="">
            <a:extLst xmlns:a="http://schemas.openxmlformats.org/drawingml/2006/main">
              <a:ext uri="{FF2B5EF4-FFF2-40B4-BE49-F238E27FC236}">
                <a16:creationId xmlns:a16="http://schemas.microsoft.com/office/drawing/2014/main" id="{A55A6A2C-6669-4D5F-ABB5-99A7393BA030}"/>
              </a:ext>
            </a:extLst>
          </p:cNvPr>
          <p:cNvSpPr>
            <a:spLocks xmlns:a="http://schemas.openxmlformats.org/drawingml/2006/main" noGrp="1"/>
          </p:cNvSpPr>
          <p:nvPr/>
        </p:nvSpPr>
        <p:spPr>
          <a:xfrm xmlns:a="http://schemas.openxmlformats.org/drawingml/2006/main">
            <a:off x="6191250" y="46291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MOBILE</a:t>
            </a:r>
          </a:p>
        </p:txBody>
      </p:sp>
      <p:sp>
        <p:nvSpPr>
          <p:cNvPr id="32" name="">
            <a:extLst xmlns:a="http://schemas.openxmlformats.org/drawingml/2006/main">
              <a:ext uri="{FF2B5EF4-FFF2-40B4-BE49-F238E27FC236}">
                <a16:creationId xmlns:a16="http://schemas.microsoft.com/office/drawing/2014/main" id="{B3DA0D48-1CAA-4C69-87B2-B3DD730B4320}"/>
              </a:ext>
            </a:extLst>
          </p:cNvPr>
          <p:cNvSpPr>
            <a:spLocks xmlns:a="http://schemas.openxmlformats.org/drawingml/2006/main" noGrp="1"/>
          </p:cNvSpPr>
          <p:nvPr/>
        </p:nvSpPr>
        <p:spPr>
          <a:xfrm xmlns:a="http://schemas.openxmlformats.org/drawingml/2006/main">
            <a:off x="7239000" y="4591050"/>
            <a:ext cx="12573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E5E1D8"/>
            </a:solidFill>
            <a:prstDash val="solid"/>
          </a:ln>
        </p:spPr>
      </p:sp>
      <p:sp>
        <p:nvSpPr>
          <p:cNvPr id="33" name="">
            <a:extLst xmlns:a="http://schemas.openxmlformats.org/drawingml/2006/main">
              <a:ext uri="{FF2B5EF4-FFF2-40B4-BE49-F238E27FC236}">
                <a16:creationId xmlns:a16="http://schemas.microsoft.com/office/drawing/2014/main" id="{716FD633-B066-4845-BE23-83DCE12E9037}"/>
              </a:ext>
            </a:extLst>
          </p:cNvPr>
          <p:cNvSpPr>
            <a:spLocks xmlns:a="http://schemas.openxmlformats.org/drawingml/2006/main" noGrp="1"/>
          </p:cNvSpPr>
          <p:nvPr/>
        </p:nvSpPr>
        <p:spPr>
          <a:xfrm xmlns:a="http://schemas.openxmlformats.org/drawingml/2006/main">
            <a:off x="7372350" y="4762500"/>
            <a:ext cx="419100" cy="219075"/>
          </a:xfrm>
          <a:prstGeom xmlns:a="http://schemas.openxmlformats.org/drawingml/2006/main" prst="roundRect">
            <a:avLst>
              <a:gd name="adj" fmla="val 34783"/>
            </a:avLst>
          </a:prstGeom>
          <a:solidFill xmlns:a="http://schemas.openxmlformats.org/drawingml/2006/main">
            <a:srgbClr val="E7EFEA"/>
          </a:solidFill>
          <a:ln xmlns:a="http://schemas.openxmlformats.org/drawingml/2006/main" w="9525">
            <a:solidFill>
              <a:srgbClr val="D2DFD6"/>
            </a:solidFill>
            <a:prstDash val="solid"/>
          </a:ln>
        </p:spPr>
      </p:sp>
      <p:sp>
        <p:nvSpPr>
          <p:cNvPr id="34" name="">
            <a:extLst xmlns:a="http://schemas.openxmlformats.org/drawingml/2006/main">
              <a:ext uri="{FF2B5EF4-FFF2-40B4-BE49-F238E27FC236}">
                <a16:creationId xmlns:a16="http://schemas.microsoft.com/office/drawing/2014/main" id="{9941A26C-5DEC-4DD8-B509-212F9C64A656}"/>
              </a:ext>
            </a:extLst>
          </p:cNvPr>
          <p:cNvSpPr>
            <a:spLocks xmlns:a="http://schemas.openxmlformats.org/drawingml/2006/main" noGrp="1"/>
          </p:cNvSpPr>
          <p:nvPr/>
        </p:nvSpPr>
        <p:spPr>
          <a:xfrm xmlns:a="http://schemas.openxmlformats.org/drawingml/2006/main">
            <a:off x="7877175" y="4762500"/>
            <a:ext cx="419100" cy="219075"/>
          </a:xfrm>
          <a:prstGeom xmlns:a="http://schemas.openxmlformats.org/drawingml/2006/main" prst="roundRect">
            <a:avLst>
              <a:gd name="adj" fmla="val 34783"/>
            </a:avLst>
          </a:prstGeom>
          <a:solidFill xmlns:a="http://schemas.openxmlformats.org/drawingml/2006/main">
            <a:srgbClr val="E7EFEA"/>
          </a:solidFill>
          <a:ln xmlns:a="http://schemas.openxmlformats.org/drawingml/2006/main" w="9525">
            <a:solidFill>
              <a:srgbClr val="D2DFD6"/>
            </a:solidFill>
            <a:prstDash val="solid"/>
          </a:ln>
        </p:spPr>
      </p:sp>
      <p:sp>
        <p:nvSpPr>
          <p:cNvPr id="35" name="">
            <a:extLst xmlns:a="http://schemas.openxmlformats.org/drawingml/2006/main">
              <a:ext uri="{FF2B5EF4-FFF2-40B4-BE49-F238E27FC236}">
                <a16:creationId xmlns:a16="http://schemas.microsoft.com/office/drawing/2014/main" id="{95496AFD-6E19-4980-94F8-9D758747C97E}"/>
              </a:ext>
            </a:extLst>
          </p:cNvPr>
          <p:cNvSpPr>
            <a:spLocks xmlns:a="http://schemas.openxmlformats.org/drawingml/2006/main" noGrp="1"/>
          </p:cNvSpPr>
          <p:nvPr/>
        </p:nvSpPr>
        <p:spPr>
          <a:xfrm xmlns:a="http://schemas.openxmlformats.org/drawingml/2006/main">
            <a:off x="7372350" y="5057775"/>
            <a:ext cx="419100" cy="219075"/>
          </a:xfrm>
          <a:prstGeom xmlns:a="http://schemas.openxmlformats.org/drawingml/2006/main" prst="roundRect">
            <a:avLst>
              <a:gd name="adj" fmla="val 34783"/>
            </a:avLst>
          </a:prstGeom>
          <a:solidFill xmlns:a="http://schemas.openxmlformats.org/drawingml/2006/main">
            <a:srgbClr val="E7EFEA"/>
          </a:solidFill>
          <a:ln xmlns:a="http://schemas.openxmlformats.org/drawingml/2006/main" w="9525">
            <a:solidFill>
              <a:srgbClr val="D2DFD6"/>
            </a:solidFill>
            <a:prstDash val="solid"/>
          </a:ln>
        </p:spPr>
      </p:sp>
      <p:sp>
        <p:nvSpPr>
          <p:cNvPr id="36" name="">
            <a:extLst xmlns:a="http://schemas.openxmlformats.org/drawingml/2006/main">
              <a:ext uri="{FF2B5EF4-FFF2-40B4-BE49-F238E27FC236}">
                <a16:creationId xmlns:a16="http://schemas.microsoft.com/office/drawing/2014/main" id="{57CCE39A-1A27-4C22-8A9C-410CF45A260A}"/>
              </a:ext>
            </a:extLst>
          </p:cNvPr>
          <p:cNvSpPr>
            <a:spLocks xmlns:a="http://schemas.openxmlformats.org/drawingml/2006/main" noGrp="1"/>
          </p:cNvSpPr>
          <p:nvPr/>
        </p:nvSpPr>
        <p:spPr>
          <a:xfrm xmlns:a="http://schemas.openxmlformats.org/drawingml/2006/main">
            <a:off x="7877175" y="5057775"/>
            <a:ext cx="419100" cy="219075"/>
          </a:xfrm>
          <a:prstGeom xmlns:a="http://schemas.openxmlformats.org/drawingml/2006/main" prst="roundRect">
            <a:avLst>
              <a:gd name="adj" fmla="val 34783"/>
            </a:avLst>
          </a:prstGeom>
          <a:solidFill xmlns:a="http://schemas.openxmlformats.org/drawingml/2006/main">
            <a:srgbClr val="E7EFEA"/>
          </a:solidFill>
          <a:ln xmlns:a="http://schemas.openxmlformats.org/drawingml/2006/main" w="9525">
            <a:solidFill>
              <a:srgbClr val="D2DFD6"/>
            </a:solidFill>
            <a:prstDash val="solid"/>
          </a:ln>
        </p:spPr>
      </p:sp>
      <p:sp>
        <p:nvSpPr>
          <p:cNvPr id="37" name="">
            <a:extLst xmlns:a="http://schemas.openxmlformats.org/drawingml/2006/main">
              <a:ext uri="{FF2B5EF4-FFF2-40B4-BE49-F238E27FC236}">
                <a16:creationId xmlns:a16="http://schemas.microsoft.com/office/drawing/2014/main" id="{F0063CEF-84CF-418A-B7A5-3B4599DB4FD7}"/>
              </a:ext>
            </a:extLst>
          </p:cNvPr>
          <p:cNvSpPr>
            <a:spLocks xmlns:a="http://schemas.openxmlformats.org/drawingml/2006/main" noGrp="1"/>
          </p:cNvSpPr>
          <p:nvPr/>
        </p:nvSpPr>
        <p:spPr>
          <a:xfrm xmlns:a="http://schemas.openxmlformats.org/drawingml/2006/main">
            <a:off x="8686800" y="4591050"/>
            <a:ext cx="12573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E5E1D8"/>
            </a:solidFill>
            <a:prstDash val="solid"/>
          </a:ln>
        </p:spPr>
      </p:sp>
      <p:sp>
        <p:nvSpPr>
          <p:cNvPr id="38" name="">
            <a:extLst xmlns:a="http://schemas.openxmlformats.org/drawingml/2006/main">
              <a:ext uri="{FF2B5EF4-FFF2-40B4-BE49-F238E27FC236}">
                <a16:creationId xmlns:a16="http://schemas.microsoft.com/office/drawing/2014/main" id="{47E8E3ED-3B49-4527-B036-4CF447FEB5F3}"/>
              </a:ext>
            </a:extLst>
          </p:cNvPr>
          <p:cNvSpPr>
            <a:spLocks xmlns:a="http://schemas.openxmlformats.org/drawingml/2006/main" noGrp="1"/>
          </p:cNvSpPr>
          <p:nvPr/>
        </p:nvSpPr>
        <p:spPr>
          <a:xfrm xmlns:a="http://schemas.openxmlformats.org/drawingml/2006/main">
            <a:off x="8820150" y="4762500"/>
            <a:ext cx="990600" cy="552450"/>
          </a:xfrm>
          <a:prstGeom xmlns:a="http://schemas.openxmlformats.org/drawingml/2006/main" prst="roundRect">
            <a:avLst>
              <a:gd name="adj" fmla="val 13793"/>
            </a:avLst>
          </a:prstGeom>
          <a:solidFill xmlns:a="http://schemas.openxmlformats.org/drawingml/2006/main">
            <a:srgbClr val="F3E9D5"/>
          </a:solidFill>
          <a:ln xmlns:a="http://schemas.openxmlformats.org/drawingml/2006/main" w="9525">
            <a:solidFill>
              <a:srgbClr val="E3D2B2"/>
            </a:solidFill>
            <a:prstDash val="solid"/>
          </a:ln>
        </p:spPr>
      </p:sp>
      <p:sp>
        <p:nvSpPr>
          <p:cNvPr id="39" name="">
            <a:extLst xmlns:a="http://schemas.openxmlformats.org/drawingml/2006/main">
              <a:ext uri="{FF2B5EF4-FFF2-40B4-BE49-F238E27FC236}">
                <a16:creationId xmlns:a16="http://schemas.microsoft.com/office/drawing/2014/main" id="{11D539FC-EED3-4EE0-AA44-3274A90C2FCF}"/>
              </a:ext>
            </a:extLst>
          </p:cNvPr>
          <p:cNvSpPr>
            <a:spLocks xmlns:a="http://schemas.openxmlformats.org/drawingml/2006/main" noGrp="1"/>
          </p:cNvSpPr>
          <p:nvPr/>
        </p:nvSpPr>
        <p:spPr>
          <a:xfrm xmlns:a="http://schemas.openxmlformats.org/drawingml/2006/main">
            <a:off x="10096500" y="4886325"/>
            <a:ext cx="123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i="0">
                <a:solidFill>
                  <a:srgbClr val="123524"/>
                </a:solidFill>
              </a:defRPr>
            </a:pPr>
            <a:r>
              <a:rPr sz="1425" b="1" i="0">
                <a:solidFill>
                  <a:srgbClr val="123524"/>
                </a:solidFill>
              </a:rPr>
              <a:t>5 → 2 → 1 columns</a:t>
            </a:r>
          </a:p>
        </p:txBody>
      </p:sp>
      <p:sp>
        <p:nvSpPr>
          <p:cNvPr id="40" name="">
            <a:extLst xmlns:a="http://schemas.openxmlformats.org/drawingml/2006/main">
              <a:ext uri="{FF2B5EF4-FFF2-40B4-BE49-F238E27FC236}">
                <a16:creationId xmlns:a16="http://schemas.microsoft.com/office/drawing/2014/main" id="{81E0BB70-BB8A-439B-A398-722F1CC9B1CD}"/>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169372895"/>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2" name="top-accent">
            <a:extLst xmlns:a="http://schemas.openxmlformats.org/drawingml/2006/main">
              <a:ext uri="{FF2B5EF4-FFF2-40B4-BE49-F238E27FC236}">
                <a16:creationId xmlns:a16="http://schemas.microsoft.com/office/drawing/2014/main" id="{5349F787-8729-40CA-956C-B05D95BBA6C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5D3C1832-B841-4854-B09B-D5C9BA6D994D}"/>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3BC021E3-8D7D-4317-89C3-3422282A7159}"/>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15</a:t>
            </a:r>
          </a:p>
        </p:txBody>
      </p:sp>
      <p:sp>
        <p:nvSpPr>
          <p:cNvPr id="4" name="slide-title">
            <a:extLst xmlns:a="http://schemas.openxmlformats.org/drawingml/2006/main">
              <a:ext uri="{FF2B5EF4-FFF2-40B4-BE49-F238E27FC236}">
                <a16:creationId xmlns:a16="http://schemas.microsoft.com/office/drawing/2014/main" id="{16B4AB01-4824-4143-B7CE-BA773441EC78}"/>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Define one component language for cards, tables, and data states</a:t>
            </a:r>
          </a:p>
        </p:txBody>
      </p:sp>
      <p:sp>
        <p:nvSpPr>
          <p:cNvPr id="5" name="slide-subtitle">
            <a:extLst xmlns:a="http://schemas.openxmlformats.org/drawingml/2006/main">
              <a:ext uri="{FF2B5EF4-FFF2-40B4-BE49-F238E27FC236}">
                <a16:creationId xmlns:a16="http://schemas.microsoft.com/office/drawing/2014/main" id="{DEDC2B23-CA9D-419F-BE76-80A48C17A893}"/>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Reusable surfaces make six pages feel like one product.</a:t>
            </a:r>
          </a:p>
        </p:txBody>
      </p:sp>
      <p:sp>
        <p:nvSpPr>
          <p:cNvPr id="6" name="dev-code-panel">
            <a:extLst xmlns:a="http://schemas.openxmlformats.org/drawingml/2006/main">
              <a:ext uri="{FF2B5EF4-FFF2-40B4-BE49-F238E27FC236}">
                <a16:creationId xmlns:a16="http://schemas.microsoft.com/office/drawing/2014/main" id="{C1525FF5-EB04-436A-9A39-F8FD4AD9EFAD}"/>
              </a:ext>
            </a:extLst>
          </p:cNvPr>
          <p:cNvSpPr>
            <a:spLocks xmlns:a="http://schemas.openxmlformats.org/drawingml/2006/main" noGrp="1"/>
          </p:cNvSpPr>
          <p:nvPr/>
        </p:nvSpPr>
        <p:spPr>
          <a:xfrm xmlns:a="http://schemas.openxmlformats.org/drawingml/2006/main">
            <a:off x="609600" y="1809750"/>
            <a:ext cx="47625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5357DB44-5963-4EF2-8BE6-0AE70CB1B9E9}"/>
              </a:ext>
            </a:extLst>
          </p:cNvPr>
          <p:cNvSpPr>
            <a:spLocks xmlns:a="http://schemas.openxmlformats.org/drawingml/2006/main" noGrp="1"/>
          </p:cNvSpPr>
          <p:nvPr/>
        </p:nvSpPr>
        <p:spPr>
          <a:xfrm xmlns:a="http://schemas.openxmlformats.org/drawingml/2006/main">
            <a:off x="609600" y="1809750"/>
            <a:ext cx="4762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BB279D-C8A8-425E-AA83-A96D9ADE27C8}"/>
              </a:ext>
            </a:extLst>
          </p:cNvPr>
          <p:cNvSpPr>
            <a:spLocks xmlns:a="http://schemas.openxmlformats.org/drawingml/2006/main" noGrp="1"/>
          </p:cNvSpPr>
          <p:nvPr/>
        </p:nvSpPr>
        <p:spPr>
          <a:xfrm xmlns:a="http://schemas.openxmlformats.org/drawingml/2006/main">
            <a:off x="781050" y="1905000"/>
            <a:ext cx="441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css/style.css · component layer</a:t>
            </a:r>
          </a:p>
        </p:txBody>
      </p:sp>
      <p:sp>
        <p:nvSpPr>
          <p:cNvPr id="9" name="">
            <a:extLst xmlns:a="http://schemas.openxmlformats.org/drawingml/2006/main">
              <a:ext uri="{FF2B5EF4-FFF2-40B4-BE49-F238E27FC236}">
                <a16:creationId xmlns:a16="http://schemas.microsoft.com/office/drawing/2014/main" id="{B8EF8F1D-931A-466A-B63F-8C42B1D815A7}"/>
              </a:ext>
            </a:extLst>
          </p:cNvPr>
          <p:cNvSpPr>
            <a:spLocks xmlns:a="http://schemas.openxmlformats.org/drawingml/2006/main" noGrp="1"/>
          </p:cNvSpPr>
          <p:nvPr/>
        </p:nvSpPr>
        <p:spPr>
          <a:xfrm xmlns:a="http://schemas.openxmlformats.org/drawingml/2006/main">
            <a:off x="781050" y="22574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.surface, .home-panel {</a:t>
            </a:r>
          </a:p>
        </p:txBody>
      </p:sp>
      <p:sp>
        <p:nvSpPr>
          <p:cNvPr id="10" name="">
            <a:extLst xmlns:a="http://schemas.openxmlformats.org/drawingml/2006/main">
              <a:ext uri="{FF2B5EF4-FFF2-40B4-BE49-F238E27FC236}">
                <a16:creationId xmlns:a16="http://schemas.microsoft.com/office/drawing/2014/main" id="{4F8FC7CF-4F74-4D09-B590-6D1D007717C2}"/>
              </a:ext>
            </a:extLst>
          </p:cNvPr>
          <p:cNvSpPr>
            <a:spLocks xmlns:a="http://schemas.openxmlformats.org/drawingml/2006/main" noGrp="1"/>
          </p:cNvSpPr>
          <p:nvPr/>
        </p:nvSpPr>
        <p:spPr>
          <a:xfrm xmlns:a="http://schemas.openxmlformats.org/drawingml/2006/main">
            <a:off x="781050" y="25146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background: var(--paper);</a:t>
            </a:r>
          </a:p>
        </p:txBody>
      </p:sp>
      <p:sp>
        <p:nvSpPr>
          <p:cNvPr id="11" name="">
            <a:extLst xmlns:a="http://schemas.openxmlformats.org/drawingml/2006/main">
              <a:ext uri="{FF2B5EF4-FFF2-40B4-BE49-F238E27FC236}">
                <a16:creationId xmlns:a16="http://schemas.microsoft.com/office/drawing/2014/main" id="{555C66AC-9F44-4AF3-A4AD-B545F0659924}"/>
              </a:ext>
            </a:extLst>
          </p:cNvPr>
          <p:cNvSpPr>
            <a:spLocks xmlns:a="http://schemas.openxmlformats.org/drawingml/2006/main" noGrp="1"/>
          </p:cNvSpPr>
          <p:nvPr/>
        </p:nvSpPr>
        <p:spPr>
          <a:xfrm xmlns:a="http://schemas.openxmlformats.org/drawingml/2006/main">
            <a:off x="781050" y="27717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border: 1px solid var(--line);</a:t>
            </a:r>
          </a:p>
        </p:txBody>
      </p:sp>
      <p:sp>
        <p:nvSpPr>
          <p:cNvPr id="12" name="">
            <a:extLst xmlns:a="http://schemas.openxmlformats.org/drawingml/2006/main">
              <a:ext uri="{FF2B5EF4-FFF2-40B4-BE49-F238E27FC236}">
                <a16:creationId xmlns:a16="http://schemas.microsoft.com/office/drawing/2014/main" id="{2FDA82FF-FA43-4783-821E-F191B6355471}"/>
              </a:ext>
            </a:extLst>
          </p:cNvPr>
          <p:cNvSpPr>
            <a:spLocks xmlns:a="http://schemas.openxmlformats.org/drawingml/2006/main" noGrp="1"/>
          </p:cNvSpPr>
          <p:nvPr/>
        </p:nvSpPr>
        <p:spPr>
          <a:xfrm xmlns:a="http://schemas.openxmlformats.org/drawingml/2006/main">
            <a:off x="781050" y="30289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border-radius: var(--radius-md);</a:t>
            </a:r>
          </a:p>
        </p:txBody>
      </p:sp>
      <p:sp>
        <p:nvSpPr>
          <p:cNvPr id="13" name="">
            <a:extLst xmlns:a="http://schemas.openxmlformats.org/drawingml/2006/main">
              <a:ext uri="{FF2B5EF4-FFF2-40B4-BE49-F238E27FC236}">
                <a16:creationId xmlns:a16="http://schemas.microsoft.com/office/drawing/2014/main" id="{04B370C3-94BB-42D3-B7D5-A2B828AFAB63}"/>
              </a:ext>
            </a:extLst>
          </p:cNvPr>
          <p:cNvSpPr>
            <a:spLocks xmlns:a="http://schemas.openxmlformats.org/drawingml/2006/main" noGrp="1"/>
          </p:cNvSpPr>
          <p:nvPr/>
        </p:nvSpPr>
        <p:spPr>
          <a:xfrm xmlns:a="http://schemas.openxmlformats.org/drawingml/2006/main">
            <a:off x="781050" y="32861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05    box-shadow: var(--shadow-sm);</a:t>
            </a:r>
          </a:p>
        </p:txBody>
      </p:sp>
      <p:sp>
        <p:nvSpPr>
          <p:cNvPr id="14" name="">
            <a:extLst xmlns:a="http://schemas.openxmlformats.org/drawingml/2006/main">
              <a:ext uri="{FF2B5EF4-FFF2-40B4-BE49-F238E27FC236}">
                <a16:creationId xmlns:a16="http://schemas.microsoft.com/office/drawing/2014/main" id="{3ABE7C36-E960-486A-85F8-C6B6104D4682}"/>
              </a:ext>
            </a:extLst>
          </p:cNvPr>
          <p:cNvSpPr>
            <a:spLocks xmlns:a="http://schemas.openxmlformats.org/drawingml/2006/main" noGrp="1"/>
          </p:cNvSpPr>
          <p:nvPr/>
        </p:nvSpPr>
        <p:spPr>
          <a:xfrm xmlns:a="http://schemas.openxmlformats.org/drawingml/2006/main">
            <a:off x="781050" y="35433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a:t>
            </a:r>
          </a:p>
        </p:txBody>
      </p:sp>
      <p:sp>
        <p:nvSpPr>
          <p:cNvPr id="15" name="">
            <a:extLst xmlns:a="http://schemas.openxmlformats.org/drawingml/2006/main">
              <a:ext uri="{FF2B5EF4-FFF2-40B4-BE49-F238E27FC236}">
                <a16:creationId xmlns:a16="http://schemas.microsoft.com/office/drawing/2014/main" id="{195333EB-DBA5-4683-981C-86FBF2B07CB9}"/>
              </a:ext>
            </a:extLst>
          </p:cNvPr>
          <p:cNvSpPr>
            <a:spLocks xmlns:a="http://schemas.openxmlformats.org/drawingml/2006/main" noGrp="1"/>
          </p:cNvSpPr>
          <p:nvPr/>
        </p:nvSpPr>
        <p:spPr>
          <a:xfrm xmlns:a="http://schemas.openxmlformats.org/drawingml/2006/main">
            <a:off x="781050" y="38004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.data-table tbody tr:hover {</a:t>
            </a:r>
          </a:p>
        </p:txBody>
      </p:sp>
      <p:sp>
        <p:nvSpPr>
          <p:cNvPr id="16" name="">
            <a:extLst xmlns:a="http://schemas.openxmlformats.org/drawingml/2006/main">
              <a:ext uri="{FF2B5EF4-FFF2-40B4-BE49-F238E27FC236}">
                <a16:creationId xmlns:a16="http://schemas.microsoft.com/office/drawing/2014/main" id="{9B115300-CA88-408A-A37D-3FFC52646E5A}"/>
              </a:ext>
            </a:extLst>
          </p:cNvPr>
          <p:cNvSpPr>
            <a:spLocks xmlns:a="http://schemas.openxmlformats.org/drawingml/2006/main" noGrp="1"/>
          </p:cNvSpPr>
          <p:nvPr/>
        </p:nvSpPr>
        <p:spPr>
          <a:xfrm xmlns:a="http://schemas.openxmlformats.org/drawingml/2006/main">
            <a:off x="781050" y="40576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background: rgba(200,169,106,.08);</a:t>
            </a:r>
          </a:p>
        </p:txBody>
      </p:sp>
      <p:sp>
        <p:nvSpPr>
          <p:cNvPr id="17" name="">
            <a:extLst xmlns:a="http://schemas.openxmlformats.org/drawingml/2006/main">
              <a:ext uri="{FF2B5EF4-FFF2-40B4-BE49-F238E27FC236}">
                <a16:creationId xmlns:a16="http://schemas.microsoft.com/office/drawing/2014/main" id="{E37765A3-F78C-40A4-BBCE-3E7087AE0E5C}"/>
              </a:ext>
            </a:extLst>
          </p:cNvPr>
          <p:cNvSpPr>
            <a:spLocks xmlns:a="http://schemas.openxmlformats.org/drawingml/2006/main" noGrp="1"/>
          </p:cNvSpPr>
          <p:nvPr/>
        </p:nvSpPr>
        <p:spPr>
          <a:xfrm xmlns:a="http://schemas.openxmlformats.org/drawingml/2006/main">
            <a:off x="781050" y="43148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a:t>
            </a:r>
          </a:p>
        </p:txBody>
      </p:sp>
      <p:sp>
        <p:nvSpPr>
          <p:cNvPr id="18" name="">
            <a:extLst xmlns:a="http://schemas.openxmlformats.org/drawingml/2006/main">
              <a:ext uri="{FF2B5EF4-FFF2-40B4-BE49-F238E27FC236}">
                <a16:creationId xmlns:a16="http://schemas.microsoft.com/office/drawing/2014/main" id="{74F0751E-1191-4759-96F8-EB9E16377D4E}"/>
              </a:ext>
            </a:extLst>
          </p:cNvPr>
          <p:cNvSpPr>
            <a:spLocks xmlns:a="http://schemas.openxmlformats.org/drawingml/2006/main" noGrp="1"/>
          </p:cNvSpPr>
          <p:nvPr/>
        </p:nvSpPr>
        <p:spPr>
          <a:xfrm xmlns:a="http://schemas.openxmlformats.org/drawingml/2006/main">
            <a:off x="781050" y="45720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10  .status-yes { color: var(--success); }</a:t>
            </a:r>
          </a:p>
        </p:txBody>
      </p:sp>
      <p:sp>
        <p:nvSpPr>
          <p:cNvPr id="19" name="">
            <a:extLst xmlns:a="http://schemas.openxmlformats.org/drawingml/2006/main">
              <a:ext uri="{FF2B5EF4-FFF2-40B4-BE49-F238E27FC236}">
                <a16:creationId xmlns:a16="http://schemas.microsoft.com/office/drawing/2014/main" id="{881CE735-ABDA-41AA-8253-0372B7283468}"/>
              </a:ext>
            </a:extLst>
          </p:cNvPr>
          <p:cNvSpPr>
            <a:spLocks xmlns:a="http://schemas.openxmlformats.org/drawingml/2006/main" noGrp="1"/>
          </p:cNvSpPr>
          <p:nvPr/>
        </p:nvSpPr>
        <p:spPr>
          <a:xfrm xmlns:a="http://schemas.openxmlformats.org/drawingml/2006/main">
            <a:off x="781050" y="48291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.status-no  { color: var(--danger); }</a:t>
            </a:r>
          </a:p>
        </p:txBody>
      </p:sp>
      <p:sp>
        <p:nvSpPr>
          <p:cNvPr id="20" name="component-gallery">
            <a:extLst xmlns:a="http://schemas.openxmlformats.org/drawingml/2006/main">
              <a:ext uri="{FF2B5EF4-FFF2-40B4-BE49-F238E27FC236}">
                <a16:creationId xmlns:a16="http://schemas.microsoft.com/office/drawing/2014/main" id="{49915849-4DA5-470A-93B1-92B40CAB092A}"/>
              </a:ext>
            </a:extLst>
          </p:cNvPr>
          <p:cNvSpPr>
            <a:spLocks xmlns:a="http://schemas.openxmlformats.org/drawingml/2006/main" noGrp="1"/>
          </p:cNvSpPr>
          <p:nvPr/>
        </p:nvSpPr>
        <p:spPr>
          <a:xfrm xmlns:a="http://schemas.openxmlformats.org/drawingml/2006/main">
            <a:off x="5715000" y="1809750"/>
            <a:ext cx="586740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21" name="">
            <a:extLst xmlns:a="http://schemas.openxmlformats.org/drawingml/2006/main">
              <a:ext uri="{FF2B5EF4-FFF2-40B4-BE49-F238E27FC236}">
                <a16:creationId xmlns:a16="http://schemas.microsoft.com/office/drawing/2014/main" id="{97B5943E-BE13-4703-8A4E-B0942AD2DA18}"/>
              </a:ext>
            </a:extLst>
          </p:cNvPr>
          <p:cNvSpPr>
            <a:spLocks xmlns:a="http://schemas.openxmlformats.org/drawingml/2006/main" noGrp="1"/>
          </p:cNvSpPr>
          <p:nvPr/>
        </p:nvSpPr>
        <p:spPr>
          <a:xfrm xmlns:a="http://schemas.openxmlformats.org/drawingml/2006/main">
            <a:off x="6000750" y="2133600"/>
            <a:ext cx="2381250" cy="1257300"/>
          </a:xfrm>
          <a:prstGeom xmlns:a="http://schemas.openxmlformats.org/drawingml/2006/main" prst="roundRect">
            <a:avLst>
              <a:gd name="adj" fmla="val 6061"/>
            </a:avLst>
          </a:prstGeom>
          <a:solidFill xmlns:a="http://schemas.openxmlformats.org/drawingml/2006/main">
            <a:srgbClr val="FFFEFA"/>
          </a:solidFill>
          <a:ln xmlns:a="http://schemas.openxmlformats.org/drawingml/2006/main" w="9525">
            <a:solidFill>
              <a:srgbClr val="E5E1D8"/>
            </a:solidFill>
            <a:prstDash val="solid"/>
          </a:ln>
        </p:spPr>
      </p:sp>
      <p:sp>
        <p:nvSpPr>
          <p:cNvPr id="22" name="">
            <a:extLst xmlns:a="http://schemas.openxmlformats.org/drawingml/2006/main">
              <a:ext uri="{FF2B5EF4-FFF2-40B4-BE49-F238E27FC236}">
                <a16:creationId xmlns:a16="http://schemas.microsoft.com/office/drawing/2014/main" id="{6D904BE9-0B94-47AC-8572-AF36CAE48F97}"/>
              </a:ext>
            </a:extLst>
          </p:cNvPr>
          <p:cNvSpPr>
            <a:spLocks xmlns:a="http://schemas.openxmlformats.org/drawingml/2006/main" noGrp="1"/>
          </p:cNvSpPr>
          <p:nvPr/>
        </p:nvSpPr>
        <p:spPr>
          <a:xfrm xmlns:a="http://schemas.openxmlformats.org/drawingml/2006/main">
            <a:off x="6210300" y="2343150"/>
            <a:ext cx="438150" cy="43815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2991D7-553F-4432-9E8F-F502CD9B84BA}"/>
              </a:ext>
            </a:extLst>
          </p:cNvPr>
          <p:cNvSpPr>
            <a:spLocks xmlns:a="http://schemas.openxmlformats.org/drawingml/2006/main" noGrp="1"/>
          </p:cNvSpPr>
          <p:nvPr/>
        </p:nvSpPr>
        <p:spPr>
          <a:xfrm xmlns:a="http://schemas.openxmlformats.org/drawingml/2006/main">
            <a:off x="6819900" y="22860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i="0">
                <a:solidFill>
                  <a:srgbClr val="071B12"/>
                </a:solidFill>
              </a:defRPr>
            </a:pPr>
            <a:r>
              <a:rPr sz="1875" b="1" i="0">
                <a:solidFill>
                  <a:srgbClr val="071B12"/>
                </a:solidFill>
              </a:rPr>
              <a:t>1,557</a:t>
            </a:r>
          </a:p>
        </p:txBody>
      </p:sp>
      <p:sp>
        <p:nvSpPr>
          <p:cNvPr id="24" name="">
            <a:extLst xmlns:a="http://schemas.openxmlformats.org/drawingml/2006/main">
              <a:ext uri="{FF2B5EF4-FFF2-40B4-BE49-F238E27FC236}">
                <a16:creationId xmlns:a16="http://schemas.microsoft.com/office/drawing/2014/main" id="{C24A87E3-20DE-4A0A-89C5-6C79D1C67DCE}"/>
              </a:ext>
            </a:extLst>
          </p:cNvPr>
          <p:cNvSpPr>
            <a:spLocks xmlns:a="http://schemas.openxmlformats.org/drawingml/2006/main" noGrp="1"/>
          </p:cNvSpPr>
          <p:nvPr/>
        </p:nvSpPr>
        <p:spPr>
          <a:xfrm xmlns:a="http://schemas.openxmlformats.org/drawingml/2006/main">
            <a:off x="6819900" y="26574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D2922"/>
                </a:solidFill>
              </a:defRPr>
            </a:pPr>
            <a:r>
              <a:rPr sz="1050" b="1" i="0">
                <a:solidFill>
                  <a:srgbClr val="1D2922"/>
                </a:solidFill>
              </a:rPr>
              <a:t>Total Groups</a:t>
            </a:r>
          </a:p>
        </p:txBody>
      </p:sp>
      <p:sp>
        <p:nvSpPr>
          <p:cNvPr id="25" name="">
            <a:extLst xmlns:a="http://schemas.openxmlformats.org/drawingml/2006/main">
              <a:ext uri="{FF2B5EF4-FFF2-40B4-BE49-F238E27FC236}">
                <a16:creationId xmlns:a16="http://schemas.microsoft.com/office/drawing/2014/main" id="{A3B0CEB0-CE66-4E10-B8AA-47A7413EEF52}"/>
              </a:ext>
            </a:extLst>
          </p:cNvPr>
          <p:cNvSpPr>
            <a:spLocks xmlns:a="http://schemas.openxmlformats.org/drawingml/2006/main" noGrp="1"/>
          </p:cNvSpPr>
          <p:nvPr/>
        </p:nvSpPr>
        <p:spPr>
          <a:xfrm xmlns:a="http://schemas.openxmlformats.org/drawingml/2006/main">
            <a:off x="6819900" y="294322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69746D"/>
                </a:solidFill>
              </a:defRPr>
            </a:pPr>
            <a:r>
              <a:rPr sz="900" b="0" i="0">
                <a:solidFill>
                  <a:srgbClr val="69746D"/>
                </a:solidFill>
              </a:rPr>
              <a:t>Traditional communities</a:t>
            </a:r>
          </a:p>
        </p:txBody>
      </p:sp>
      <p:sp>
        <p:nvSpPr>
          <p:cNvPr id="26" name="">
            <a:extLst xmlns:a="http://schemas.openxmlformats.org/drawingml/2006/main">
              <a:ext uri="{FF2B5EF4-FFF2-40B4-BE49-F238E27FC236}">
                <a16:creationId xmlns:a16="http://schemas.microsoft.com/office/drawing/2014/main" id="{D89E7A9E-48E5-4A89-B91D-A135338D062F}"/>
              </a:ext>
            </a:extLst>
          </p:cNvPr>
          <p:cNvSpPr>
            <a:spLocks xmlns:a="http://schemas.openxmlformats.org/drawingml/2006/main" noGrp="1"/>
          </p:cNvSpPr>
          <p:nvPr/>
        </p:nvSpPr>
        <p:spPr>
          <a:xfrm xmlns:a="http://schemas.openxmlformats.org/drawingml/2006/main">
            <a:off x="8572500" y="2133600"/>
            <a:ext cx="2667000" cy="1257300"/>
          </a:xfrm>
          <a:prstGeom xmlns:a="http://schemas.openxmlformats.org/drawingml/2006/main" prst="roundRect">
            <a:avLst>
              <a:gd name="adj" fmla="val 6061"/>
            </a:avLst>
          </a:prstGeom>
          <a:solidFill xmlns:a="http://schemas.openxmlformats.org/drawingml/2006/main">
            <a:srgbClr val="FFFEFA"/>
          </a:solidFill>
          <a:ln xmlns:a="http://schemas.openxmlformats.org/drawingml/2006/main" w="9525">
            <a:solidFill>
              <a:srgbClr val="E5E1D8"/>
            </a:solidFill>
            <a:prstDash val="solid"/>
          </a:ln>
        </p:spPr>
      </p:sp>
      <p:sp>
        <p:nvSpPr>
          <p:cNvPr id="27" name="">
            <a:extLst xmlns:a="http://schemas.openxmlformats.org/drawingml/2006/main">
              <a:ext uri="{FF2B5EF4-FFF2-40B4-BE49-F238E27FC236}">
                <a16:creationId xmlns:a16="http://schemas.microsoft.com/office/drawing/2014/main" id="{63570E3C-2FE8-4E90-8E20-0383BB9A3F4D}"/>
              </a:ext>
            </a:extLst>
          </p:cNvPr>
          <p:cNvSpPr>
            <a:spLocks xmlns:a="http://schemas.openxmlformats.org/drawingml/2006/main" noGrp="1"/>
          </p:cNvSpPr>
          <p:nvPr/>
        </p:nvSpPr>
        <p:spPr>
          <a:xfrm xmlns:a="http://schemas.openxmlformats.org/drawingml/2006/main">
            <a:off x="8820150" y="234315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071B12"/>
                </a:solidFill>
              </a:defRPr>
            </a:pPr>
            <a:r>
              <a:rPr sz="1500" b="1" i="0">
                <a:solidFill>
                  <a:srgbClr val="071B12"/>
                </a:solidFill>
              </a:rPr>
              <a:t>Interactive Map</a:t>
            </a:r>
          </a:p>
        </p:txBody>
      </p:sp>
      <p:sp>
        <p:nvSpPr>
          <p:cNvPr id="28" name="">
            <a:extLst xmlns:a="http://schemas.openxmlformats.org/drawingml/2006/main">
              <a:ext uri="{FF2B5EF4-FFF2-40B4-BE49-F238E27FC236}">
                <a16:creationId xmlns:a16="http://schemas.microsoft.com/office/drawing/2014/main" id="{A3B2D1D1-7206-4705-A0CA-157F328AA253}"/>
              </a:ext>
            </a:extLst>
          </p:cNvPr>
          <p:cNvSpPr>
            <a:spLocks xmlns:a="http://schemas.openxmlformats.org/drawingml/2006/main" noGrp="1"/>
          </p:cNvSpPr>
          <p:nvPr/>
        </p:nvSpPr>
        <p:spPr>
          <a:xfrm xmlns:a="http://schemas.openxmlformats.org/drawingml/2006/main">
            <a:off x="8820150" y="2724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Visualize geographic distribution.</a:t>
            </a:r>
          </a:p>
        </p:txBody>
      </p:sp>
      <p:sp>
        <p:nvSpPr>
          <p:cNvPr id="29" name="">
            <a:extLst xmlns:a="http://schemas.openxmlformats.org/drawingml/2006/main">
              <a:ext uri="{FF2B5EF4-FFF2-40B4-BE49-F238E27FC236}">
                <a16:creationId xmlns:a16="http://schemas.microsoft.com/office/drawing/2014/main" id="{F4E80F9F-63F6-4964-98D1-F470B0DA1A4D}"/>
              </a:ext>
            </a:extLst>
          </p:cNvPr>
          <p:cNvSpPr>
            <a:spLocks xmlns:a="http://schemas.openxmlformats.org/drawingml/2006/main" noGrp="1"/>
          </p:cNvSpPr>
          <p:nvPr/>
        </p:nvSpPr>
        <p:spPr>
          <a:xfrm xmlns:a="http://schemas.openxmlformats.org/drawingml/2006/main">
            <a:off x="8820150" y="3067050"/>
            <a:ext cx="106680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F812758-E5E4-4B2A-B8C3-46C32FB9DD23}"/>
              </a:ext>
            </a:extLst>
          </p:cNvPr>
          <p:cNvSpPr>
            <a:spLocks xmlns:a="http://schemas.openxmlformats.org/drawingml/2006/main" noGrp="1"/>
          </p:cNvSpPr>
          <p:nvPr/>
        </p:nvSpPr>
        <p:spPr>
          <a:xfrm xmlns:a="http://schemas.openxmlformats.org/drawingml/2006/main">
            <a:off x="8915400" y="312420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Open Map →</a:t>
            </a:r>
          </a:p>
        </p:txBody>
      </p:sp>
      <p:sp>
        <p:nvSpPr>
          <p:cNvPr id="31" name="">
            <a:extLst xmlns:a="http://schemas.openxmlformats.org/drawingml/2006/main">
              <a:ext uri="{FF2B5EF4-FFF2-40B4-BE49-F238E27FC236}">
                <a16:creationId xmlns:a16="http://schemas.microsoft.com/office/drawing/2014/main" id="{7BA336EF-985B-4903-BA5A-8613415582E1}"/>
              </a:ext>
            </a:extLst>
          </p:cNvPr>
          <p:cNvSpPr>
            <a:spLocks xmlns:a="http://schemas.openxmlformats.org/drawingml/2006/main" noGrp="1"/>
          </p:cNvSpPr>
          <p:nvPr/>
        </p:nvSpPr>
        <p:spPr>
          <a:xfrm xmlns:a="http://schemas.openxmlformats.org/drawingml/2006/main">
            <a:off x="6000750" y="3657600"/>
            <a:ext cx="5238750" cy="1771650"/>
          </a:xfrm>
          <a:prstGeom xmlns:a="http://schemas.openxmlformats.org/drawingml/2006/main" prst="roundRect">
            <a:avLst>
              <a:gd name="adj" fmla="val 4301"/>
            </a:avLst>
          </a:prstGeom>
          <a:solidFill xmlns:a="http://schemas.openxmlformats.org/drawingml/2006/main">
            <a:srgbClr val="FFFEFA"/>
          </a:solidFill>
          <a:ln xmlns:a="http://schemas.openxmlformats.org/drawingml/2006/main" w="9525">
            <a:solidFill>
              <a:srgbClr val="E5E1D8"/>
            </a:solidFill>
            <a:prstDash val="solid"/>
          </a:ln>
        </p:spPr>
      </p:sp>
      <p:sp>
        <p:nvSpPr>
          <p:cNvPr id="32" name="">
            <a:extLst xmlns:a="http://schemas.openxmlformats.org/drawingml/2006/main">
              <a:ext uri="{FF2B5EF4-FFF2-40B4-BE49-F238E27FC236}">
                <a16:creationId xmlns:a16="http://schemas.microsoft.com/office/drawing/2014/main" id="{1315CCEE-78CB-49E8-AC2C-A665342E655C}"/>
              </a:ext>
            </a:extLst>
          </p:cNvPr>
          <p:cNvSpPr>
            <a:spLocks xmlns:a="http://schemas.openxmlformats.org/drawingml/2006/main" noGrp="1"/>
          </p:cNvSpPr>
          <p:nvPr/>
        </p:nvSpPr>
        <p:spPr>
          <a:xfrm xmlns:a="http://schemas.openxmlformats.org/drawingml/2006/main">
            <a:off x="6191250" y="3886200"/>
            <a:ext cx="4857750" cy="323850"/>
          </a:xfrm>
          <a:prstGeom xmlns:a="http://schemas.openxmlformats.org/drawingml/2006/main" prst="rect">
            <a:avLst/>
          </a:prstGeom>
          <a:solidFill xmlns:a="http://schemas.openxmlformats.org/drawingml/2006/main">
            <a:srgbClr val="F0EFE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F6B1E61-2103-48D5-9E6D-3E37945987EE}"/>
              </a:ext>
            </a:extLst>
          </p:cNvPr>
          <p:cNvSpPr>
            <a:spLocks xmlns:a="http://schemas.openxmlformats.org/drawingml/2006/main" noGrp="1"/>
          </p:cNvSpPr>
          <p:nvPr/>
        </p:nvSpPr>
        <p:spPr>
          <a:xfrm xmlns:a="http://schemas.openxmlformats.org/drawingml/2006/main">
            <a:off x="6324600" y="3981450"/>
            <a:ext cx="1066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i="0">
                <a:solidFill>
                  <a:srgbClr val="69746D"/>
                </a:solidFill>
              </a:defRPr>
            </a:pPr>
            <a:r>
              <a:rPr sz="750" b="1" i="0">
                <a:solidFill>
                  <a:srgbClr val="69746D"/>
                </a:solidFill>
              </a:rPr>
              <a:t>GROUP</a:t>
            </a:r>
          </a:p>
        </p:txBody>
      </p:sp>
      <p:sp>
        <p:nvSpPr>
          <p:cNvPr id="34" name="">
            <a:extLst xmlns:a="http://schemas.openxmlformats.org/drawingml/2006/main">
              <a:ext uri="{FF2B5EF4-FFF2-40B4-BE49-F238E27FC236}">
                <a16:creationId xmlns:a16="http://schemas.microsoft.com/office/drawing/2014/main" id="{16C7D595-DFCF-4E3B-8B81-5451263FBF8B}"/>
              </a:ext>
            </a:extLst>
          </p:cNvPr>
          <p:cNvSpPr>
            <a:spLocks xmlns:a="http://schemas.openxmlformats.org/drawingml/2006/main" noGrp="1"/>
          </p:cNvSpPr>
          <p:nvPr/>
        </p:nvSpPr>
        <p:spPr>
          <a:xfrm xmlns:a="http://schemas.openxmlformats.org/drawingml/2006/main">
            <a:off x="7496175" y="3981450"/>
            <a:ext cx="1066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i="0">
                <a:solidFill>
                  <a:srgbClr val="69746D"/>
                </a:solidFill>
              </a:defRPr>
            </a:pPr>
            <a:r>
              <a:rPr sz="750" b="1" i="0">
                <a:solidFill>
                  <a:srgbClr val="69746D"/>
                </a:solidFill>
              </a:rPr>
              <a:t>COUNTRY</a:t>
            </a:r>
          </a:p>
        </p:txBody>
      </p:sp>
      <p:sp>
        <p:nvSpPr>
          <p:cNvPr id="35" name="">
            <a:extLst xmlns:a="http://schemas.openxmlformats.org/drawingml/2006/main">
              <a:ext uri="{FF2B5EF4-FFF2-40B4-BE49-F238E27FC236}">
                <a16:creationId xmlns:a16="http://schemas.microsoft.com/office/drawing/2014/main" id="{EDB63E17-56F5-4991-9836-2122D155FBCD}"/>
              </a:ext>
            </a:extLst>
          </p:cNvPr>
          <p:cNvSpPr>
            <a:spLocks xmlns:a="http://schemas.openxmlformats.org/drawingml/2006/main" noGrp="1"/>
          </p:cNvSpPr>
          <p:nvPr/>
        </p:nvSpPr>
        <p:spPr>
          <a:xfrm xmlns:a="http://schemas.openxmlformats.org/drawingml/2006/main">
            <a:off x="8667750" y="3981450"/>
            <a:ext cx="1066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i="0">
                <a:solidFill>
                  <a:srgbClr val="69746D"/>
                </a:solidFill>
              </a:defRPr>
            </a:pPr>
            <a:r>
              <a:rPr sz="750" b="1" i="0">
                <a:solidFill>
                  <a:srgbClr val="69746D"/>
                </a:solidFill>
              </a:rPr>
              <a:t>LEADERSHIP</a:t>
            </a:r>
          </a:p>
        </p:txBody>
      </p:sp>
      <p:sp>
        <p:nvSpPr>
          <p:cNvPr id="36" name="">
            <a:extLst xmlns:a="http://schemas.openxmlformats.org/drawingml/2006/main">
              <a:ext uri="{FF2B5EF4-FFF2-40B4-BE49-F238E27FC236}">
                <a16:creationId xmlns:a16="http://schemas.microsoft.com/office/drawing/2014/main" id="{2AF8319D-9B78-4189-B37A-80648DBF6E53}"/>
              </a:ext>
            </a:extLst>
          </p:cNvPr>
          <p:cNvSpPr>
            <a:spLocks xmlns:a="http://schemas.openxmlformats.org/drawingml/2006/main" noGrp="1"/>
          </p:cNvSpPr>
          <p:nvPr/>
        </p:nvSpPr>
        <p:spPr>
          <a:xfrm xmlns:a="http://schemas.openxmlformats.org/drawingml/2006/main">
            <a:off x="9839325" y="3981450"/>
            <a:ext cx="1066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i="0">
                <a:solidFill>
                  <a:srgbClr val="69746D"/>
                </a:solidFill>
              </a:defRPr>
            </a:pPr>
            <a:r>
              <a:rPr sz="750" b="1" i="0">
                <a:solidFill>
                  <a:srgbClr val="69746D"/>
                </a:solidFill>
              </a:rPr>
              <a:t>RECOGNIZED</a:t>
            </a:r>
          </a:p>
        </p:txBody>
      </p:sp>
      <p:sp>
        <p:nvSpPr>
          <p:cNvPr id="37" name="">
            <a:extLst xmlns:a="http://schemas.openxmlformats.org/drawingml/2006/main">
              <a:ext uri="{FF2B5EF4-FFF2-40B4-BE49-F238E27FC236}">
                <a16:creationId xmlns:a16="http://schemas.microsoft.com/office/drawing/2014/main" id="{04039203-1B2F-45C8-9522-BA12092B9E4D}"/>
              </a:ext>
            </a:extLst>
          </p:cNvPr>
          <p:cNvSpPr>
            <a:spLocks xmlns:a="http://schemas.openxmlformats.org/drawingml/2006/main" noGrp="1"/>
          </p:cNvSpPr>
          <p:nvPr/>
        </p:nvSpPr>
        <p:spPr>
          <a:xfrm xmlns:a="http://schemas.openxmlformats.org/drawingml/2006/main">
            <a:off x="6324600" y="4343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D2922"/>
                </a:solidFill>
              </a:defRPr>
            </a:pPr>
            <a:r>
              <a:rPr sz="900" b="1" i="0">
                <a:solidFill>
                  <a:srgbClr val="1D2922"/>
                </a:solidFill>
              </a:rPr>
              <a:t>Ababda</a:t>
            </a:r>
          </a:p>
        </p:txBody>
      </p:sp>
      <p:sp>
        <p:nvSpPr>
          <p:cNvPr id="38" name="">
            <a:extLst xmlns:a="http://schemas.openxmlformats.org/drawingml/2006/main">
              <a:ext uri="{FF2B5EF4-FFF2-40B4-BE49-F238E27FC236}">
                <a16:creationId xmlns:a16="http://schemas.microsoft.com/office/drawing/2014/main" id="{0FBE85B0-0FAD-4EE1-99F2-B1AE43DA8158}"/>
              </a:ext>
            </a:extLst>
          </p:cNvPr>
          <p:cNvSpPr>
            <a:spLocks xmlns:a="http://schemas.openxmlformats.org/drawingml/2006/main" noGrp="1"/>
          </p:cNvSpPr>
          <p:nvPr/>
        </p:nvSpPr>
        <p:spPr>
          <a:xfrm xmlns:a="http://schemas.openxmlformats.org/drawingml/2006/main">
            <a:off x="7496175" y="4343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Eritrea</a:t>
            </a:r>
          </a:p>
        </p:txBody>
      </p:sp>
      <p:sp>
        <p:nvSpPr>
          <p:cNvPr id="39" name="">
            <a:extLst xmlns:a="http://schemas.openxmlformats.org/drawingml/2006/main">
              <a:ext uri="{FF2B5EF4-FFF2-40B4-BE49-F238E27FC236}">
                <a16:creationId xmlns:a16="http://schemas.microsoft.com/office/drawing/2014/main" id="{4487E17E-C712-49A0-9F08-371642637908}"/>
              </a:ext>
            </a:extLst>
          </p:cNvPr>
          <p:cNvSpPr>
            <a:spLocks xmlns:a="http://schemas.openxmlformats.org/drawingml/2006/main" noGrp="1"/>
          </p:cNvSpPr>
          <p:nvPr/>
        </p:nvSpPr>
        <p:spPr>
          <a:xfrm xmlns:a="http://schemas.openxmlformats.org/drawingml/2006/main">
            <a:off x="8667750" y="4343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Chief</a:t>
            </a:r>
          </a:p>
        </p:txBody>
      </p:sp>
      <p:sp>
        <p:nvSpPr>
          <p:cNvPr id="40" name="">
            <a:extLst xmlns:a="http://schemas.openxmlformats.org/drawingml/2006/main">
              <a:ext uri="{FF2B5EF4-FFF2-40B4-BE49-F238E27FC236}">
                <a16:creationId xmlns:a16="http://schemas.microsoft.com/office/drawing/2014/main" id="{EEB8AB8D-653F-4326-BB60-B8FBA9AE27F1}"/>
              </a:ext>
            </a:extLst>
          </p:cNvPr>
          <p:cNvSpPr>
            <a:spLocks xmlns:a="http://schemas.openxmlformats.org/drawingml/2006/main" noGrp="1"/>
          </p:cNvSpPr>
          <p:nvPr/>
        </p:nvSpPr>
        <p:spPr>
          <a:xfrm xmlns:a="http://schemas.openxmlformats.org/drawingml/2006/main">
            <a:off x="9839325" y="4343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287A50"/>
                </a:solidFill>
              </a:defRPr>
            </a:pPr>
            <a:r>
              <a:rPr sz="900" b="0" i="0">
                <a:solidFill>
                  <a:srgbClr val="287A50"/>
                </a:solidFill>
              </a:rPr>
              <a:t>Yes</a:t>
            </a:r>
          </a:p>
        </p:txBody>
      </p:sp>
      <p:sp>
        <p:nvSpPr>
          <p:cNvPr id="41" name="">
            <a:extLst xmlns:a="http://schemas.openxmlformats.org/drawingml/2006/main">
              <a:ext uri="{FF2B5EF4-FFF2-40B4-BE49-F238E27FC236}">
                <a16:creationId xmlns:a16="http://schemas.microsoft.com/office/drawing/2014/main" id="{660DD5B7-C755-49F0-B372-A06B3BA61DCE}"/>
              </a:ext>
            </a:extLst>
          </p:cNvPr>
          <p:cNvSpPr>
            <a:spLocks xmlns:a="http://schemas.openxmlformats.org/drawingml/2006/main" noGrp="1"/>
          </p:cNvSpPr>
          <p:nvPr/>
        </p:nvSpPr>
        <p:spPr>
          <a:xfrm xmlns:a="http://schemas.openxmlformats.org/drawingml/2006/main">
            <a:off x="6191250" y="4591050"/>
            <a:ext cx="485775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
        <p:nvSpPr>
          <p:cNvPr id="42" name="">
            <a:extLst xmlns:a="http://schemas.openxmlformats.org/drawingml/2006/main">
              <a:ext uri="{FF2B5EF4-FFF2-40B4-BE49-F238E27FC236}">
                <a16:creationId xmlns:a16="http://schemas.microsoft.com/office/drawing/2014/main" id="{342FD774-4862-4302-881C-1244CC0D6C1D}"/>
              </a:ext>
            </a:extLst>
          </p:cNvPr>
          <p:cNvSpPr>
            <a:spLocks xmlns:a="http://schemas.openxmlformats.org/drawingml/2006/main" noGrp="1"/>
          </p:cNvSpPr>
          <p:nvPr/>
        </p:nvSpPr>
        <p:spPr>
          <a:xfrm xmlns:a="http://schemas.openxmlformats.org/drawingml/2006/main">
            <a:off x="6324600" y="466725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D2922"/>
                </a:solidFill>
              </a:defRPr>
            </a:pPr>
            <a:r>
              <a:rPr sz="900" b="1" i="0">
                <a:solidFill>
                  <a:srgbClr val="1D2922"/>
                </a:solidFill>
              </a:rPr>
              <a:t>Abe/Abbe</a:t>
            </a:r>
          </a:p>
        </p:txBody>
      </p:sp>
      <p:sp>
        <p:nvSpPr>
          <p:cNvPr id="43" name="">
            <a:extLst xmlns:a="http://schemas.openxmlformats.org/drawingml/2006/main">
              <a:ext uri="{FF2B5EF4-FFF2-40B4-BE49-F238E27FC236}">
                <a16:creationId xmlns:a16="http://schemas.microsoft.com/office/drawing/2014/main" id="{843FB8C7-01FF-45DB-8B43-8EFFCDF70830}"/>
              </a:ext>
            </a:extLst>
          </p:cNvPr>
          <p:cNvSpPr>
            <a:spLocks xmlns:a="http://schemas.openxmlformats.org/drawingml/2006/main" noGrp="1"/>
          </p:cNvSpPr>
          <p:nvPr/>
        </p:nvSpPr>
        <p:spPr>
          <a:xfrm xmlns:a="http://schemas.openxmlformats.org/drawingml/2006/main">
            <a:off x="7496175" y="466725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Côte d’Ivoire</a:t>
            </a:r>
          </a:p>
        </p:txBody>
      </p:sp>
      <p:sp>
        <p:nvSpPr>
          <p:cNvPr id="44" name="">
            <a:extLst xmlns:a="http://schemas.openxmlformats.org/drawingml/2006/main">
              <a:ext uri="{FF2B5EF4-FFF2-40B4-BE49-F238E27FC236}">
                <a16:creationId xmlns:a16="http://schemas.microsoft.com/office/drawing/2014/main" id="{B14607C7-9900-4EB1-B842-B55BE8B1F42B}"/>
              </a:ext>
            </a:extLst>
          </p:cNvPr>
          <p:cNvSpPr>
            <a:spLocks xmlns:a="http://schemas.openxmlformats.org/drawingml/2006/main" noGrp="1"/>
          </p:cNvSpPr>
          <p:nvPr/>
        </p:nvSpPr>
        <p:spPr>
          <a:xfrm xmlns:a="http://schemas.openxmlformats.org/drawingml/2006/main">
            <a:off x="8667750" y="466725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King · Chief</a:t>
            </a:r>
          </a:p>
        </p:txBody>
      </p:sp>
      <p:sp>
        <p:nvSpPr>
          <p:cNvPr id="45" name="">
            <a:extLst xmlns:a="http://schemas.openxmlformats.org/drawingml/2006/main">
              <a:ext uri="{FF2B5EF4-FFF2-40B4-BE49-F238E27FC236}">
                <a16:creationId xmlns:a16="http://schemas.microsoft.com/office/drawing/2014/main" id="{A864793D-DF49-4921-B2B7-58D2E26AEA42}"/>
              </a:ext>
            </a:extLst>
          </p:cNvPr>
          <p:cNvSpPr>
            <a:spLocks xmlns:a="http://schemas.openxmlformats.org/drawingml/2006/main" noGrp="1"/>
          </p:cNvSpPr>
          <p:nvPr/>
        </p:nvSpPr>
        <p:spPr>
          <a:xfrm xmlns:a="http://schemas.openxmlformats.org/drawingml/2006/main">
            <a:off x="9839325" y="466725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287A50"/>
                </a:solidFill>
              </a:defRPr>
            </a:pPr>
            <a:r>
              <a:rPr sz="900" b="0" i="0">
                <a:solidFill>
                  <a:srgbClr val="287A50"/>
                </a:solidFill>
              </a:rPr>
              <a:t>Yes</a:t>
            </a:r>
          </a:p>
        </p:txBody>
      </p:sp>
      <p:sp>
        <p:nvSpPr>
          <p:cNvPr id="46" name="">
            <a:extLst xmlns:a="http://schemas.openxmlformats.org/drawingml/2006/main">
              <a:ext uri="{FF2B5EF4-FFF2-40B4-BE49-F238E27FC236}">
                <a16:creationId xmlns:a16="http://schemas.microsoft.com/office/drawing/2014/main" id="{3E716A2D-3BCF-486D-BDFB-D1E40C935F0A}"/>
              </a:ext>
            </a:extLst>
          </p:cNvPr>
          <p:cNvSpPr>
            <a:spLocks xmlns:a="http://schemas.openxmlformats.org/drawingml/2006/main" noGrp="1"/>
          </p:cNvSpPr>
          <p:nvPr/>
        </p:nvSpPr>
        <p:spPr>
          <a:xfrm xmlns:a="http://schemas.openxmlformats.org/drawingml/2006/main">
            <a:off x="6191250" y="4914900"/>
            <a:ext cx="485775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
        <p:nvSpPr>
          <p:cNvPr id="47" name="">
            <a:extLst xmlns:a="http://schemas.openxmlformats.org/drawingml/2006/main">
              <a:ext uri="{FF2B5EF4-FFF2-40B4-BE49-F238E27FC236}">
                <a16:creationId xmlns:a16="http://schemas.microsoft.com/office/drawing/2014/main" id="{9F737740-C757-4615-BE15-997D7BF7B486}"/>
              </a:ext>
            </a:extLst>
          </p:cNvPr>
          <p:cNvSpPr>
            <a:spLocks xmlns:a="http://schemas.openxmlformats.org/drawingml/2006/main" noGrp="1"/>
          </p:cNvSpPr>
          <p:nvPr/>
        </p:nvSpPr>
        <p:spPr>
          <a:xfrm xmlns:a="http://schemas.openxmlformats.org/drawingml/2006/main">
            <a:off x="6324600" y="49911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D2922"/>
                </a:solidFill>
              </a:defRPr>
            </a:pPr>
            <a:r>
              <a:rPr sz="900" b="1" i="0">
                <a:solidFill>
                  <a:srgbClr val="1D2922"/>
                </a:solidFill>
              </a:rPr>
              <a:t>Aikanã</a:t>
            </a:r>
          </a:p>
        </p:txBody>
      </p:sp>
      <p:sp>
        <p:nvSpPr>
          <p:cNvPr id="48" name="">
            <a:extLst xmlns:a="http://schemas.openxmlformats.org/drawingml/2006/main">
              <a:ext uri="{FF2B5EF4-FFF2-40B4-BE49-F238E27FC236}">
                <a16:creationId xmlns:a16="http://schemas.microsoft.com/office/drawing/2014/main" id="{291288F4-6E5B-4ED7-BDEA-C7C5A986F46E}"/>
              </a:ext>
            </a:extLst>
          </p:cNvPr>
          <p:cNvSpPr>
            <a:spLocks xmlns:a="http://schemas.openxmlformats.org/drawingml/2006/main" noGrp="1"/>
          </p:cNvSpPr>
          <p:nvPr/>
        </p:nvSpPr>
        <p:spPr>
          <a:xfrm xmlns:a="http://schemas.openxmlformats.org/drawingml/2006/main">
            <a:off x="7496175" y="49911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Brazil</a:t>
            </a:r>
          </a:p>
        </p:txBody>
      </p:sp>
      <p:sp>
        <p:nvSpPr>
          <p:cNvPr id="49" name="">
            <a:extLst xmlns:a="http://schemas.openxmlformats.org/drawingml/2006/main">
              <a:ext uri="{FF2B5EF4-FFF2-40B4-BE49-F238E27FC236}">
                <a16:creationId xmlns:a16="http://schemas.microsoft.com/office/drawing/2014/main" id="{684E0D81-0DC3-40D5-BC55-3253F9FAD7D5}"/>
              </a:ext>
            </a:extLst>
          </p:cNvPr>
          <p:cNvSpPr>
            <a:spLocks xmlns:a="http://schemas.openxmlformats.org/drawingml/2006/main" noGrp="1"/>
          </p:cNvSpPr>
          <p:nvPr/>
        </p:nvSpPr>
        <p:spPr>
          <a:xfrm xmlns:a="http://schemas.openxmlformats.org/drawingml/2006/main">
            <a:off x="8667750" y="49911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Not Available</a:t>
            </a:r>
          </a:p>
        </p:txBody>
      </p:sp>
      <p:sp>
        <p:nvSpPr>
          <p:cNvPr id="50" name="">
            <a:extLst xmlns:a="http://schemas.openxmlformats.org/drawingml/2006/main">
              <a:ext uri="{FF2B5EF4-FFF2-40B4-BE49-F238E27FC236}">
                <a16:creationId xmlns:a16="http://schemas.microsoft.com/office/drawing/2014/main" id="{11C8FE0F-AEFF-42E7-AE03-6082DCAA43F1}"/>
              </a:ext>
            </a:extLst>
          </p:cNvPr>
          <p:cNvSpPr>
            <a:spLocks xmlns:a="http://schemas.openxmlformats.org/drawingml/2006/main" noGrp="1"/>
          </p:cNvSpPr>
          <p:nvPr/>
        </p:nvSpPr>
        <p:spPr>
          <a:xfrm xmlns:a="http://schemas.openxmlformats.org/drawingml/2006/main">
            <a:off x="9839325" y="49911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B74C45"/>
                </a:solidFill>
              </a:defRPr>
            </a:pPr>
            <a:r>
              <a:rPr sz="900" b="0" i="0">
                <a:solidFill>
                  <a:srgbClr val="B74C45"/>
                </a:solidFill>
              </a:rPr>
              <a:t>No</a:t>
            </a:r>
          </a:p>
        </p:txBody>
      </p:sp>
      <p:sp>
        <p:nvSpPr>
          <p:cNvPr id="51" name="">
            <a:extLst xmlns:a="http://schemas.openxmlformats.org/drawingml/2006/main">
              <a:ext uri="{FF2B5EF4-FFF2-40B4-BE49-F238E27FC236}">
                <a16:creationId xmlns:a16="http://schemas.microsoft.com/office/drawing/2014/main" id="{79B585B9-E00A-46AF-8AE4-9B57C321270A}"/>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913994596"/>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4" name="top-accent">
            <a:extLst xmlns:a="http://schemas.openxmlformats.org/drawingml/2006/main">
              <a:ext uri="{FF2B5EF4-FFF2-40B4-BE49-F238E27FC236}">
                <a16:creationId xmlns:a16="http://schemas.microsoft.com/office/drawing/2014/main" id="{ABCDEC42-F190-4DE3-BDE9-814F22C6AC3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A7C3B50F-C358-4F18-8B12-D23FF43329C6}"/>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5E9FB52B-5790-4314-99C5-A1D8FB8C42AF}"/>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16</a:t>
            </a:r>
          </a:p>
        </p:txBody>
      </p:sp>
      <p:sp>
        <p:nvSpPr>
          <p:cNvPr id="4" name="slide-title">
            <a:extLst xmlns:a="http://schemas.openxmlformats.org/drawingml/2006/main">
              <a:ext uri="{FF2B5EF4-FFF2-40B4-BE49-F238E27FC236}">
                <a16:creationId xmlns:a16="http://schemas.microsoft.com/office/drawing/2014/main" id="{B9A807B8-0B8C-46CA-8F4B-A9BEE977BC39}"/>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Make interaction states visible and predictable</a:t>
            </a:r>
          </a:p>
        </p:txBody>
      </p:sp>
      <p:sp>
        <p:nvSpPr>
          <p:cNvPr id="5" name="slide-subtitle">
            <a:extLst xmlns:a="http://schemas.openxmlformats.org/drawingml/2006/main">
              <a:ext uri="{FF2B5EF4-FFF2-40B4-BE49-F238E27FC236}">
                <a16:creationId xmlns:a16="http://schemas.microsoft.com/office/drawing/2014/main" id="{54CF60E0-08A4-4378-8B97-8A69A8957F87}"/>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Buttons, form fields, focus rings, hover states, and status badges communicate what users can do.</a:t>
            </a:r>
          </a:p>
        </p:txBody>
      </p:sp>
      <p:sp>
        <p:nvSpPr>
          <p:cNvPr id="6" name="dev-code-panel">
            <a:extLst xmlns:a="http://schemas.openxmlformats.org/drawingml/2006/main">
              <a:ext uri="{FF2B5EF4-FFF2-40B4-BE49-F238E27FC236}">
                <a16:creationId xmlns:a16="http://schemas.microsoft.com/office/drawing/2014/main" id="{C6C86CD4-F269-4598-9A50-E8220A4F7745}"/>
              </a:ext>
            </a:extLst>
          </p:cNvPr>
          <p:cNvSpPr>
            <a:spLocks xmlns:a="http://schemas.openxmlformats.org/drawingml/2006/main" noGrp="1"/>
          </p:cNvSpPr>
          <p:nvPr/>
        </p:nvSpPr>
        <p:spPr>
          <a:xfrm xmlns:a="http://schemas.openxmlformats.org/drawingml/2006/main">
            <a:off x="609600" y="1809750"/>
            <a:ext cx="47625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948BEBFD-3801-4663-BA05-CA64FE6EE72D}"/>
              </a:ext>
            </a:extLst>
          </p:cNvPr>
          <p:cNvSpPr>
            <a:spLocks xmlns:a="http://schemas.openxmlformats.org/drawingml/2006/main" noGrp="1"/>
          </p:cNvSpPr>
          <p:nvPr/>
        </p:nvSpPr>
        <p:spPr>
          <a:xfrm xmlns:a="http://schemas.openxmlformats.org/drawingml/2006/main">
            <a:off x="609600" y="1809750"/>
            <a:ext cx="4762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7CE6B15-56B8-45AD-A5F6-B1385C959207}"/>
              </a:ext>
            </a:extLst>
          </p:cNvPr>
          <p:cNvSpPr>
            <a:spLocks xmlns:a="http://schemas.openxmlformats.org/drawingml/2006/main" noGrp="1"/>
          </p:cNvSpPr>
          <p:nvPr/>
        </p:nvSpPr>
        <p:spPr>
          <a:xfrm xmlns:a="http://schemas.openxmlformats.org/drawingml/2006/main">
            <a:off x="781050" y="1905000"/>
            <a:ext cx="441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css/style.css · states</a:t>
            </a:r>
          </a:p>
        </p:txBody>
      </p:sp>
      <p:sp>
        <p:nvSpPr>
          <p:cNvPr id="9" name="">
            <a:extLst xmlns:a="http://schemas.openxmlformats.org/drawingml/2006/main">
              <a:ext uri="{FF2B5EF4-FFF2-40B4-BE49-F238E27FC236}">
                <a16:creationId xmlns:a16="http://schemas.microsoft.com/office/drawing/2014/main" id="{A8E0B579-69D1-4194-94AD-1307D6C5BD41}"/>
              </a:ext>
            </a:extLst>
          </p:cNvPr>
          <p:cNvSpPr>
            <a:spLocks xmlns:a="http://schemas.openxmlformats.org/drawingml/2006/main" noGrp="1"/>
          </p:cNvSpPr>
          <p:nvPr/>
        </p:nvSpPr>
        <p:spPr>
          <a:xfrm xmlns:a="http://schemas.openxmlformats.org/drawingml/2006/main">
            <a:off x="781050" y="22574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.home-btn {</a:t>
            </a:r>
          </a:p>
        </p:txBody>
      </p:sp>
      <p:sp>
        <p:nvSpPr>
          <p:cNvPr id="10" name="">
            <a:extLst xmlns:a="http://schemas.openxmlformats.org/drawingml/2006/main">
              <a:ext uri="{FF2B5EF4-FFF2-40B4-BE49-F238E27FC236}">
                <a16:creationId xmlns:a16="http://schemas.microsoft.com/office/drawing/2014/main" id="{A9D6C64E-35E2-414B-AF57-ABF907CE4564}"/>
              </a:ext>
            </a:extLst>
          </p:cNvPr>
          <p:cNvSpPr>
            <a:spLocks xmlns:a="http://schemas.openxmlformats.org/drawingml/2006/main" noGrp="1"/>
          </p:cNvSpPr>
          <p:nvPr/>
        </p:nvSpPr>
        <p:spPr>
          <a:xfrm xmlns:a="http://schemas.openxmlformats.org/drawingml/2006/main">
            <a:off x="781050" y="25146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border-radius: 8px;</a:t>
            </a:r>
          </a:p>
        </p:txBody>
      </p:sp>
      <p:sp>
        <p:nvSpPr>
          <p:cNvPr id="11" name="">
            <a:extLst xmlns:a="http://schemas.openxmlformats.org/drawingml/2006/main">
              <a:ext uri="{FF2B5EF4-FFF2-40B4-BE49-F238E27FC236}">
                <a16:creationId xmlns:a16="http://schemas.microsoft.com/office/drawing/2014/main" id="{141F5230-A296-48BD-91F3-8D4E48E75455}"/>
              </a:ext>
            </a:extLst>
          </p:cNvPr>
          <p:cNvSpPr>
            <a:spLocks xmlns:a="http://schemas.openxmlformats.org/drawingml/2006/main" noGrp="1"/>
          </p:cNvSpPr>
          <p:nvPr/>
        </p:nvSpPr>
        <p:spPr>
          <a:xfrm xmlns:a="http://schemas.openxmlformats.org/drawingml/2006/main">
            <a:off x="781050" y="27717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transition: transform var(--transition),</a:t>
            </a:r>
          </a:p>
        </p:txBody>
      </p:sp>
      <p:sp>
        <p:nvSpPr>
          <p:cNvPr id="12" name="">
            <a:extLst xmlns:a="http://schemas.openxmlformats.org/drawingml/2006/main">
              <a:ext uri="{FF2B5EF4-FFF2-40B4-BE49-F238E27FC236}">
                <a16:creationId xmlns:a16="http://schemas.microsoft.com/office/drawing/2014/main" id="{B033030F-4558-4790-A1A3-DADD064DE09D}"/>
              </a:ext>
            </a:extLst>
          </p:cNvPr>
          <p:cNvSpPr>
            <a:spLocks xmlns:a="http://schemas.openxmlformats.org/drawingml/2006/main" noGrp="1"/>
          </p:cNvSpPr>
          <p:nvPr/>
        </p:nvSpPr>
        <p:spPr>
          <a:xfrm xmlns:a="http://schemas.openxmlformats.org/drawingml/2006/main">
            <a:off x="781050" y="30289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04                box-shadow var(--transition);</a:t>
            </a:r>
          </a:p>
        </p:txBody>
      </p:sp>
      <p:sp>
        <p:nvSpPr>
          <p:cNvPr id="13" name="">
            <a:extLst xmlns:a="http://schemas.openxmlformats.org/drawingml/2006/main">
              <a:ext uri="{FF2B5EF4-FFF2-40B4-BE49-F238E27FC236}">
                <a16:creationId xmlns:a16="http://schemas.microsoft.com/office/drawing/2014/main" id="{DEBC90B8-5128-434F-A53E-2C714C97F2B2}"/>
              </a:ext>
            </a:extLst>
          </p:cNvPr>
          <p:cNvSpPr>
            <a:spLocks xmlns:a="http://schemas.openxmlformats.org/drawingml/2006/main" noGrp="1"/>
          </p:cNvSpPr>
          <p:nvPr/>
        </p:nvSpPr>
        <p:spPr>
          <a:xfrm xmlns:a="http://schemas.openxmlformats.org/drawingml/2006/main">
            <a:off x="781050" y="32861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a:t>
            </a:r>
          </a:p>
        </p:txBody>
      </p:sp>
      <p:sp>
        <p:nvSpPr>
          <p:cNvPr id="14" name="">
            <a:extLst xmlns:a="http://schemas.openxmlformats.org/drawingml/2006/main">
              <a:ext uri="{FF2B5EF4-FFF2-40B4-BE49-F238E27FC236}">
                <a16:creationId xmlns:a16="http://schemas.microsoft.com/office/drawing/2014/main" id="{6F504F5A-E240-414E-B846-92F2E297CB6A}"/>
              </a:ext>
            </a:extLst>
          </p:cNvPr>
          <p:cNvSpPr>
            <a:spLocks xmlns:a="http://schemas.openxmlformats.org/drawingml/2006/main" noGrp="1"/>
          </p:cNvSpPr>
          <p:nvPr/>
        </p:nvSpPr>
        <p:spPr>
          <a:xfrm xmlns:a="http://schemas.openxmlformats.org/drawingml/2006/main">
            <a:off x="781050" y="35433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06  .home-btn:hover {</a:t>
            </a:r>
          </a:p>
        </p:txBody>
      </p:sp>
      <p:sp>
        <p:nvSpPr>
          <p:cNvPr id="15" name="">
            <a:extLst xmlns:a="http://schemas.openxmlformats.org/drawingml/2006/main">
              <a:ext uri="{FF2B5EF4-FFF2-40B4-BE49-F238E27FC236}">
                <a16:creationId xmlns:a16="http://schemas.microsoft.com/office/drawing/2014/main" id="{CA84A274-58E2-4EA9-9D4F-45E02179C5FF}"/>
              </a:ext>
            </a:extLst>
          </p:cNvPr>
          <p:cNvSpPr>
            <a:spLocks xmlns:a="http://schemas.openxmlformats.org/drawingml/2006/main" noGrp="1"/>
          </p:cNvSpPr>
          <p:nvPr/>
        </p:nvSpPr>
        <p:spPr>
          <a:xfrm xmlns:a="http://schemas.openxmlformats.org/drawingml/2006/main">
            <a:off x="781050" y="38004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transform: translateY(-2px);</a:t>
            </a:r>
          </a:p>
        </p:txBody>
      </p:sp>
      <p:sp>
        <p:nvSpPr>
          <p:cNvPr id="16" name="">
            <a:extLst xmlns:a="http://schemas.openxmlformats.org/drawingml/2006/main">
              <a:ext uri="{FF2B5EF4-FFF2-40B4-BE49-F238E27FC236}">
                <a16:creationId xmlns:a16="http://schemas.microsoft.com/office/drawing/2014/main" id="{6A9BB84B-B45F-4DDC-92E1-4FA9F9962165}"/>
              </a:ext>
            </a:extLst>
          </p:cNvPr>
          <p:cNvSpPr>
            <a:spLocks xmlns:a="http://schemas.openxmlformats.org/drawingml/2006/main" noGrp="1"/>
          </p:cNvSpPr>
          <p:nvPr/>
        </p:nvSpPr>
        <p:spPr>
          <a:xfrm xmlns:a="http://schemas.openxmlformats.org/drawingml/2006/main">
            <a:off x="781050" y="40576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box-shadow: var(--shadow-md);</a:t>
            </a:r>
          </a:p>
        </p:txBody>
      </p:sp>
      <p:sp>
        <p:nvSpPr>
          <p:cNvPr id="17" name="">
            <a:extLst xmlns:a="http://schemas.openxmlformats.org/drawingml/2006/main">
              <a:ext uri="{FF2B5EF4-FFF2-40B4-BE49-F238E27FC236}">
                <a16:creationId xmlns:a16="http://schemas.microsoft.com/office/drawing/2014/main" id="{B8C980CC-8C65-41C4-80CE-D7B350CE018A}"/>
              </a:ext>
            </a:extLst>
          </p:cNvPr>
          <p:cNvSpPr>
            <a:spLocks xmlns:a="http://schemas.openxmlformats.org/drawingml/2006/main" noGrp="1"/>
          </p:cNvSpPr>
          <p:nvPr/>
        </p:nvSpPr>
        <p:spPr>
          <a:xfrm xmlns:a="http://schemas.openxmlformats.org/drawingml/2006/main">
            <a:off x="781050" y="43148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a:t>
            </a:r>
          </a:p>
        </p:txBody>
      </p:sp>
      <p:sp>
        <p:nvSpPr>
          <p:cNvPr id="18" name="">
            <a:extLst xmlns:a="http://schemas.openxmlformats.org/drawingml/2006/main">
              <a:ext uri="{FF2B5EF4-FFF2-40B4-BE49-F238E27FC236}">
                <a16:creationId xmlns:a16="http://schemas.microsoft.com/office/drawing/2014/main" id="{41997228-0101-4BB5-B171-80C368A3045D}"/>
              </a:ext>
            </a:extLst>
          </p:cNvPr>
          <p:cNvSpPr>
            <a:spLocks xmlns:a="http://schemas.openxmlformats.org/drawingml/2006/main" noGrp="1"/>
          </p:cNvSpPr>
          <p:nvPr/>
        </p:nvSpPr>
        <p:spPr>
          <a:xfrm xmlns:a="http://schemas.openxmlformats.org/drawingml/2006/main">
            <a:off x="781050" y="45720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10  input:focus, select:focus {</a:t>
            </a:r>
          </a:p>
        </p:txBody>
      </p:sp>
      <p:sp>
        <p:nvSpPr>
          <p:cNvPr id="19" name="">
            <a:extLst xmlns:a="http://schemas.openxmlformats.org/drawingml/2006/main">
              <a:ext uri="{FF2B5EF4-FFF2-40B4-BE49-F238E27FC236}">
                <a16:creationId xmlns:a16="http://schemas.microsoft.com/office/drawing/2014/main" id="{81107C33-2CF3-403A-A216-219A79E25DD1}"/>
              </a:ext>
            </a:extLst>
          </p:cNvPr>
          <p:cNvSpPr>
            <a:spLocks xmlns:a="http://schemas.openxmlformats.org/drawingml/2006/main" noGrp="1"/>
          </p:cNvSpPr>
          <p:nvPr/>
        </p:nvSpPr>
        <p:spPr>
          <a:xfrm xmlns:a="http://schemas.openxmlformats.org/drawingml/2006/main">
            <a:off x="781050" y="48291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outline: 3px solid rgba(200,169,106,.25);</a:t>
            </a:r>
          </a:p>
        </p:txBody>
      </p:sp>
      <p:sp>
        <p:nvSpPr>
          <p:cNvPr id="20" name="">
            <a:extLst xmlns:a="http://schemas.openxmlformats.org/drawingml/2006/main">
              <a:ext uri="{FF2B5EF4-FFF2-40B4-BE49-F238E27FC236}">
                <a16:creationId xmlns:a16="http://schemas.microsoft.com/office/drawing/2014/main" id="{99841A5B-5DF9-4FD4-AAA7-E0992BBB462F}"/>
              </a:ext>
            </a:extLst>
          </p:cNvPr>
          <p:cNvSpPr>
            <a:spLocks xmlns:a="http://schemas.openxmlformats.org/drawingml/2006/main" noGrp="1"/>
          </p:cNvSpPr>
          <p:nvPr/>
        </p:nvSpPr>
        <p:spPr>
          <a:xfrm xmlns:a="http://schemas.openxmlformats.org/drawingml/2006/main">
            <a:off x="781050" y="50863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12    border-color: var(--gold-500);</a:t>
            </a:r>
          </a:p>
        </p:txBody>
      </p:sp>
      <p:sp>
        <p:nvSpPr>
          <p:cNvPr id="21" name="">
            <a:extLst xmlns:a="http://schemas.openxmlformats.org/drawingml/2006/main">
              <a:ext uri="{FF2B5EF4-FFF2-40B4-BE49-F238E27FC236}">
                <a16:creationId xmlns:a16="http://schemas.microsoft.com/office/drawing/2014/main" id="{565C5901-6BA9-429C-BD70-3E6ABEC2C336}"/>
              </a:ext>
            </a:extLst>
          </p:cNvPr>
          <p:cNvSpPr>
            <a:spLocks xmlns:a="http://schemas.openxmlformats.org/drawingml/2006/main" noGrp="1"/>
          </p:cNvSpPr>
          <p:nvPr/>
        </p:nvSpPr>
        <p:spPr>
          <a:xfrm xmlns:a="http://schemas.openxmlformats.org/drawingml/2006/main">
            <a:off x="781050" y="53435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13  }</a:t>
            </a:r>
          </a:p>
        </p:txBody>
      </p:sp>
      <p:sp>
        <p:nvSpPr>
          <p:cNvPr id="22" name="state-gallery">
            <a:extLst xmlns:a="http://schemas.openxmlformats.org/drawingml/2006/main">
              <a:ext uri="{FF2B5EF4-FFF2-40B4-BE49-F238E27FC236}">
                <a16:creationId xmlns:a16="http://schemas.microsoft.com/office/drawing/2014/main" id="{95DB80A5-98F1-485F-B8CF-19402B62A000}"/>
              </a:ext>
            </a:extLst>
          </p:cNvPr>
          <p:cNvSpPr>
            <a:spLocks xmlns:a="http://schemas.openxmlformats.org/drawingml/2006/main" noGrp="1"/>
          </p:cNvSpPr>
          <p:nvPr/>
        </p:nvSpPr>
        <p:spPr>
          <a:xfrm xmlns:a="http://schemas.openxmlformats.org/drawingml/2006/main">
            <a:off x="5715000" y="1809750"/>
            <a:ext cx="586740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23" name="">
            <a:extLst xmlns:a="http://schemas.openxmlformats.org/drawingml/2006/main">
              <a:ext uri="{FF2B5EF4-FFF2-40B4-BE49-F238E27FC236}">
                <a16:creationId xmlns:a16="http://schemas.microsoft.com/office/drawing/2014/main" id="{BCB210FA-0BFC-49DE-A21D-C8F1ED023AC9}"/>
              </a:ext>
            </a:extLst>
          </p:cNvPr>
          <p:cNvSpPr>
            <a:spLocks xmlns:a="http://schemas.openxmlformats.org/drawingml/2006/main" noGrp="1"/>
          </p:cNvSpPr>
          <p:nvPr/>
        </p:nvSpPr>
        <p:spPr>
          <a:xfrm xmlns:a="http://schemas.openxmlformats.org/drawingml/2006/main">
            <a:off x="6019800" y="20955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BUTTONS</a:t>
            </a:r>
          </a:p>
        </p:txBody>
      </p:sp>
      <p:sp>
        <p:nvSpPr>
          <p:cNvPr id="24" name="">
            <a:extLst xmlns:a="http://schemas.openxmlformats.org/drawingml/2006/main">
              <a:ext uri="{FF2B5EF4-FFF2-40B4-BE49-F238E27FC236}">
                <a16:creationId xmlns:a16="http://schemas.microsoft.com/office/drawing/2014/main" id="{BEC0C652-1ACF-43E9-B92A-E9691D983E9F}"/>
              </a:ext>
            </a:extLst>
          </p:cNvPr>
          <p:cNvSpPr>
            <a:spLocks xmlns:a="http://schemas.openxmlformats.org/drawingml/2006/main" noGrp="1"/>
          </p:cNvSpPr>
          <p:nvPr/>
        </p:nvSpPr>
        <p:spPr>
          <a:xfrm xmlns:a="http://schemas.openxmlformats.org/drawingml/2006/main">
            <a:off x="6019800" y="2428875"/>
            <a:ext cx="142875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2C908F3-52C5-434F-B130-944D5404EEA9}"/>
              </a:ext>
            </a:extLst>
          </p:cNvPr>
          <p:cNvSpPr>
            <a:spLocks xmlns:a="http://schemas.openxmlformats.org/drawingml/2006/main" noGrp="1"/>
          </p:cNvSpPr>
          <p:nvPr/>
        </p:nvSpPr>
        <p:spPr>
          <a:xfrm xmlns:a="http://schemas.openxmlformats.org/drawingml/2006/main">
            <a:off x="6115050" y="2486025"/>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Explore Groups</a:t>
            </a:r>
          </a:p>
        </p:txBody>
      </p:sp>
      <p:sp>
        <p:nvSpPr>
          <p:cNvPr id="26" name="">
            <a:extLst xmlns:a="http://schemas.openxmlformats.org/drawingml/2006/main">
              <a:ext uri="{FF2B5EF4-FFF2-40B4-BE49-F238E27FC236}">
                <a16:creationId xmlns:a16="http://schemas.microsoft.com/office/drawing/2014/main" id="{7E458E61-CCD4-4FEC-A20B-82F3A3691F5C}"/>
              </a:ext>
            </a:extLst>
          </p:cNvPr>
          <p:cNvSpPr>
            <a:spLocks xmlns:a="http://schemas.openxmlformats.org/drawingml/2006/main" noGrp="1"/>
          </p:cNvSpPr>
          <p:nvPr/>
        </p:nvSpPr>
        <p:spPr>
          <a:xfrm xmlns:a="http://schemas.openxmlformats.org/drawingml/2006/main">
            <a:off x="7600950" y="2428875"/>
            <a:ext cx="114300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559B14C-D356-4559-B08B-60DB67889759}"/>
              </a:ext>
            </a:extLst>
          </p:cNvPr>
          <p:cNvSpPr>
            <a:spLocks xmlns:a="http://schemas.openxmlformats.org/drawingml/2006/main" noGrp="1"/>
          </p:cNvSpPr>
          <p:nvPr/>
        </p:nvSpPr>
        <p:spPr>
          <a:xfrm xmlns:a="http://schemas.openxmlformats.org/drawingml/2006/main">
            <a:off x="7696200" y="24860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View Map</a:t>
            </a:r>
          </a:p>
        </p:txBody>
      </p:sp>
      <p:sp>
        <p:nvSpPr>
          <p:cNvPr id="28" name="">
            <a:extLst xmlns:a="http://schemas.openxmlformats.org/drawingml/2006/main">
              <a:ext uri="{FF2B5EF4-FFF2-40B4-BE49-F238E27FC236}">
                <a16:creationId xmlns:a16="http://schemas.microsoft.com/office/drawing/2014/main" id="{9F0DCA3E-3F46-475A-B303-FFA99F7E5186}"/>
              </a:ext>
            </a:extLst>
          </p:cNvPr>
          <p:cNvSpPr>
            <a:spLocks xmlns:a="http://schemas.openxmlformats.org/drawingml/2006/main" noGrp="1"/>
          </p:cNvSpPr>
          <p:nvPr/>
        </p:nvSpPr>
        <p:spPr>
          <a:xfrm xmlns:a="http://schemas.openxmlformats.org/drawingml/2006/main">
            <a:off x="8896350" y="2428875"/>
            <a:ext cx="12954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27918CF-D3E3-44F4-98CD-D93437A3F2CD}"/>
              </a:ext>
            </a:extLst>
          </p:cNvPr>
          <p:cNvSpPr>
            <a:spLocks xmlns:a="http://schemas.openxmlformats.org/drawingml/2006/main" noGrp="1"/>
          </p:cNvSpPr>
          <p:nvPr/>
        </p:nvSpPr>
        <p:spPr>
          <a:xfrm xmlns:a="http://schemas.openxmlformats.org/drawingml/2006/main">
            <a:off x="8991600" y="2486025"/>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Reset filters</a:t>
            </a:r>
          </a:p>
        </p:txBody>
      </p:sp>
      <p:sp>
        <p:nvSpPr>
          <p:cNvPr id="30" name="">
            <a:extLst xmlns:a="http://schemas.openxmlformats.org/drawingml/2006/main">
              <a:ext uri="{FF2B5EF4-FFF2-40B4-BE49-F238E27FC236}">
                <a16:creationId xmlns:a16="http://schemas.microsoft.com/office/drawing/2014/main" id="{03D2A20F-9272-420B-826F-E2984B934C34}"/>
              </a:ext>
            </a:extLst>
          </p:cNvPr>
          <p:cNvSpPr>
            <a:spLocks xmlns:a="http://schemas.openxmlformats.org/drawingml/2006/main" noGrp="1"/>
          </p:cNvSpPr>
          <p:nvPr/>
        </p:nvSpPr>
        <p:spPr>
          <a:xfrm xmlns:a="http://schemas.openxmlformats.org/drawingml/2006/main">
            <a:off x="6019800" y="3095625"/>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FORM CONTROLS</a:t>
            </a:r>
          </a:p>
        </p:txBody>
      </p:sp>
      <p:sp>
        <p:nvSpPr>
          <p:cNvPr id="31" name="">
            <a:extLst xmlns:a="http://schemas.openxmlformats.org/drawingml/2006/main">
              <a:ext uri="{FF2B5EF4-FFF2-40B4-BE49-F238E27FC236}">
                <a16:creationId xmlns:a16="http://schemas.microsoft.com/office/drawing/2014/main" id="{653D8A1B-97FD-4563-9E54-BE502F66935E}"/>
              </a:ext>
            </a:extLst>
          </p:cNvPr>
          <p:cNvSpPr>
            <a:spLocks xmlns:a="http://schemas.openxmlformats.org/drawingml/2006/main" noGrp="1"/>
          </p:cNvSpPr>
          <p:nvPr/>
        </p:nvSpPr>
        <p:spPr>
          <a:xfrm xmlns:a="http://schemas.openxmlformats.org/drawingml/2006/main">
            <a:off x="6019800" y="3429000"/>
            <a:ext cx="31432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19050">
            <a:solidFill>
              <a:srgbClr val="C8A96A"/>
            </a:solidFill>
            <a:prstDash val="solid"/>
          </a:ln>
        </p:spPr>
      </p:sp>
      <p:sp>
        <p:nvSpPr>
          <p:cNvPr id="32" name="">
            <a:extLst xmlns:a="http://schemas.openxmlformats.org/drawingml/2006/main">
              <a:ext uri="{FF2B5EF4-FFF2-40B4-BE49-F238E27FC236}">
                <a16:creationId xmlns:a16="http://schemas.microsoft.com/office/drawing/2014/main" id="{A0A359A7-2FDB-41DA-8BA5-DC1A1AE20221}"/>
              </a:ext>
            </a:extLst>
          </p:cNvPr>
          <p:cNvSpPr>
            <a:spLocks xmlns:a="http://schemas.openxmlformats.org/drawingml/2006/main" noGrp="1"/>
          </p:cNvSpPr>
          <p:nvPr/>
        </p:nvSpPr>
        <p:spPr>
          <a:xfrm xmlns:a="http://schemas.openxmlformats.org/drawingml/2006/main">
            <a:off x="6210300" y="359092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Search by group name…</a:t>
            </a:r>
          </a:p>
        </p:txBody>
      </p:sp>
      <p:sp>
        <p:nvSpPr>
          <p:cNvPr id="33" name="">
            <a:extLst xmlns:a="http://schemas.openxmlformats.org/drawingml/2006/main">
              <a:ext uri="{FF2B5EF4-FFF2-40B4-BE49-F238E27FC236}">
                <a16:creationId xmlns:a16="http://schemas.microsoft.com/office/drawing/2014/main" id="{84094F51-40A3-497B-85AA-EB2BDC981B98}"/>
              </a:ext>
            </a:extLst>
          </p:cNvPr>
          <p:cNvSpPr>
            <a:spLocks xmlns:a="http://schemas.openxmlformats.org/drawingml/2006/main" noGrp="1"/>
          </p:cNvSpPr>
          <p:nvPr/>
        </p:nvSpPr>
        <p:spPr>
          <a:xfrm xmlns:a="http://schemas.openxmlformats.org/drawingml/2006/main">
            <a:off x="9315450" y="3429000"/>
            <a:ext cx="19240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E5E1D8"/>
            </a:solidFill>
            <a:prstDash val="solid"/>
          </a:ln>
        </p:spPr>
      </p:sp>
      <p:sp>
        <p:nvSpPr>
          <p:cNvPr id="34" name="">
            <a:extLst xmlns:a="http://schemas.openxmlformats.org/drawingml/2006/main">
              <a:ext uri="{FF2B5EF4-FFF2-40B4-BE49-F238E27FC236}">
                <a16:creationId xmlns:a16="http://schemas.microsoft.com/office/drawing/2014/main" id="{D1B0E5F2-753A-4EAB-B8FB-54724C00EA9E}"/>
              </a:ext>
            </a:extLst>
          </p:cNvPr>
          <p:cNvSpPr>
            <a:spLocks xmlns:a="http://schemas.openxmlformats.org/drawingml/2006/main" noGrp="1"/>
          </p:cNvSpPr>
          <p:nvPr/>
        </p:nvSpPr>
        <p:spPr>
          <a:xfrm xmlns:a="http://schemas.openxmlformats.org/drawingml/2006/main">
            <a:off x="9477375" y="35909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1D2922"/>
                </a:solidFill>
              </a:defRPr>
            </a:pPr>
            <a:r>
              <a:rPr sz="1125" b="0" i="0">
                <a:solidFill>
                  <a:srgbClr val="1D2922"/>
                </a:solidFill>
              </a:rPr>
              <a:t>All continents      ▾</a:t>
            </a:r>
          </a:p>
        </p:txBody>
      </p:sp>
      <p:sp>
        <p:nvSpPr>
          <p:cNvPr id="35" name="">
            <a:extLst xmlns:a="http://schemas.openxmlformats.org/drawingml/2006/main">
              <a:ext uri="{FF2B5EF4-FFF2-40B4-BE49-F238E27FC236}">
                <a16:creationId xmlns:a16="http://schemas.microsoft.com/office/drawing/2014/main" id="{2BA6A3F0-DA80-4949-9A57-6EE4E74E9A4E}"/>
              </a:ext>
            </a:extLst>
          </p:cNvPr>
          <p:cNvSpPr>
            <a:spLocks xmlns:a="http://schemas.openxmlformats.org/drawingml/2006/main" noGrp="1"/>
          </p:cNvSpPr>
          <p:nvPr/>
        </p:nvSpPr>
        <p:spPr>
          <a:xfrm xmlns:a="http://schemas.openxmlformats.org/drawingml/2006/main">
            <a:off x="6019800" y="44196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DATA STATES</a:t>
            </a:r>
          </a:p>
        </p:txBody>
      </p:sp>
      <p:sp>
        <p:nvSpPr>
          <p:cNvPr id="36" name="">
            <a:extLst xmlns:a="http://schemas.openxmlformats.org/drawingml/2006/main">
              <a:ext uri="{FF2B5EF4-FFF2-40B4-BE49-F238E27FC236}">
                <a16:creationId xmlns:a16="http://schemas.microsoft.com/office/drawing/2014/main" id="{21100E2D-9D78-44FB-AB35-ACDCDF112315}"/>
              </a:ext>
            </a:extLst>
          </p:cNvPr>
          <p:cNvSpPr>
            <a:spLocks xmlns:a="http://schemas.openxmlformats.org/drawingml/2006/main" noGrp="1"/>
          </p:cNvSpPr>
          <p:nvPr/>
        </p:nvSpPr>
        <p:spPr>
          <a:xfrm xmlns:a="http://schemas.openxmlformats.org/drawingml/2006/main">
            <a:off x="6019800" y="4762500"/>
            <a:ext cx="838200" cy="285750"/>
          </a:xfrm>
          <a:prstGeom xmlns:a="http://schemas.openxmlformats.org/drawingml/2006/main" prst="roundRect">
            <a:avLst>
              <a:gd name="adj" fmla="val 26667"/>
            </a:avLst>
          </a:prstGeom>
          <a:solidFill xmlns:a="http://schemas.openxmlformats.org/drawingml/2006/main">
            <a:srgbClr val="E4F2E9"/>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89B1EEC-EF93-45E5-AA21-90AC3A95F3B8}"/>
              </a:ext>
            </a:extLst>
          </p:cNvPr>
          <p:cNvSpPr>
            <a:spLocks xmlns:a="http://schemas.openxmlformats.org/drawingml/2006/main" noGrp="1"/>
          </p:cNvSpPr>
          <p:nvPr/>
        </p:nvSpPr>
        <p:spPr>
          <a:xfrm xmlns:a="http://schemas.openxmlformats.org/drawingml/2006/main">
            <a:off x="6115050" y="48196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87A50"/>
                </a:solidFill>
              </a:defRPr>
            </a:pPr>
            <a:r>
              <a:rPr sz="900" b="1" i="0">
                <a:solidFill>
                  <a:srgbClr val="287A50"/>
                </a:solidFill>
              </a:rPr>
              <a:t>● Yes</a:t>
            </a:r>
          </a:p>
        </p:txBody>
      </p:sp>
      <p:sp>
        <p:nvSpPr>
          <p:cNvPr id="38" name="">
            <a:extLst xmlns:a="http://schemas.openxmlformats.org/drawingml/2006/main">
              <a:ext uri="{FF2B5EF4-FFF2-40B4-BE49-F238E27FC236}">
                <a16:creationId xmlns:a16="http://schemas.microsoft.com/office/drawing/2014/main" id="{EB4FC7D6-5C17-4EE5-AC6D-949BEE9D7577}"/>
              </a:ext>
            </a:extLst>
          </p:cNvPr>
          <p:cNvSpPr>
            <a:spLocks xmlns:a="http://schemas.openxmlformats.org/drawingml/2006/main" noGrp="1"/>
          </p:cNvSpPr>
          <p:nvPr/>
        </p:nvSpPr>
        <p:spPr>
          <a:xfrm xmlns:a="http://schemas.openxmlformats.org/drawingml/2006/main">
            <a:off x="7010400" y="4762500"/>
            <a:ext cx="742950" cy="285750"/>
          </a:xfrm>
          <a:prstGeom xmlns:a="http://schemas.openxmlformats.org/drawingml/2006/main" prst="roundRect">
            <a:avLst>
              <a:gd name="adj" fmla="val 26667"/>
            </a:avLst>
          </a:prstGeom>
          <a:solidFill xmlns:a="http://schemas.openxmlformats.org/drawingml/2006/main">
            <a:srgbClr val="F7E5E3"/>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683E94B-D516-4C7F-864E-35D13BBD61F2}"/>
              </a:ext>
            </a:extLst>
          </p:cNvPr>
          <p:cNvSpPr>
            <a:spLocks xmlns:a="http://schemas.openxmlformats.org/drawingml/2006/main" noGrp="1"/>
          </p:cNvSpPr>
          <p:nvPr/>
        </p:nvSpPr>
        <p:spPr>
          <a:xfrm xmlns:a="http://schemas.openxmlformats.org/drawingml/2006/main">
            <a:off x="7105650" y="48196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B74C45"/>
                </a:solidFill>
              </a:defRPr>
            </a:pPr>
            <a:r>
              <a:rPr sz="900" b="1" i="0">
                <a:solidFill>
                  <a:srgbClr val="B74C45"/>
                </a:solidFill>
              </a:rPr>
              <a:t>● No</a:t>
            </a:r>
          </a:p>
        </p:txBody>
      </p:sp>
      <p:sp>
        <p:nvSpPr>
          <p:cNvPr id="40" name="">
            <a:extLst xmlns:a="http://schemas.openxmlformats.org/drawingml/2006/main">
              <a:ext uri="{FF2B5EF4-FFF2-40B4-BE49-F238E27FC236}">
                <a16:creationId xmlns:a16="http://schemas.microsoft.com/office/drawing/2014/main" id="{F9048BC9-0806-4F36-B2E7-96947AA6C820}"/>
              </a:ext>
            </a:extLst>
          </p:cNvPr>
          <p:cNvSpPr>
            <a:spLocks xmlns:a="http://schemas.openxmlformats.org/drawingml/2006/main" noGrp="1"/>
          </p:cNvSpPr>
          <p:nvPr/>
        </p:nvSpPr>
        <p:spPr>
          <a:xfrm xmlns:a="http://schemas.openxmlformats.org/drawingml/2006/main">
            <a:off x="7905750" y="4762500"/>
            <a:ext cx="1219200" cy="285750"/>
          </a:xfrm>
          <a:prstGeom xmlns:a="http://schemas.openxmlformats.org/drawingml/2006/main" prst="roundRect">
            <a:avLst>
              <a:gd name="adj" fmla="val 26667"/>
            </a:avLst>
          </a:prstGeom>
          <a:solidFill xmlns:a="http://schemas.openxmlformats.org/drawingml/2006/main">
            <a:srgbClr val="EEF0E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3C9A683-396F-4C1D-899B-F138F46B5723}"/>
              </a:ext>
            </a:extLst>
          </p:cNvPr>
          <p:cNvSpPr>
            <a:spLocks xmlns:a="http://schemas.openxmlformats.org/drawingml/2006/main" noGrp="1"/>
          </p:cNvSpPr>
          <p:nvPr/>
        </p:nvSpPr>
        <p:spPr>
          <a:xfrm xmlns:a="http://schemas.openxmlformats.org/drawingml/2006/main">
            <a:off x="8001000" y="48196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Not Available</a:t>
            </a:r>
          </a:p>
        </p:txBody>
      </p:sp>
      <p:sp>
        <p:nvSpPr>
          <p:cNvPr id="42" name="">
            <a:extLst xmlns:a="http://schemas.openxmlformats.org/drawingml/2006/main">
              <a:ext uri="{FF2B5EF4-FFF2-40B4-BE49-F238E27FC236}">
                <a16:creationId xmlns:a16="http://schemas.microsoft.com/office/drawing/2014/main" id="{B2073244-5546-4445-BB29-3A571AA0E5D3}"/>
              </a:ext>
            </a:extLst>
          </p:cNvPr>
          <p:cNvSpPr>
            <a:spLocks xmlns:a="http://schemas.openxmlformats.org/drawingml/2006/main" noGrp="1"/>
          </p:cNvSpPr>
          <p:nvPr/>
        </p:nvSpPr>
        <p:spPr>
          <a:xfrm xmlns:a="http://schemas.openxmlformats.org/drawingml/2006/main">
            <a:off x="6019800" y="53911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A4A34"/>
                </a:solidFill>
              </a:defRPr>
            </a:pPr>
            <a:r>
              <a:rPr sz="1350" b="1" i="0">
                <a:solidFill>
                  <a:srgbClr val="1A4A34"/>
                </a:solidFill>
              </a:rPr>
              <a:t>Visible focus  ·  readable hover  ·  clear feedback</a:t>
            </a:r>
          </a:p>
        </p:txBody>
      </p:sp>
      <p:sp>
        <p:nvSpPr>
          <p:cNvPr id="43" name="">
            <a:extLst xmlns:a="http://schemas.openxmlformats.org/drawingml/2006/main">
              <a:ext uri="{FF2B5EF4-FFF2-40B4-BE49-F238E27FC236}">
                <a16:creationId xmlns:a16="http://schemas.microsoft.com/office/drawing/2014/main" id="{D71FB86A-DFFC-4B86-A3FD-922AD178A9FA}"/>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620186191"/>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5" name="top-accent">
            <a:extLst xmlns:a="http://schemas.openxmlformats.org/drawingml/2006/main">
              <a:ext uri="{FF2B5EF4-FFF2-40B4-BE49-F238E27FC236}">
                <a16:creationId xmlns:a16="http://schemas.microsoft.com/office/drawing/2014/main" id="{4FEE81D9-5353-47A1-8EC5-229438D3CCF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B15F8990-FC6B-4D87-AE0D-9F0F786C4172}"/>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2A3AD739-61BA-4397-9048-71E7BF310A85}"/>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17</a:t>
            </a:r>
          </a:p>
        </p:txBody>
      </p:sp>
      <p:sp>
        <p:nvSpPr>
          <p:cNvPr id="4" name="slide-title">
            <a:extLst xmlns:a="http://schemas.openxmlformats.org/drawingml/2006/main">
              <a:ext uri="{FF2B5EF4-FFF2-40B4-BE49-F238E27FC236}">
                <a16:creationId xmlns:a16="http://schemas.microsoft.com/office/drawing/2014/main" id="{6C4FABA7-0615-42B2-AEAE-20C8F1BAC038}"/>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CSS result: the same HTML now reads as a coherent academic product</a:t>
            </a:r>
          </a:p>
        </p:txBody>
      </p:sp>
      <p:sp>
        <p:nvSpPr>
          <p:cNvPr id="5" name="slide-subtitle">
            <a:extLst xmlns:a="http://schemas.openxmlformats.org/drawingml/2006/main">
              <a:ext uri="{FF2B5EF4-FFF2-40B4-BE49-F238E27FC236}">
                <a16:creationId xmlns:a16="http://schemas.microsoft.com/office/drawing/2014/main" id="{248EDBCE-0078-49F3-82B1-29798EC22A97}"/>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Brand, hierarchy, spacing, component rhythm, and responsiveness are all visible at once.</a:t>
            </a:r>
          </a:p>
        </p:txBody>
      </p:sp>
      <p:sp>
        <p:nvSpPr>
          <p:cNvPr id="6" name="dev-browser-frame">
            <a:extLst xmlns:a="http://schemas.openxmlformats.org/drawingml/2006/main">
              <a:ext uri="{FF2B5EF4-FFF2-40B4-BE49-F238E27FC236}">
                <a16:creationId xmlns:a16="http://schemas.microsoft.com/office/drawing/2014/main" id="{5E297000-97E4-470D-B06E-B7BA4A561FE3}"/>
              </a:ext>
            </a:extLst>
          </p:cNvPr>
          <p:cNvSpPr>
            <a:spLocks xmlns:a="http://schemas.openxmlformats.org/drawingml/2006/main" noGrp="1"/>
          </p:cNvSpPr>
          <p:nvPr/>
        </p:nvSpPr>
        <p:spPr>
          <a:xfrm xmlns:a="http://schemas.openxmlformats.org/drawingml/2006/main">
            <a:off x="609600" y="1695450"/>
            <a:ext cx="10972800" cy="4438650"/>
          </a:xfrm>
          <a:prstGeom xmlns:a="http://schemas.openxmlformats.org/drawingml/2006/main" prst="roundRect">
            <a:avLst>
              <a:gd name="adj" fmla="val 1717"/>
            </a:avLst>
          </a:prstGeom>
          <a:solidFill xmlns:a="http://schemas.openxmlformats.org/drawingml/2006/main">
            <a:srgbClr val="071B12"/>
          </a:solidFill>
          <a:ln xmlns:a="http://schemas.openxmlformats.org/drawingml/2006/main" w="9525">
            <a:solidFill>
              <a:srgbClr val="315440"/>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2bc1f2f652f4ece"/>
          <a:srcRect xmlns:a="http://schemas.openxmlformats.org/drawingml/2006/main" l="0" t="18839" r="0" b="18839"/>
          <a:stretch xmlns:a="http://schemas.openxmlformats.org/drawingml/2006/main">
            <a:fillRect l="0" t="0" r="0" b="0"/>
          </a:stretch>
        </p:blipFill>
        <p:spPr>
          <a:xfrm xmlns:a="http://schemas.openxmlformats.org/drawingml/2006/main">
            <a:off x="742950" y="1828800"/>
            <a:ext cx="10706100" cy="4171950"/>
          </a:xfrm>
          <a:prstGeom xmlns:a="http://schemas.openxmlformats.org/drawingml/2006/main" prst="roundRect">
            <a:avLst/>
          </a:prstGeom>
        </p:spPr>
      </p:pic>
      <p:sp>
        <p:nvSpPr>
          <p:cNvPr id="8" name="">
            <a:extLst xmlns:a="http://schemas.openxmlformats.org/drawingml/2006/main">
              <a:ext uri="{FF2B5EF4-FFF2-40B4-BE49-F238E27FC236}">
                <a16:creationId xmlns:a16="http://schemas.microsoft.com/office/drawing/2014/main" id="{E747304D-F056-41C4-928E-39DCCE4AD478}"/>
              </a:ext>
            </a:extLst>
          </p:cNvPr>
          <p:cNvSpPr>
            <a:spLocks xmlns:a="http://schemas.openxmlformats.org/drawingml/2006/main" noGrp="1"/>
          </p:cNvSpPr>
          <p:nvPr/>
        </p:nvSpPr>
        <p:spPr>
          <a:xfrm xmlns:a="http://schemas.openxmlformats.org/drawingml/2006/main">
            <a:off x="876300" y="5619750"/>
            <a:ext cx="160020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749850C-6467-4168-970B-CA53C43F96D4}"/>
              </a:ext>
            </a:extLst>
          </p:cNvPr>
          <p:cNvSpPr>
            <a:spLocks xmlns:a="http://schemas.openxmlformats.org/drawingml/2006/main" noGrp="1"/>
          </p:cNvSpPr>
          <p:nvPr/>
        </p:nvSpPr>
        <p:spPr>
          <a:xfrm xmlns:a="http://schemas.openxmlformats.org/drawingml/2006/main">
            <a:off x="971550" y="567690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forest + gold identity</a:t>
            </a:r>
          </a:p>
        </p:txBody>
      </p:sp>
      <p:sp>
        <p:nvSpPr>
          <p:cNvPr id="10" name="">
            <a:extLst xmlns:a="http://schemas.openxmlformats.org/drawingml/2006/main">
              <a:ext uri="{FF2B5EF4-FFF2-40B4-BE49-F238E27FC236}">
                <a16:creationId xmlns:a16="http://schemas.microsoft.com/office/drawing/2014/main" id="{D17095B0-F6C1-4CD3-850F-426B5F4122E7}"/>
              </a:ext>
            </a:extLst>
          </p:cNvPr>
          <p:cNvSpPr>
            <a:spLocks xmlns:a="http://schemas.openxmlformats.org/drawingml/2006/main" noGrp="1"/>
          </p:cNvSpPr>
          <p:nvPr/>
        </p:nvSpPr>
        <p:spPr>
          <a:xfrm xmlns:a="http://schemas.openxmlformats.org/drawingml/2006/main">
            <a:off x="2590800" y="5619750"/>
            <a:ext cx="13525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1801988-EDDB-4763-A582-A48B0701587D}"/>
              </a:ext>
            </a:extLst>
          </p:cNvPr>
          <p:cNvSpPr>
            <a:spLocks xmlns:a="http://schemas.openxmlformats.org/drawingml/2006/main" noGrp="1"/>
          </p:cNvSpPr>
          <p:nvPr/>
        </p:nvSpPr>
        <p:spPr>
          <a:xfrm xmlns:a="http://schemas.openxmlformats.org/drawingml/2006/main">
            <a:off x="2686050" y="56769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responsive cards</a:t>
            </a:r>
          </a:p>
        </p:txBody>
      </p:sp>
      <p:sp>
        <p:nvSpPr>
          <p:cNvPr id="12" name="">
            <a:extLst xmlns:a="http://schemas.openxmlformats.org/drawingml/2006/main">
              <a:ext uri="{FF2B5EF4-FFF2-40B4-BE49-F238E27FC236}">
                <a16:creationId xmlns:a16="http://schemas.microsoft.com/office/drawing/2014/main" id="{C1AC0D20-1E49-4E6A-95B5-11CB3C45819C}"/>
              </a:ext>
            </a:extLst>
          </p:cNvPr>
          <p:cNvSpPr>
            <a:spLocks xmlns:a="http://schemas.openxmlformats.org/drawingml/2006/main" noGrp="1"/>
          </p:cNvSpPr>
          <p:nvPr/>
        </p:nvSpPr>
        <p:spPr>
          <a:xfrm xmlns:a="http://schemas.openxmlformats.org/drawingml/2006/main">
            <a:off x="4057650" y="5619750"/>
            <a:ext cx="1352550" cy="285750"/>
          </a:xfrm>
          <a:prstGeom xmlns:a="http://schemas.openxmlformats.org/drawingml/2006/main" prst="roundRect">
            <a:avLst>
              <a:gd name="adj" fmla="val 26667"/>
            </a:avLst>
          </a:prstGeom>
          <a:solidFill xmlns:a="http://schemas.openxmlformats.org/drawingml/2006/main">
            <a:srgbClr val="E4EE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879C504-4662-4460-81F5-2785065992EB}"/>
              </a:ext>
            </a:extLst>
          </p:cNvPr>
          <p:cNvSpPr>
            <a:spLocks xmlns:a="http://schemas.openxmlformats.org/drawingml/2006/main" noGrp="1"/>
          </p:cNvSpPr>
          <p:nvPr/>
        </p:nvSpPr>
        <p:spPr>
          <a:xfrm xmlns:a="http://schemas.openxmlformats.org/drawingml/2006/main">
            <a:off x="4152900" y="56769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data-first layout</a:t>
            </a:r>
          </a:p>
        </p:txBody>
      </p:sp>
      <p:sp>
        <p:nvSpPr>
          <p:cNvPr id="14" name="">
            <a:extLst xmlns:a="http://schemas.openxmlformats.org/drawingml/2006/main">
              <a:ext uri="{FF2B5EF4-FFF2-40B4-BE49-F238E27FC236}">
                <a16:creationId xmlns:a16="http://schemas.microsoft.com/office/drawing/2014/main" id="{664C6152-71B5-460C-BE1D-73C3B3A5C346}"/>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748903176"/>
      </p:ext>
    </p:extLst>
  </p:cSld>
</p:sld>
</file>

<file path=ppt/slides/slide18.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17" name="top-accent">
            <a:extLst xmlns:a="http://schemas.openxmlformats.org/drawingml/2006/main">
              <a:ext uri="{FF2B5EF4-FFF2-40B4-BE49-F238E27FC236}">
                <a16:creationId xmlns:a16="http://schemas.microsoft.com/office/drawing/2014/main" id="{D29B22FF-A079-4A10-AABB-4A19AB7463B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0F86A185-ED5E-4675-AFD0-45A4BFAAB6AC}"/>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STAGE 3 · JAVASCRIPT</a:t>
            </a:r>
          </a:p>
        </p:txBody>
      </p:sp>
      <p:sp>
        <p:nvSpPr>
          <p:cNvPr id="3" name="slide-number">
            <a:extLst xmlns:a="http://schemas.openxmlformats.org/drawingml/2006/main">
              <a:ext uri="{FF2B5EF4-FFF2-40B4-BE49-F238E27FC236}">
                <a16:creationId xmlns:a16="http://schemas.microsoft.com/office/drawing/2014/main" id="{EB8DEFF2-EBC3-405F-962E-E402D41F9B39}"/>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18</a:t>
            </a:r>
          </a:p>
        </p:txBody>
      </p:sp>
      <p:sp>
        <p:nvSpPr>
          <p:cNvPr id="4" name="">
            <a:extLst xmlns:a="http://schemas.openxmlformats.org/drawingml/2006/main">
              <a:ext uri="{FF2B5EF4-FFF2-40B4-BE49-F238E27FC236}">
                <a16:creationId xmlns:a16="http://schemas.microsoft.com/office/drawing/2014/main" id="{5A788AE3-5629-4E57-B7B0-37345F5FBEDC}"/>
              </a:ext>
            </a:extLst>
          </p:cNvPr>
          <p:cNvSpPr>
            <a:spLocks xmlns:a="http://schemas.openxmlformats.org/drawingml/2006/main" noGrp="1"/>
          </p:cNvSpPr>
          <p:nvPr/>
        </p:nvSpPr>
        <p:spPr>
          <a:xfrm xmlns:a="http://schemas.openxmlformats.org/drawingml/2006/main">
            <a:off x="666750" y="1476375"/>
            <a:ext cx="1238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5400" b="1" i="0">
                <a:solidFill>
                  <a:srgbClr val="C8A96A"/>
                </a:solidFill>
              </a:defRPr>
            </a:pPr>
            <a:r>
              <a:rPr sz="5400" b="1" i="0">
                <a:solidFill>
                  <a:srgbClr val="C8A96A"/>
                </a:solidFill>
              </a:rPr>
              <a:t>03</a:t>
            </a:r>
          </a:p>
        </p:txBody>
      </p:sp>
      <p:sp>
        <p:nvSpPr>
          <p:cNvPr id="5" name="transition-title">
            <a:extLst xmlns:a="http://schemas.openxmlformats.org/drawingml/2006/main">
              <a:ext uri="{FF2B5EF4-FFF2-40B4-BE49-F238E27FC236}">
                <a16:creationId xmlns:a16="http://schemas.microsoft.com/office/drawing/2014/main" id="{A41C683D-E0BF-4387-B248-750AEF85F83A}"/>
              </a:ext>
            </a:extLst>
          </p:cNvPr>
          <p:cNvSpPr>
            <a:spLocks xmlns:a="http://schemas.openxmlformats.org/drawingml/2006/main" noGrp="1"/>
          </p:cNvSpPr>
          <p:nvPr/>
        </p:nvSpPr>
        <p:spPr>
          <a:xfrm xmlns:a="http://schemas.openxmlformats.org/drawingml/2006/main">
            <a:off x="2095500" y="1476375"/>
            <a:ext cx="876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i="0">
                <a:solidFill>
                  <a:srgbClr val="FFFEFA"/>
                </a:solidFill>
              </a:defRPr>
            </a:pPr>
            <a:r>
              <a:rPr sz="4050" b="1" i="0">
                <a:solidFill>
                  <a:srgbClr val="FFFEFA"/>
                </a:solidFill>
              </a:rPr>
              <a:t>Connect data and behaviour</a:t>
            </a:r>
          </a:p>
        </p:txBody>
      </p:sp>
      <p:sp>
        <p:nvSpPr>
          <p:cNvPr id="6" name="">
            <a:extLst xmlns:a="http://schemas.openxmlformats.org/drawingml/2006/main">
              <a:ext uri="{FF2B5EF4-FFF2-40B4-BE49-F238E27FC236}">
                <a16:creationId xmlns:a16="http://schemas.microsoft.com/office/drawing/2014/main" id="{88A62B53-EDFF-4E99-B96A-A5E2FAF61CCE}"/>
              </a:ext>
            </a:extLst>
          </p:cNvPr>
          <p:cNvSpPr>
            <a:spLocks xmlns:a="http://schemas.openxmlformats.org/drawingml/2006/main" noGrp="1"/>
          </p:cNvSpPr>
          <p:nvPr/>
        </p:nvSpPr>
        <p:spPr>
          <a:xfrm xmlns:a="http://schemas.openxmlformats.org/drawingml/2006/main">
            <a:off x="2133600" y="2667000"/>
            <a:ext cx="790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i="0">
                <a:solidFill>
                  <a:srgbClr val="C8D4CD"/>
                </a:solidFill>
              </a:defRPr>
            </a:pPr>
            <a:r>
              <a:rPr sz="1725" b="0" i="0">
                <a:solidFill>
                  <a:srgbClr val="C8D4CD"/>
                </a:solidFill>
              </a:rPr>
              <a:t>JavaScript turns styled components into a searchable, filterable, bilingual, data-driven research application.</a:t>
            </a:r>
          </a:p>
        </p:txBody>
      </p:sp>
      <p:sp>
        <p:nvSpPr>
          <p:cNvPr id="7" name="">
            <a:extLst xmlns:a="http://schemas.openxmlformats.org/drawingml/2006/main">
              <a:ext uri="{FF2B5EF4-FFF2-40B4-BE49-F238E27FC236}">
                <a16:creationId xmlns:a16="http://schemas.microsoft.com/office/drawing/2014/main" id="{4FEC5E39-A4E9-42C3-8AC9-26FA467DD6C1}"/>
              </a:ext>
            </a:extLst>
          </p:cNvPr>
          <p:cNvSpPr>
            <a:spLocks xmlns:a="http://schemas.openxmlformats.org/drawingml/2006/main" noGrp="1"/>
          </p:cNvSpPr>
          <p:nvPr/>
        </p:nvSpPr>
        <p:spPr>
          <a:xfrm xmlns:a="http://schemas.openxmlformats.org/drawingml/2006/main">
            <a:off x="5857875" y="4305300"/>
            <a:ext cx="8953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935B42-FE42-4E6F-BA4F-5F697A7905E3}"/>
              </a:ext>
            </a:extLst>
          </p:cNvPr>
          <p:cNvSpPr>
            <a:spLocks xmlns:a="http://schemas.openxmlformats.org/drawingml/2006/main" noGrp="1"/>
          </p:cNvSpPr>
          <p:nvPr/>
        </p:nvSpPr>
        <p:spPr>
          <a:xfrm xmlns:a="http://schemas.openxmlformats.org/drawingml/2006/main">
            <a:off x="5953125" y="436245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fetch</a:t>
            </a:r>
          </a:p>
        </p:txBody>
      </p:sp>
      <p:sp>
        <p:nvSpPr>
          <p:cNvPr id="9" name="">
            <a:extLst xmlns:a="http://schemas.openxmlformats.org/drawingml/2006/main">
              <a:ext uri="{FF2B5EF4-FFF2-40B4-BE49-F238E27FC236}">
                <a16:creationId xmlns:a16="http://schemas.microsoft.com/office/drawing/2014/main" id="{BE1B609B-B3C7-47BF-B656-049B0866CA24}"/>
              </a:ext>
            </a:extLst>
          </p:cNvPr>
          <p:cNvSpPr>
            <a:spLocks xmlns:a="http://schemas.openxmlformats.org/drawingml/2006/main" noGrp="1"/>
          </p:cNvSpPr>
          <p:nvPr/>
        </p:nvSpPr>
        <p:spPr>
          <a:xfrm xmlns:a="http://schemas.openxmlformats.org/drawingml/2006/main">
            <a:off x="6848475" y="4305300"/>
            <a:ext cx="8953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ABCA66-0F9C-4F9D-9DFE-FA371D0C1527}"/>
              </a:ext>
            </a:extLst>
          </p:cNvPr>
          <p:cNvSpPr>
            <a:spLocks xmlns:a="http://schemas.openxmlformats.org/drawingml/2006/main" noGrp="1"/>
          </p:cNvSpPr>
          <p:nvPr/>
        </p:nvSpPr>
        <p:spPr>
          <a:xfrm xmlns:a="http://schemas.openxmlformats.org/drawingml/2006/main">
            <a:off x="6943725" y="436245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normalize</a:t>
            </a:r>
          </a:p>
        </p:txBody>
      </p:sp>
      <p:sp>
        <p:nvSpPr>
          <p:cNvPr id="11" name="">
            <a:extLst xmlns:a="http://schemas.openxmlformats.org/drawingml/2006/main">
              <a:ext uri="{FF2B5EF4-FFF2-40B4-BE49-F238E27FC236}">
                <a16:creationId xmlns:a16="http://schemas.microsoft.com/office/drawing/2014/main" id="{240F5F9A-652D-4A20-A48C-E22A8FE9BF09}"/>
              </a:ext>
            </a:extLst>
          </p:cNvPr>
          <p:cNvSpPr>
            <a:spLocks xmlns:a="http://schemas.openxmlformats.org/drawingml/2006/main" noGrp="1"/>
          </p:cNvSpPr>
          <p:nvPr/>
        </p:nvSpPr>
        <p:spPr>
          <a:xfrm xmlns:a="http://schemas.openxmlformats.org/drawingml/2006/main">
            <a:off x="7839075" y="4305300"/>
            <a:ext cx="8953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0EE1B78-C3FC-44EB-8848-0E0EE0B623A0}"/>
              </a:ext>
            </a:extLst>
          </p:cNvPr>
          <p:cNvSpPr>
            <a:spLocks xmlns:a="http://schemas.openxmlformats.org/drawingml/2006/main" noGrp="1"/>
          </p:cNvSpPr>
          <p:nvPr/>
        </p:nvSpPr>
        <p:spPr>
          <a:xfrm xmlns:a="http://schemas.openxmlformats.org/drawingml/2006/main">
            <a:off x="7934325" y="436245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filter</a:t>
            </a:r>
          </a:p>
        </p:txBody>
      </p:sp>
      <p:sp>
        <p:nvSpPr>
          <p:cNvPr id="13" name="">
            <a:extLst xmlns:a="http://schemas.openxmlformats.org/drawingml/2006/main">
              <a:ext uri="{FF2B5EF4-FFF2-40B4-BE49-F238E27FC236}">
                <a16:creationId xmlns:a16="http://schemas.microsoft.com/office/drawing/2014/main" id="{F8366B8D-FC59-48E4-BCD8-A7CF6829AA0A}"/>
              </a:ext>
            </a:extLst>
          </p:cNvPr>
          <p:cNvSpPr>
            <a:spLocks xmlns:a="http://schemas.openxmlformats.org/drawingml/2006/main" noGrp="1"/>
          </p:cNvSpPr>
          <p:nvPr/>
        </p:nvSpPr>
        <p:spPr>
          <a:xfrm xmlns:a="http://schemas.openxmlformats.org/drawingml/2006/main">
            <a:off x="8829675" y="4305300"/>
            <a:ext cx="8953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22C8643-3368-4885-8DF3-7A29661C8211}"/>
              </a:ext>
            </a:extLst>
          </p:cNvPr>
          <p:cNvSpPr>
            <a:spLocks xmlns:a="http://schemas.openxmlformats.org/drawingml/2006/main" noGrp="1"/>
          </p:cNvSpPr>
          <p:nvPr/>
        </p:nvSpPr>
        <p:spPr>
          <a:xfrm xmlns:a="http://schemas.openxmlformats.org/drawingml/2006/main">
            <a:off x="8924925" y="436245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render</a:t>
            </a:r>
          </a:p>
        </p:txBody>
      </p:sp>
      <p:sp>
        <p:nvSpPr>
          <p:cNvPr id="15" name="">
            <a:extLst xmlns:a="http://schemas.openxmlformats.org/drawingml/2006/main">
              <a:ext uri="{FF2B5EF4-FFF2-40B4-BE49-F238E27FC236}">
                <a16:creationId xmlns:a16="http://schemas.microsoft.com/office/drawing/2014/main" id="{11A39B1B-A016-4DA0-91FA-F9E079159C56}"/>
              </a:ext>
            </a:extLst>
          </p:cNvPr>
          <p:cNvSpPr>
            <a:spLocks xmlns:a="http://schemas.openxmlformats.org/drawingml/2006/main" noGrp="1"/>
          </p:cNvSpPr>
          <p:nvPr/>
        </p:nvSpPr>
        <p:spPr>
          <a:xfrm xmlns:a="http://schemas.openxmlformats.org/drawingml/2006/main">
            <a:off x="9820275" y="4305300"/>
            <a:ext cx="8953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65C45E-6AA7-4DAD-A5C1-6225EFC73277}"/>
              </a:ext>
            </a:extLst>
          </p:cNvPr>
          <p:cNvSpPr>
            <a:spLocks xmlns:a="http://schemas.openxmlformats.org/drawingml/2006/main" noGrp="1"/>
          </p:cNvSpPr>
          <p:nvPr/>
        </p:nvSpPr>
        <p:spPr>
          <a:xfrm xmlns:a="http://schemas.openxmlformats.org/drawingml/2006/main">
            <a:off x="9915525" y="436245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persist</a:t>
            </a:r>
          </a:p>
        </p:txBody>
      </p:sp>
    </p:spTree>
    <p:extLst>
      <p:ext uri="{BB962C8B-B14F-4D97-AF65-F5344CB8AC3E}">
        <p14:creationId xmlns:p14="http://schemas.microsoft.com/office/powerpoint/2010/main" val="63366167"/>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2" name="top-accent">
            <a:extLst xmlns:a="http://schemas.openxmlformats.org/drawingml/2006/main">
              <a:ext uri="{FF2B5EF4-FFF2-40B4-BE49-F238E27FC236}">
                <a16:creationId xmlns:a16="http://schemas.microsoft.com/office/drawing/2014/main" id="{A3F90BC0-5B8F-4253-9E8D-98361F5BC7F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9029F2F4-93C0-4309-AC8E-367752CB74D2}"/>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3 · JAVASCRIPT</a:t>
            </a:r>
          </a:p>
        </p:txBody>
      </p:sp>
      <p:sp>
        <p:nvSpPr>
          <p:cNvPr id="3" name="slide-number">
            <a:extLst xmlns:a="http://schemas.openxmlformats.org/drawingml/2006/main">
              <a:ext uri="{FF2B5EF4-FFF2-40B4-BE49-F238E27FC236}">
                <a16:creationId xmlns:a16="http://schemas.microsoft.com/office/drawing/2014/main" id="{F2440765-A668-4839-AED2-DF3A2BB91269}"/>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19</a:t>
            </a:r>
          </a:p>
        </p:txBody>
      </p:sp>
      <p:sp>
        <p:nvSpPr>
          <p:cNvPr id="4" name="slide-title">
            <a:extLst xmlns:a="http://schemas.openxmlformats.org/drawingml/2006/main">
              <a:ext uri="{FF2B5EF4-FFF2-40B4-BE49-F238E27FC236}">
                <a16:creationId xmlns:a16="http://schemas.microsoft.com/office/drawing/2014/main" id="{9D03C0DF-41EF-4FD5-AA4E-D0C1EEDD923C}"/>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Load one API contract, then render every data surface</a:t>
            </a:r>
          </a:p>
        </p:txBody>
      </p:sp>
      <p:sp>
        <p:nvSpPr>
          <p:cNvPr id="5" name="slide-subtitle">
            <a:extLst xmlns:a="http://schemas.openxmlformats.org/drawingml/2006/main">
              <a:ext uri="{FF2B5EF4-FFF2-40B4-BE49-F238E27FC236}">
                <a16:creationId xmlns:a16="http://schemas.microsoft.com/office/drawing/2014/main" id="{FCBF7609-0D90-4533-9F1A-5AF41AF1C8DC}"/>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frontend normalizes backend fields once and reuses the resulting state across pages.</a:t>
            </a:r>
          </a:p>
        </p:txBody>
      </p:sp>
      <p:sp>
        <p:nvSpPr>
          <p:cNvPr id="6" name="dev-code-panel">
            <a:extLst xmlns:a="http://schemas.openxmlformats.org/drawingml/2006/main">
              <a:ext uri="{FF2B5EF4-FFF2-40B4-BE49-F238E27FC236}">
                <a16:creationId xmlns:a16="http://schemas.microsoft.com/office/drawing/2014/main" id="{166D44E3-E0CB-4D5C-A11A-082760C3198E}"/>
              </a:ext>
            </a:extLst>
          </p:cNvPr>
          <p:cNvSpPr>
            <a:spLocks xmlns:a="http://schemas.openxmlformats.org/drawingml/2006/main" noGrp="1"/>
          </p:cNvSpPr>
          <p:nvPr/>
        </p:nvSpPr>
        <p:spPr>
          <a:xfrm xmlns:a="http://schemas.openxmlformats.org/drawingml/2006/main">
            <a:off x="609600" y="1809750"/>
            <a:ext cx="47625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125D977C-EFB7-4EB6-B92C-FCCC171FDAA2}"/>
              </a:ext>
            </a:extLst>
          </p:cNvPr>
          <p:cNvSpPr>
            <a:spLocks xmlns:a="http://schemas.openxmlformats.org/drawingml/2006/main" noGrp="1"/>
          </p:cNvSpPr>
          <p:nvPr/>
        </p:nvSpPr>
        <p:spPr>
          <a:xfrm xmlns:a="http://schemas.openxmlformats.org/drawingml/2006/main">
            <a:off x="609600" y="1809750"/>
            <a:ext cx="4762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8C32659-CE18-4A89-91AD-E8050C52343B}"/>
              </a:ext>
            </a:extLst>
          </p:cNvPr>
          <p:cNvSpPr>
            <a:spLocks xmlns:a="http://schemas.openxmlformats.org/drawingml/2006/main" noGrp="1"/>
          </p:cNvSpPr>
          <p:nvPr/>
        </p:nvSpPr>
        <p:spPr>
          <a:xfrm xmlns:a="http://schemas.openxmlformats.org/drawingml/2006/main">
            <a:off x="781050" y="1905000"/>
            <a:ext cx="441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js/script.js · API loading</a:t>
            </a:r>
          </a:p>
        </p:txBody>
      </p:sp>
      <p:sp>
        <p:nvSpPr>
          <p:cNvPr id="9" name="">
            <a:extLst xmlns:a="http://schemas.openxmlformats.org/drawingml/2006/main">
              <a:ext uri="{FF2B5EF4-FFF2-40B4-BE49-F238E27FC236}">
                <a16:creationId xmlns:a16="http://schemas.microsoft.com/office/drawing/2014/main" id="{609EAD75-D989-4509-9D5D-B5578818DF20}"/>
              </a:ext>
            </a:extLst>
          </p:cNvPr>
          <p:cNvSpPr>
            <a:spLocks xmlns:a="http://schemas.openxmlformats.org/drawingml/2006/main" noGrp="1"/>
          </p:cNvSpPr>
          <p:nvPr/>
        </p:nvSpPr>
        <p:spPr>
          <a:xfrm xmlns:a="http://schemas.openxmlformats.org/drawingml/2006/main">
            <a:off x="781050" y="22574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01  async function loadApiData() {</a:t>
            </a:r>
          </a:p>
        </p:txBody>
      </p:sp>
      <p:sp>
        <p:nvSpPr>
          <p:cNvPr id="10" name="">
            <a:extLst xmlns:a="http://schemas.openxmlformats.org/drawingml/2006/main">
              <a:ext uri="{FF2B5EF4-FFF2-40B4-BE49-F238E27FC236}">
                <a16:creationId xmlns:a16="http://schemas.microsoft.com/office/drawing/2014/main" id="{39755FDA-71B4-4CF2-928C-2118A108F68C}"/>
              </a:ext>
            </a:extLst>
          </p:cNvPr>
          <p:cNvSpPr>
            <a:spLocks xmlns:a="http://schemas.openxmlformats.org/drawingml/2006/main" noGrp="1"/>
          </p:cNvSpPr>
          <p:nvPr/>
        </p:nvSpPr>
        <p:spPr>
          <a:xfrm xmlns:a="http://schemas.openxmlformats.org/drawingml/2006/main">
            <a:off x="781050" y="25146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02    const [stats, groups, continents] = await Promise.all([</a:t>
            </a:r>
          </a:p>
        </p:txBody>
      </p:sp>
      <p:sp>
        <p:nvSpPr>
          <p:cNvPr id="11" name="">
            <a:extLst xmlns:a="http://schemas.openxmlformats.org/drawingml/2006/main">
              <a:ext uri="{FF2B5EF4-FFF2-40B4-BE49-F238E27FC236}">
                <a16:creationId xmlns:a16="http://schemas.microsoft.com/office/drawing/2014/main" id="{5DC4EA12-0440-46A8-A5B6-AE9D1773EAF4}"/>
              </a:ext>
            </a:extLst>
          </p:cNvPr>
          <p:cNvSpPr>
            <a:spLocks xmlns:a="http://schemas.openxmlformats.org/drawingml/2006/main" noGrp="1"/>
          </p:cNvSpPr>
          <p:nvPr/>
        </p:nvSpPr>
        <p:spPr>
          <a:xfrm xmlns:a="http://schemas.openxmlformats.org/drawingml/2006/main">
            <a:off x="781050" y="27717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03      apiRequest('/stats'),</a:t>
            </a:r>
          </a:p>
        </p:txBody>
      </p:sp>
      <p:sp>
        <p:nvSpPr>
          <p:cNvPr id="12" name="">
            <a:extLst xmlns:a="http://schemas.openxmlformats.org/drawingml/2006/main">
              <a:ext uri="{FF2B5EF4-FFF2-40B4-BE49-F238E27FC236}">
                <a16:creationId xmlns:a16="http://schemas.microsoft.com/office/drawing/2014/main" id="{B757ED15-8261-423C-B0E9-5CA3434FF1DD}"/>
              </a:ext>
            </a:extLst>
          </p:cNvPr>
          <p:cNvSpPr>
            <a:spLocks xmlns:a="http://schemas.openxmlformats.org/drawingml/2006/main" noGrp="1"/>
          </p:cNvSpPr>
          <p:nvPr/>
        </p:nvSpPr>
        <p:spPr>
          <a:xfrm xmlns:a="http://schemas.openxmlformats.org/drawingml/2006/main">
            <a:off x="781050" y="30289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apiRequest('/groups?page=1&amp;limit=100'),</a:t>
            </a:r>
          </a:p>
        </p:txBody>
      </p:sp>
      <p:sp>
        <p:nvSpPr>
          <p:cNvPr id="13" name="">
            <a:extLst xmlns:a="http://schemas.openxmlformats.org/drawingml/2006/main">
              <a:ext uri="{FF2B5EF4-FFF2-40B4-BE49-F238E27FC236}">
                <a16:creationId xmlns:a16="http://schemas.microsoft.com/office/drawing/2014/main" id="{F1A43475-7094-4B3F-A62F-263950EE4E4E}"/>
              </a:ext>
            </a:extLst>
          </p:cNvPr>
          <p:cNvSpPr>
            <a:spLocks xmlns:a="http://schemas.openxmlformats.org/drawingml/2006/main" noGrp="1"/>
          </p:cNvSpPr>
          <p:nvPr/>
        </p:nvSpPr>
        <p:spPr>
          <a:xfrm xmlns:a="http://schemas.openxmlformats.org/drawingml/2006/main">
            <a:off x="781050" y="32861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apiRequest('/continents')</a:t>
            </a:r>
          </a:p>
        </p:txBody>
      </p:sp>
      <p:sp>
        <p:nvSpPr>
          <p:cNvPr id="14" name="">
            <a:extLst xmlns:a="http://schemas.openxmlformats.org/drawingml/2006/main">
              <a:ext uri="{FF2B5EF4-FFF2-40B4-BE49-F238E27FC236}">
                <a16:creationId xmlns:a16="http://schemas.microsoft.com/office/drawing/2014/main" id="{EB039523-1B92-4C5E-81EE-A8F115E87331}"/>
              </a:ext>
            </a:extLst>
          </p:cNvPr>
          <p:cNvSpPr>
            <a:spLocks xmlns:a="http://schemas.openxmlformats.org/drawingml/2006/main" noGrp="1"/>
          </p:cNvSpPr>
          <p:nvPr/>
        </p:nvSpPr>
        <p:spPr>
          <a:xfrm xmlns:a="http://schemas.openxmlformats.org/drawingml/2006/main">
            <a:off x="781050" y="35433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a:t>
            </a:r>
          </a:p>
        </p:txBody>
      </p:sp>
      <p:sp>
        <p:nvSpPr>
          <p:cNvPr id="15" name="">
            <a:extLst xmlns:a="http://schemas.openxmlformats.org/drawingml/2006/main">
              <a:ext uri="{FF2B5EF4-FFF2-40B4-BE49-F238E27FC236}">
                <a16:creationId xmlns:a16="http://schemas.microsoft.com/office/drawing/2014/main" id="{8469A588-DAFA-4446-955B-574A0E79FFE5}"/>
              </a:ext>
            </a:extLst>
          </p:cNvPr>
          <p:cNvSpPr>
            <a:spLocks xmlns:a="http://schemas.openxmlformats.org/drawingml/2006/main" noGrp="1"/>
          </p:cNvSpPr>
          <p:nvPr/>
        </p:nvSpPr>
        <p:spPr>
          <a:xfrm xmlns:a="http://schemas.openxmlformats.org/drawingml/2006/main">
            <a:off x="781050" y="38004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state.groups = groups.data.map(normalizeGroup);</a:t>
            </a:r>
          </a:p>
        </p:txBody>
      </p:sp>
      <p:sp>
        <p:nvSpPr>
          <p:cNvPr id="16" name="">
            <a:extLst xmlns:a="http://schemas.openxmlformats.org/drawingml/2006/main">
              <a:ext uri="{FF2B5EF4-FFF2-40B4-BE49-F238E27FC236}">
                <a16:creationId xmlns:a16="http://schemas.microsoft.com/office/drawing/2014/main" id="{72E2570B-5F43-4B3B-BBE3-9717862BE41D}"/>
              </a:ext>
            </a:extLst>
          </p:cNvPr>
          <p:cNvSpPr>
            <a:spLocks xmlns:a="http://schemas.openxmlformats.org/drawingml/2006/main" noGrp="1"/>
          </p:cNvSpPr>
          <p:nvPr/>
        </p:nvSpPr>
        <p:spPr>
          <a:xfrm xmlns:a="http://schemas.openxmlformats.org/drawingml/2006/main">
            <a:off x="781050" y="40576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08    renderHomeMetrics(stats.data);</a:t>
            </a:r>
          </a:p>
        </p:txBody>
      </p:sp>
      <p:sp>
        <p:nvSpPr>
          <p:cNvPr id="17" name="">
            <a:extLst xmlns:a="http://schemas.openxmlformats.org/drawingml/2006/main">
              <a:ext uri="{FF2B5EF4-FFF2-40B4-BE49-F238E27FC236}">
                <a16:creationId xmlns:a16="http://schemas.microsoft.com/office/drawing/2014/main" id="{311F27FB-1657-4D14-B67E-B9AC8E8897DF}"/>
              </a:ext>
            </a:extLst>
          </p:cNvPr>
          <p:cNvSpPr>
            <a:spLocks xmlns:a="http://schemas.openxmlformats.org/drawingml/2006/main" noGrp="1"/>
          </p:cNvSpPr>
          <p:nvPr/>
        </p:nvSpPr>
        <p:spPr>
          <a:xfrm xmlns:a="http://schemas.openxmlformats.org/drawingml/2006/main">
            <a:off x="781050" y="43148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renderMapCounts(continents.data);</a:t>
            </a:r>
          </a:p>
        </p:txBody>
      </p:sp>
      <p:sp>
        <p:nvSpPr>
          <p:cNvPr id="18" name="">
            <a:extLst xmlns:a="http://schemas.openxmlformats.org/drawingml/2006/main">
              <a:ext uri="{FF2B5EF4-FFF2-40B4-BE49-F238E27FC236}">
                <a16:creationId xmlns:a16="http://schemas.microsoft.com/office/drawing/2014/main" id="{0CCC30ED-0491-4255-9C15-F1EC363CDAE1}"/>
              </a:ext>
            </a:extLst>
          </p:cNvPr>
          <p:cNvSpPr>
            <a:spLocks xmlns:a="http://schemas.openxmlformats.org/drawingml/2006/main" noGrp="1"/>
          </p:cNvSpPr>
          <p:nvPr/>
        </p:nvSpPr>
        <p:spPr>
          <a:xfrm xmlns:a="http://schemas.openxmlformats.org/drawingml/2006/main">
            <a:off x="781050" y="45720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renderLatestGroups();</a:t>
            </a:r>
          </a:p>
        </p:txBody>
      </p:sp>
      <p:sp>
        <p:nvSpPr>
          <p:cNvPr id="19" name="">
            <a:extLst xmlns:a="http://schemas.openxmlformats.org/drawingml/2006/main">
              <a:ext uri="{FF2B5EF4-FFF2-40B4-BE49-F238E27FC236}">
                <a16:creationId xmlns:a16="http://schemas.microsoft.com/office/drawing/2014/main" id="{A23F1B1A-0EEB-49A3-B8C9-727BC6A032B5}"/>
              </a:ext>
            </a:extLst>
          </p:cNvPr>
          <p:cNvSpPr>
            <a:spLocks xmlns:a="http://schemas.openxmlformats.org/drawingml/2006/main" noGrp="1"/>
          </p:cNvSpPr>
          <p:nvPr/>
        </p:nvSpPr>
        <p:spPr>
          <a:xfrm xmlns:a="http://schemas.openxmlformats.org/drawingml/2006/main">
            <a:off x="781050" y="48291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11  }</a:t>
            </a:r>
          </a:p>
        </p:txBody>
      </p:sp>
      <p:sp>
        <p:nvSpPr>
          <p:cNvPr id="20" name="data-flow">
            <a:extLst xmlns:a="http://schemas.openxmlformats.org/drawingml/2006/main">
              <a:ext uri="{FF2B5EF4-FFF2-40B4-BE49-F238E27FC236}">
                <a16:creationId xmlns:a16="http://schemas.microsoft.com/office/drawing/2014/main" id="{2D93F6B4-EA68-413A-A264-9558A5773BDD}"/>
              </a:ext>
            </a:extLst>
          </p:cNvPr>
          <p:cNvSpPr>
            <a:spLocks xmlns:a="http://schemas.openxmlformats.org/drawingml/2006/main" noGrp="1"/>
          </p:cNvSpPr>
          <p:nvPr/>
        </p:nvSpPr>
        <p:spPr>
          <a:xfrm xmlns:a="http://schemas.openxmlformats.org/drawingml/2006/main">
            <a:off x="5715000" y="1809750"/>
            <a:ext cx="586740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21" name="data-node-1">
            <a:extLst xmlns:a="http://schemas.openxmlformats.org/drawingml/2006/main">
              <a:ext uri="{FF2B5EF4-FFF2-40B4-BE49-F238E27FC236}">
                <a16:creationId xmlns:a16="http://schemas.microsoft.com/office/drawing/2014/main" id="{0E85325E-B042-48AD-9EE2-C0F0904C4D29}"/>
              </a:ext>
            </a:extLst>
          </p:cNvPr>
          <p:cNvSpPr>
            <a:spLocks xmlns:a="http://schemas.openxmlformats.org/drawingml/2006/main" noGrp="1"/>
          </p:cNvSpPr>
          <p:nvPr/>
        </p:nvSpPr>
        <p:spPr>
          <a:xfrm xmlns:a="http://schemas.openxmlformats.org/drawingml/2006/main">
            <a:off x="6000750" y="2381250"/>
            <a:ext cx="1143000" cy="685800"/>
          </a:xfrm>
          <a:prstGeom xmlns:a="http://schemas.openxmlformats.org/drawingml/2006/main" prst="roundRect">
            <a:avLst>
              <a:gd name="adj" fmla="val 11111"/>
            </a:avLst>
          </a:prstGeom>
          <a:solidFill xmlns:a="http://schemas.openxmlformats.org/drawingml/2006/main">
            <a:srgbClr val="12352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63C1AAE-4AE3-4AD6-B2E9-6FEE291427FE}"/>
              </a:ext>
            </a:extLst>
          </p:cNvPr>
          <p:cNvSpPr>
            <a:spLocks xmlns:a="http://schemas.openxmlformats.org/drawingml/2006/main" noGrp="1"/>
          </p:cNvSpPr>
          <p:nvPr/>
        </p:nvSpPr>
        <p:spPr>
          <a:xfrm xmlns:a="http://schemas.openxmlformats.org/drawingml/2006/main">
            <a:off x="6076950" y="2600325"/>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Flask API</a:t>
            </a:r>
          </a:p>
        </p:txBody>
      </p:sp>
      <p:sp>
        <p:nvSpPr>
          <p:cNvPr id="23" name="">
            <a:extLst xmlns:a="http://schemas.openxmlformats.org/drawingml/2006/main">
              <a:ext uri="{FF2B5EF4-FFF2-40B4-BE49-F238E27FC236}">
                <a16:creationId xmlns:a16="http://schemas.microsoft.com/office/drawing/2014/main" id="{3F880151-1F59-4CCA-999A-BAEFBA545FC7}"/>
              </a:ext>
            </a:extLst>
          </p:cNvPr>
          <p:cNvSpPr>
            <a:spLocks xmlns:a="http://schemas.openxmlformats.org/drawingml/2006/main" noGrp="1"/>
          </p:cNvSpPr>
          <p:nvPr/>
        </p:nvSpPr>
        <p:spPr>
          <a:xfrm xmlns:a="http://schemas.openxmlformats.org/drawingml/2006/main">
            <a:off x="7143750" y="2562225"/>
            <a:ext cx="19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24" name="data-node-2">
            <a:extLst xmlns:a="http://schemas.openxmlformats.org/drawingml/2006/main">
              <a:ext uri="{FF2B5EF4-FFF2-40B4-BE49-F238E27FC236}">
                <a16:creationId xmlns:a16="http://schemas.microsoft.com/office/drawing/2014/main" id="{46CC85F4-7D2B-4E06-9EBB-8B471B038D7E}"/>
              </a:ext>
            </a:extLst>
          </p:cNvPr>
          <p:cNvSpPr>
            <a:spLocks xmlns:a="http://schemas.openxmlformats.org/drawingml/2006/main" noGrp="1"/>
          </p:cNvSpPr>
          <p:nvPr/>
        </p:nvSpPr>
        <p:spPr>
          <a:xfrm xmlns:a="http://schemas.openxmlformats.org/drawingml/2006/main">
            <a:off x="7334250" y="2381250"/>
            <a:ext cx="1143000" cy="685800"/>
          </a:xfrm>
          <a:prstGeom xmlns:a="http://schemas.openxmlformats.org/drawingml/2006/main" prst="roundRect">
            <a:avLst>
              <a:gd name="adj" fmla="val 11111"/>
            </a:avLst>
          </a:prstGeom>
          <a:solidFill xmlns:a="http://schemas.openxmlformats.org/drawingml/2006/main">
            <a:srgbClr val="C8A96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3450C95-41F9-44DE-BA27-11A1116A3365}"/>
              </a:ext>
            </a:extLst>
          </p:cNvPr>
          <p:cNvSpPr>
            <a:spLocks xmlns:a="http://schemas.openxmlformats.org/drawingml/2006/main" noGrp="1"/>
          </p:cNvSpPr>
          <p:nvPr/>
        </p:nvSpPr>
        <p:spPr>
          <a:xfrm xmlns:a="http://schemas.openxmlformats.org/drawingml/2006/main">
            <a:off x="7410450" y="2600325"/>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normalizeGroup</a:t>
            </a:r>
          </a:p>
        </p:txBody>
      </p:sp>
      <p:sp>
        <p:nvSpPr>
          <p:cNvPr id="26" name="">
            <a:extLst xmlns:a="http://schemas.openxmlformats.org/drawingml/2006/main">
              <a:ext uri="{FF2B5EF4-FFF2-40B4-BE49-F238E27FC236}">
                <a16:creationId xmlns:a16="http://schemas.microsoft.com/office/drawing/2014/main" id="{9B373717-0DC0-49E7-87CA-B24D1F9508CF}"/>
              </a:ext>
            </a:extLst>
          </p:cNvPr>
          <p:cNvSpPr>
            <a:spLocks xmlns:a="http://schemas.openxmlformats.org/drawingml/2006/main" noGrp="1"/>
          </p:cNvSpPr>
          <p:nvPr/>
        </p:nvSpPr>
        <p:spPr>
          <a:xfrm xmlns:a="http://schemas.openxmlformats.org/drawingml/2006/main">
            <a:off x="8477250" y="2562225"/>
            <a:ext cx="19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27" name="data-node-3">
            <a:extLst xmlns:a="http://schemas.openxmlformats.org/drawingml/2006/main">
              <a:ext uri="{FF2B5EF4-FFF2-40B4-BE49-F238E27FC236}">
                <a16:creationId xmlns:a16="http://schemas.microsoft.com/office/drawing/2014/main" id="{2AA4014B-EF9D-4B26-98BE-34BB982A412A}"/>
              </a:ext>
            </a:extLst>
          </p:cNvPr>
          <p:cNvSpPr>
            <a:spLocks xmlns:a="http://schemas.openxmlformats.org/drawingml/2006/main" noGrp="1"/>
          </p:cNvSpPr>
          <p:nvPr/>
        </p:nvSpPr>
        <p:spPr>
          <a:xfrm xmlns:a="http://schemas.openxmlformats.org/drawingml/2006/main">
            <a:off x="8667750" y="2381250"/>
            <a:ext cx="1143000" cy="685800"/>
          </a:xfrm>
          <a:prstGeom xmlns:a="http://schemas.openxmlformats.org/drawingml/2006/main" prst="roundRect">
            <a:avLst>
              <a:gd name="adj" fmla="val 11111"/>
            </a:avLst>
          </a:prstGeom>
          <a:solidFill xmlns:a="http://schemas.openxmlformats.org/drawingml/2006/main">
            <a:srgbClr val="1A4A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5971135-2B15-49D5-9DB6-1F169B06A785}"/>
              </a:ext>
            </a:extLst>
          </p:cNvPr>
          <p:cNvSpPr>
            <a:spLocks xmlns:a="http://schemas.openxmlformats.org/drawingml/2006/main" noGrp="1"/>
          </p:cNvSpPr>
          <p:nvPr/>
        </p:nvSpPr>
        <p:spPr>
          <a:xfrm xmlns:a="http://schemas.openxmlformats.org/drawingml/2006/main">
            <a:off x="8743950" y="2600325"/>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shared state</a:t>
            </a:r>
          </a:p>
        </p:txBody>
      </p:sp>
      <p:sp>
        <p:nvSpPr>
          <p:cNvPr id="29" name="">
            <a:extLst xmlns:a="http://schemas.openxmlformats.org/drawingml/2006/main">
              <a:ext uri="{FF2B5EF4-FFF2-40B4-BE49-F238E27FC236}">
                <a16:creationId xmlns:a16="http://schemas.microsoft.com/office/drawing/2014/main" id="{6207404E-8116-498C-9FAB-F05677A11D5F}"/>
              </a:ext>
            </a:extLst>
          </p:cNvPr>
          <p:cNvSpPr>
            <a:spLocks xmlns:a="http://schemas.openxmlformats.org/drawingml/2006/main" noGrp="1"/>
          </p:cNvSpPr>
          <p:nvPr/>
        </p:nvSpPr>
        <p:spPr>
          <a:xfrm xmlns:a="http://schemas.openxmlformats.org/drawingml/2006/main">
            <a:off x="9810750" y="2562225"/>
            <a:ext cx="19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30" name="data-node-4">
            <a:extLst xmlns:a="http://schemas.openxmlformats.org/drawingml/2006/main">
              <a:ext uri="{FF2B5EF4-FFF2-40B4-BE49-F238E27FC236}">
                <a16:creationId xmlns:a16="http://schemas.microsoft.com/office/drawing/2014/main" id="{76B72529-1614-42AE-91B1-7D191DFBF3FE}"/>
              </a:ext>
            </a:extLst>
          </p:cNvPr>
          <p:cNvSpPr>
            <a:spLocks xmlns:a="http://schemas.openxmlformats.org/drawingml/2006/main" noGrp="1"/>
          </p:cNvSpPr>
          <p:nvPr/>
        </p:nvSpPr>
        <p:spPr>
          <a:xfrm xmlns:a="http://schemas.openxmlformats.org/drawingml/2006/main">
            <a:off x="10001250" y="2381250"/>
            <a:ext cx="1143000" cy="685800"/>
          </a:xfrm>
          <a:prstGeom xmlns:a="http://schemas.openxmlformats.org/drawingml/2006/main" prst="roundRect">
            <a:avLst>
              <a:gd name="adj" fmla="val 11111"/>
            </a:avLst>
          </a:prstGeom>
          <a:solidFill xmlns:a="http://schemas.openxmlformats.org/drawingml/2006/main">
            <a:srgbClr val="12352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205F216-EBDC-411C-8028-198AB5D99F80}"/>
              </a:ext>
            </a:extLst>
          </p:cNvPr>
          <p:cNvSpPr>
            <a:spLocks xmlns:a="http://schemas.openxmlformats.org/drawingml/2006/main" noGrp="1"/>
          </p:cNvSpPr>
          <p:nvPr/>
        </p:nvSpPr>
        <p:spPr>
          <a:xfrm xmlns:a="http://schemas.openxmlformats.org/drawingml/2006/main">
            <a:off x="10077450" y="2600325"/>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DOM renderers</a:t>
            </a:r>
          </a:p>
        </p:txBody>
      </p:sp>
      <p:sp>
        <p:nvSpPr>
          <p:cNvPr id="32" name="">
            <a:extLst xmlns:a="http://schemas.openxmlformats.org/drawingml/2006/main">
              <a:ext uri="{FF2B5EF4-FFF2-40B4-BE49-F238E27FC236}">
                <a16:creationId xmlns:a16="http://schemas.microsoft.com/office/drawing/2014/main" id="{75770864-29AE-40BE-BBDC-31DE3D6AD2F3}"/>
              </a:ext>
            </a:extLst>
          </p:cNvPr>
          <p:cNvSpPr>
            <a:spLocks xmlns:a="http://schemas.openxmlformats.org/drawingml/2006/main" noGrp="1"/>
          </p:cNvSpPr>
          <p:nvPr/>
        </p:nvSpPr>
        <p:spPr>
          <a:xfrm xmlns:a="http://schemas.openxmlformats.org/drawingml/2006/main">
            <a:off x="6019800" y="3524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ONE RESPONSE, MANY VIEWS</a:t>
            </a:r>
          </a:p>
        </p:txBody>
      </p:sp>
      <p:sp>
        <p:nvSpPr>
          <p:cNvPr id="33" name="">
            <a:extLst xmlns:a="http://schemas.openxmlformats.org/drawingml/2006/main">
              <a:ext uri="{FF2B5EF4-FFF2-40B4-BE49-F238E27FC236}">
                <a16:creationId xmlns:a16="http://schemas.microsoft.com/office/drawing/2014/main" id="{E1A253B5-4238-497F-AE70-A9E89B7A7802}"/>
              </a:ext>
            </a:extLst>
          </p:cNvPr>
          <p:cNvSpPr>
            <a:spLocks xmlns:a="http://schemas.openxmlformats.org/drawingml/2006/main" noGrp="1"/>
          </p:cNvSpPr>
          <p:nvPr/>
        </p:nvSpPr>
        <p:spPr>
          <a:xfrm xmlns:a="http://schemas.openxmlformats.org/drawingml/2006/main">
            <a:off x="6019800" y="3886200"/>
            <a:ext cx="2381250" cy="533400"/>
          </a:xfrm>
          <a:prstGeom xmlns:a="http://schemas.openxmlformats.org/drawingml/2006/main" prst="roundRect">
            <a:avLst>
              <a:gd name="adj" fmla="val 14286"/>
            </a:avLst>
          </a:prstGeom>
          <a:solidFill xmlns:a="http://schemas.openxmlformats.org/drawingml/2006/main">
            <a:srgbClr val="EDF2EE"/>
          </a:solidFill>
          <a:ln xmlns:a="http://schemas.openxmlformats.org/drawingml/2006/main" w="9525">
            <a:solidFill>
              <a:srgbClr val="E5E1D8"/>
            </a:solidFill>
            <a:prstDash val="solid"/>
          </a:ln>
        </p:spPr>
      </p:sp>
      <p:sp>
        <p:nvSpPr>
          <p:cNvPr id="34" name="">
            <a:extLst xmlns:a="http://schemas.openxmlformats.org/drawingml/2006/main">
              <a:ext uri="{FF2B5EF4-FFF2-40B4-BE49-F238E27FC236}">
                <a16:creationId xmlns:a16="http://schemas.microsoft.com/office/drawing/2014/main" id="{781FABA9-D5B3-4974-9C2F-F12C794F35F6}"/>
              </a:ext>
            </a:extLst>
          </p:cNvPr>
          <p:cNvSpPr>
            <a:spLocks xmlns:a="http://schemas.openxmlformats.org/drawingml/2006/main" noGrp="1"/>
          </p:cNvSpPr>
          <p:nvPr/>
        </p:nvSpPr>
        <p:spPr>
          <a:xfrm xmlns:a="http://schemas.openxmlformats.org/drawingml/2006/main">
            <a:off x="6172200" y="40576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Animated summary counters</a:t>
            </a:r>
          </a:p>
        </p:txBody>
      </p:sp>
      <p:sp>
        <p:nvSpPr>
          <p:cNvPr id="35" name="">
            <a:extLst xmlns:a="http://schemas.openxmlformats.org/drawingml/2006/main">
              <a:ext uri="{FF2B5EF4-FFF2-40B4-BE49-F238E27FC236}">
                <a16:creationId xmlns:a16="http://schemas.microsoft.com/office/drawing/2014/main" id="{6EB9D9EE-A9B3-4EAA-BA4E-A9A57E80B04E}"/>
              </a:ext>
            </a:extLst>
          </p:cNvPr>
          <p:cNvSpPr>
            <a:spLocks xmlns:a="http://schemas.openxmlformats.org/drawingml/2006/main" noGrp="1"/>
          </p:cNvSpPr>
          <p:nvPr/>
        </p:nvSpPr>
        <p:spPr>
          <a:xfrm xmlns:a="http://schemas.openxmlformats.org/drawingml/2006/main">
            <a:off x="8591550" y="3886200"/>
            <a:ext cx="2381250" cy="533400"/>
          </a:xfrm>
          <a:prstGeom xmlns:a="http://schemas.openxmlformats.org/drawingml/2006/main" prst="roundRect">
            <a:avLst>
              <a:gd name="adj" fmla="val 14286"/>
            </a:avLst>
          </a:prstGeom>
          <a:solidFill xmlns:a="http://schemas.openxmlformats.org/drawingml/2006/main">
            <a:srgbClr val="F3E9D5"/>
          </a:solidFill>
          <a:ln xmlns:a="http://schemas.openxmlformats.org/drawingml/2006/main" w="9525">
            <a:solidFill>
              <a:srgbClr val="E5E1D8"/>
            </a:solidFill>
            <a:prstDash val="solid"/>
          </a:ln>
        </p:spPr>
      </p:sp>
      <p:sp>
        <p:nvSpPr>
          <p:cNvPr id="36" name="">
            <a:extLst xmlns:a="http://schemas.openxmlformats.org/drawingml/2006/main">
              <a:ext uri="{FF2B5EF4-FFF2-40B4-BE49-F238E27FC236}">
                <a16:creationId xmlns:a16="http://schemas.microsoft.com/office/drawing/2014/main" id="{5CF3AB8D-3336-4129-A69E-F97EBF5688DB}"/>
              </a:ext>
            </a:extLst>
          </p:cNvPr>
          <p:cNvSpPr>
            <a:spLocks xmlns:a="http://schemas.openxmlformats.org/drawingml/2006/main" noGrp="1"/>
          </p:cNvSpPr>
          <p:nvPr/>
        </p:nvSpPr>
        <p:spPr>
          <a:xfrm xmlns:a="http://schemas.openxmlformats.org/drawingml/2006/main">
            <a:off x="8743950" y="40576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Continent map totals</a:t>
            </a:r>
          </a:p>
        </p:txBody>
      </p:sp>
      <p:sp>
        <p:nvSpPr>
          <p:cNvPr id="37" name="">
            <a:extLst xmlns:a="http://schemas.openxmlformats.org/drawingml/2006/main">
              <a:ext uri="{FF2B5EF4-FFF2-40B4-BE49-F238E27FC236}">
                <a16:creationId xmlns:a16="http://schemas.microsoft.com/office/drawing/2014/main" id="{CA230B21-E0A5-4C2E-8927-CB24179CF06A}"/>
              </a:ext>
            </a:extLst>
          </p:cNvPr>
          <p:cNvSpPr>
            <a:spLocks xmlns:a="http://schemas.openxmlformats.org/drawingml/2006/main" noGrp="1"/>
          </p:cNvSpPr>
          <p:nvPr/>
        </p:nvSpPr>
        <p:spPr>
          <a:xfrm xmlns:a="http://schemas.openxmlformats.org/drawingml/2006/main">
            <a:off x="6019800" y="4572000"/>
            <a:ext cx="2381250" cy="533400"/>
          </a:xfrm>
          <a:prstGeom xmlns:a="http://schemas.openxmlformats.org/drawingml/2006/main" prst="roundRect">
            <a:avLst>
              <a:gd name="adj" fmla="val 14286"/>
            </a:avLst>
          </a:prstGeom>
          <a:solidFill xmlns:a="http://schemas.openxmlformats.org/drawingml/2006/main">
            <a:srgbClr val="EDF2EE"/>
          </a:solidFill>
          <a:ln xmlns:a="http://schemas.openxmlformats.org/drawingml/2006/main" w="9525">
            <a:solidFill>
              <a:srgbClr val="E5E1D8"/>
            </a:solidFill>
            <a:prstDash val="solid"/>
          </a:ln>
        </p:spPr>
      </p:sp>
      <p:sp>
        <p:nvSpPr>
          <p:cNvPr id="38" name="">
            <a:extLst xmlns:a="http://schemas.openxmlformats.org/drawingml/2006/main">
              <a:ext uri="{FF2B5EF4-FFF2-40B4-BE49-F238E27FC236}">
                <a16:creationId xmlns:a16="http://schemas.microsoft.com/office/drawing/2014/main" id="{B40DE617-F428-4872-AED2-6454F4A5EACE}"/>
              </a:ext>
            </a:extLst>
          </p:cNvPr>
          <p:cNvSpPr>
            <a:spLocks xmlns:a="http://schemas.openxmlformats.org/drawingml/2006/main" noGrp="1"/>
          </p:cNvSpPr>
          <p:nvPr/>
        </p:nvSpPr>
        <p:spPr>
          <a:xfrm xmlns:a="http://schemas.openxmlformats.org/drawingml/2006/main">
            <a:off x="6172200" y="47434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Latest-groups table</a:t>
            </a:r>
          </a:p>
        </p:txBody>
      </p:sp>
      <p:sp>
        <p:nvSpPr>
          <p:cNvPr id="39" name="">
            <a:extLst xmlns:a="http://schemas.openxmlformats.org/drawingml/2006/main">
              <a:ext uri="{FF2B5EF4-FFF2-40B4-BE49-F238E27FC236}">
                <a16:creationId xmlns:a16="http://schemas.microsoft.com/office/drawing/2014/main" id="{571CE9E5-2495-4C3E-9CA7-1FA3F7C5600C}"/>
              </a:ext>
            </a:extLst>
          </p:cNvPr>
          <p:cNvSpPr>
            <a:spLocks xmlns:a="http://schemas.openxmlformats.org/drawingml/2006/main" noGrp="1"/>
          </p:cNvSpPr>
          <p:nvPr/>
        </p:nvSpPr>
        <p:spPr>
          <a:xfrm xmlns:a="http://schemas.openxmlformats.org/drawingml/2006/main">
            <a:off x="8591550" y="4572000"/>
            <a:ext cx="2381250" cy="533400"/>
          </a:xfrm>
          <a:prstGeom xmlns:a="http://schemas.openxmlformats.org/drawingml/2006/main" prst="roundRect">
            <a:avLst>
              <a:gd name="adj" fmla="val 14286"/>
            </a:avLst>
          </a:prstGeom>
          <a:solidFill xmlns:a="http://schemas.openxmlformats.org/drawingml/2006/main">
            <a:srgbClr val="EDF2EE"/>
          </a:solidFill>
          <a:ln xmlns:a="http://schemas.openxmlformats.org/drawingml/2006/main" w="9525">
            <a:solidFill>
              <a:srgbClr val="E5E1D8"/>
            </a:solidFill>
            <a:prstDash val="solid"/>
          </a:ln>
        </p:spPr>
      </p:sp>
      <p:sp>
        <p:nvSpPr>
          <p:cNvPr id="40" name="">
            <a:extLst xmlns:a="http://schemas.openxmlformats.org/drawingml/2006/main">
              <a:ext uri="{FF2B5EF4-FFF2-40B4-BE49-F238E27FC236}">
                <a16:creationId xmlns:a16="http://schemas.microsoft.com/office/drawing/2014/main" id="{E463FC3F-D58F-4339-A561-AEA22004B86E}"/>
              </a:ext>
            </a:extLst>
          </p:cNvPr>
          <p:cNvSpPr>
            <a:spLocks xmlns:a="http://schemas.openxmlformats.org/drawingml/2006/main" noGrp="1"/>
          </p:cNvSpPr>
          <p:nvPr/>
        </p:nvSpPr>
        <p:spPr>
          <a:xfrm xmlns:a="http://schemas.openxmlformats.org/drawingml/2006/main">
            <a:off x="8743950" y="47434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Charts + comparison selectors</a:t>
            </a:r>
          </a:p>
        </p:txBody>
      </p:sp>
      <p:sp>
        <p:nvSpPr>
          <p:cNvPr id="41" name="">
            <a:extLst xmlns:a="http://schemas.openxmlformats.org/drawingml/2006/main">
              <a:ext uri="{FF2B5EF4-FFF2-40B4-BE49-F238E27FC236}">
                <a16:creationId xmlns:a16="http://schemas.microsoft.com/office/drawing/2014/main" id="{06BEBA92-D7D2-4224-BFF4-694BA4E3ED6F}"/>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967718701"/>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7" name="top-accent">
            <a:extLst xmlns:a="http://schemas.openxmlformats.org/drawingml/2006/main">
              <a:ext uri="{FF2B5EF4-FFF2-40B4-BE49-F238E27FC236}">
                <a16:creationId xmlns:a16="http://schemas.microsoft.com/office/drawing/2014/main" id="{E99F1AAF-56EA-48FB-B8FD-F6A61EE8D20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677A2A8A-0D24-4F54-9BC8-C7A3CC4D6D6F}"/>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3 · JAVASCRIPT</a:t>
            </a:r>
          </a:p>
        </p:txBody>
      </p:sp>
      <p:sp>
        <p:nvSpPr>
          <p:cNvPr id="3" name="slide-number">
            <a:extLst xmlns:a="http://schemas.openxmlformats.org/drawingml/2006/main">
              <a:ext uri="{FF2B5EF4-FFF2-40B4-BE49-F238E27FC236}">
                <a16:creationId xmlns:a16="http://schemas.microsoft.com/office/drawing/2014/main" id="{AC5152A7-FFAA-4755-93E8-6A22A332927A}"/>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20</a:t>
            </a:r>
          </a:p>
        </p:txBody>
      </p:sp>
      <p:sp>
        <p:nvSpPr>
          <p:cNvPr id="4" name="slide-title">
            <a:extLst xmlns:a="http://schemas.openxmlformats.org/drawingml/2006/main">
              <a:ext uri="{FF2B5EF4-FFF2-40B4-BE49-F238E27FC236}">
                <a16:creationId xmlns:a16="http://schemas.microsoft.com/office/drawing/2014/main" id="{FEAA5514-C6B4-4784-AEDE-7C4252C8419C}"/>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Turn user input into a live exploration workflow</a:t>
            </a:r>
          </a:p>
        </p:txBody>
      </p:sp>
      <p:sp>
        <p:nvSpPr>
          <p:cNvPr id="5" name="slide-subtitle">
            <a:extLst xmlns:a="http://schemas.openxmlformats.org/drawingml/2006/main">
              <a:ext uri="{FF2B5EF4-FFF2-40B4-BE49-F238E27FC236}">
                <a16:creationId xmlns:a16="http://schemas.microsoft.com/office/drawing/2014/main" id="{8BBC6AAB-2069-44A6-A175-5B000AE91FA9}"/>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Search, geographic filters, leadership, recognition, sorting, pagination, and URL state work together.</a:t>
            </a:r>
          </a:p>
        </p:txBody>
      </p:sp>
      <p:sp>
        <p:nvSpPr>
          <p:cNvPr id="6" name="dev-code-panel">
            <a:extLst xmlns:a="http://schemas.openxmlformats.org/drawingml/2006/main">
              <a:ext uri="{FF2B5EF4-FFF2-40B4-BE49-F238E27FC236}">
                <a16:creationId xmlns:a16="http://schemas.microsoft.com/office/drawing/2014/main" id="{B93FB893-2EE8-4717-8447-554954890435}"/>
              </a:ext>
            </a:extLst>
          </p:cNvPr>
          <p:cNvSpPr>
            <a:spLocks xmlns:a="http://schemas.openxmlformats.org/drawingml/2006/main" noGrp="1"/>
          </p:cNvSpPr>
          <p:nvPr/>
        </p:nvSpPr>
        <p:spPr>
          <a:xfrm xmlns:a="http://schemas.openxmlformats.org/drawingml/2006/main">
            <a:off x="609600" y="1809750"/>
            <a:ext cx="47625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5AD32B43-4161-44AA-983D-D0B0B1FFEA29}"/>
              </a:ext>
            </a:extLst>
          </p:cNvPr>
          <p:cNvSpPr>
            <a:spLocks xmlns:a="http://schemas.openxmlformats.org/drawingml/2006/main" noGrp="1"/>
          </p:cNvSpPr>
          <p:nvPr/>
        </p:nvSpPr>
        <p:spPr>
          <a:xfrm xmlns:a="http://schemas.openxmlformats.org/drawingml/2006/main">
            <a:off x="609600" y="1809750"/>
            <a:ext cx="4762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5502B6-8422-47BA-B52D-A6AEBB05EB81}"/>
              </a:ext>
            </a:extLst>
          </p:cNvPr>
          <p:cNvSpPr>
            <a:spLocks xmlns:a="http://schemas.openxmlformats.org/drawingml/2006/main" noGrp="1"/>
          </p:cNvSpPr>
          <p:nvPr/>
        </p:nvSpPr>
        <p:spPr>
          <a:xfrm xmlns:a="http://schemas.openxmlformats.org/drawingml/2006/main">
            <a:off x="781050" y="1905000"/>
            <a:ext cx="441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js/script.js · explorer controls</a:t>
            </a:r>
          </a:p>
        </p:txBody>
      </p:sp>
      <p:sp>
        <p:nvSpPr>
          <p:cNvPr id="9" name="">
            <a:extLst xmlns:a="http://schemas.openxmlformats.org/drawingml/2006/main">
              <a:ext uri="{FF2B5EF4-FFF2-40B4-BE49-F238E27FC236}">
                <a16:creationId xmlns:a16="http://schemas.microsoft.com/office/drawing/2014/main" id="{E33D2CDA-2992-4F3C-9620-3F29027C1888}"/>
              </a:ext>
            </a:extLst>
          </p:cNvPr>
          <p:cNvSpPr>
            <a:spLocks xmlns:a="http://schemas.openxmlformats.org/drawingml/2006/main" noGrp="1"/>
          </p:cNvSpPr>
          <p:nvPr/>
        </p:nvSpPr>
        <p:spPr>
          <a:xfrm xmlns:a="http://schemas.openxmlformats.org/drawingml/2006/main">
            <a:off x="781050" y="22574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populateFilter('countryFilter', uniqueValues('Country'));</a:t>
            </a:r>
          </a:p>
        </p:txBody>
      </p:sp>
      <p:sp>
        <p:nvSpPr>
          <p:cNvPr id="10" name="">
            <a:extLst xmlns:a="http://schemas.openxmlformats.org/drawingml/2006/main">
              <a:ext uri="{FF2B5EF4-FFF2-40B4-BE49-F238E27FC236}">
                <a16:creationId xmlns:a16="http://schemas.microsoft.com/office/drawing/2014/main" id="{68C6B6A8-E00F-4C29-9D3E-E99F21D99922}"/>
              </a:ext>
            </a:extLst>
          </p:cNvPr>
          <p:cNvSpPr>
            <a:spLocks xmlns:a="http://schemas.openxmlformats.org/drawingml/2006/main" noGrp="1"/>
          </p:cNvSpPr>
          <p:nvPr/>
        </p:nvSpPr>
        <p:spPr>
          <a:xfrm xmlns:a="http://schemas.openxmlformats.org/drawingml/2006/main">
            <a:off x="781050" y="25146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02  populateFilter('continentFilter', uniqueValues('Continent'));</a:t>
            </a:r>
          </a:p>
        </p:txBody>
      </p:sp>
      <p:sp>
        <p:nvSpPr>
          <p:cNvPr id="11" name="">
            <a:extLst xmlns:a="http://schemas.openxmlformats.org/drawingml/2006/main">
              <a:ext uri="{FF2B5EF4-FFF2-40B4-BE49-F238E27FC236}">
                <a16:creationId xmlns:a16="http://schemas.microsoft.com/office/drawing/2014/main" id="{B9406C66-6115-489A-BE50-B5461EE85A9D}"/>
              </a:ext>
            </a:extLst>
          </p:cNvPr>
          <p:cNvSpPr>
            <a:spLocks xmlns:a="http://schemas.openxmlformats.org/drawingml/2006/main" noGrp="1"/>
          </p:cNvSpPr>
          <p:nvPr/>
        </p:nvSpPr>
        <p:spPr>
          <a:xfrm xmlns:a="http://schemas.openxmlformats.org/drawingml/2006/main">
            <a:off x="781050" y="27717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03  applyExplorerQueryParameters();</a:t>
            </a:r>
          </a:p>
        </p:txBody>
      </p:sp>
      <p:sp>
        <p:nvSpPr>
          <p:cNvPr id="12" name="">
            <a:extLst xmlns:a="http://schemas.openxmlformats.org/drawingml/2006/main">
              <a:ext uri="{FF2B5EF4-FFF2-40B4-BE49-F238E27FC236}">
                <a16:creationId xmlns:a16="http://schemas.microsoft.com/office/drawing/2014/main" id="{ACF248C8-541C-4971-819E-AD785A544FAC}"/>
              </a:ext>
            </a:extLst>
          </p:cNvPr>
          <p:cNvSpPr>
            <a:spLocks xmlns:a="http://schemas.openxmlformats.org/drawingml/2006/main" noGrp="1"/>
          </p:cNvSpPr>
          <p:nvPr/>
        </p:nvSpPr>
        <p:spPr>
          <a:xfrm xmlns:a="http://schemas.openxmlformats.org/drawingml/2006/main">
            <a:off x="781050" y="30289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04  </a:t>
            </a:r>
          </a:p>
        </p:txBody>
      </p:sp>
      <p:sp>
        <p:nvSpPr>
          <p:cNvPr id="13" name="">
            <a:extLst xmlns:a="http://schemas.openxmlformats.org/drawingml/2006/main">
              <a:ext uri="{FF2B5EF4-FFF2-40B4-BE49-F238E27FC236}">
                <a16:creationId xmlns:a16="http://schemas.microsoft.com/office/drawing/2014/main" id="{0EE03C08-658C-4706-B803-C12D820BA6BF}"/>
              </a:ext>
            </a:extLst>
          </p:cNvPr>
          <p:cNvSpPr>
            <a:spLocks xmlns:a="http://schemas.openxmlformats.org/drawingml/2006/main" noGrp="1"/>
          </p:cNvSpPr>
          <p:nvPr/>
        </p:nvSpPr>
        <p:spPr>
          <a:xfrm xmlns:a="http://schemas.openxmlformats.org/drawingml/2006/main">
            <a:off x="781050" y="32861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05  controls.forEach(control =&gt; {</a:t>
            </a:r>
          </a:p>
        </p:txBody>
      </p:sp>
      <p:sp>
        <p:nvSpPr>
          <p:cNvPr id="14" name="">
            <a:extLst xmlns:a="http://schemas.openxmlformats.org/drawingml/2006/main">
              <a:ext uri="{FF2B5EF4-FFF2-40B4-BE49-F238E27FC236}">
                <a16:creationId xmlns:a16="http://schemas.microsoft.com/office/drawing/2014/main" id="{5C9103D9-49A9-4E9E-B78B-90C19F4069D1}"/>
              </a:ext>
            </a:extLst>
          </p:cNvPr>
          <p:cNvSpPr>
            <a:spLocks xmlns:a="http://schemas.openxmlformats.org/drawingml/2006/main" noGrp="1"/>
          </p:cNvSpPr>
          <p:nvPr/>
        </p:nvSpPr>
        <p:spPr>
          <a:xfrm xmlns:a="http://schemas.openxmlformats.org/drawingml/2006/main">
            <a:off x="781050" y="35433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06    control.addEventListener('change', () =&gt; {</a:t>
            </a:r>
          </a:p>
        </p:txBody>
      </p:sp>
      <p:sp>
        <p:nvSpPr>
          <p:cNvPr id="15" name="">
            <a:extLst xmlns:a="http://schemas.openxmlformats.org/drawingml/2006/main">
              <a:ext uri="{FF2B5EF4-FFF2-40B4-BE49-F238E27FC236}">
                <a16:creationId xmlns:a16="http://schemas.microsoft.com/office/drawing/2014/main" id="{74C86325-88ED-4F6C-80C0-32FEB24D332F}"/>
              </a:ext>
            </a:extLst>
          </p:cNvPr>
          <p:cNvSpPr>
            <a:spLocks xmlns:a="http://schemas.openxmlformats.org/drawingml/2006/main" noGrp="1"/>
          </p:cNvSpPr>
          <p:nvPr/>
        </p:nvSpPr>
        <p:spPr>
          <a:xfrm xmlns:a="http://schemas.openxmlformats.org/drawingml/2006/main">
            <a:off x="781050" y="38004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state.page = 1;</a:t>
            </a:r>
          </a:p>
        </p:txBody>
      </p:sp>
      <p:sp>
        <p:nvSpPr>
          <p:cNvPr id="16" name="">
            <a:extLst xmlns:a="http://schemas.openxmlformats.org/drawingml/2006/main">
              <a:ext uri="{FF2B5EF4-FFF2-40B4-BE49-F238E27FC236}">
                <a16:creationId xmlns:a16="http://schemas.microsoft.com/office/drawing/2014/main" id="{552A37DC-6BDB-4FAF-A08B-CC420FB009A1}"/>
              </a:ext>
            </a:extLst>
          </p:cNvPr>
          <p:cNvSpPr>
            <a:spLocks xmlns:a="http://schemas.openxmlformats.org/drawingml/2006/main" noGrp="1"/>
          </p:cNvSpPr>
          <p:nvPr/>
        </p:nvSpPr>
        <p:spPr>
          <a:xfrm xmlns:a="http://schemas.openxmlformats.org/drawingml/2006/main">
            <a:off x="781050" y="40576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08      applyExplorerFilters();</a:t>
            </a:r>
          </a:p>
        </p:txBody>
      </p:sp>
      <p:sp>
        <p:nvSpPr>
          <p:cNvPr id="17" name="">
            <a:extLst xmlns:a="http://schemas.openxmlformats.org/drawingml/2006/main">
              <a:ext uri="{FF2B5EF4-FFF2-40B4-BE49-F238E27FC236}">
                <a16:creationId xmlns:a16="http://schemas.microsoft.com/office/drawing/2014/main" id="{FE340001-7388-4AF1-AA29-9DC86F7CE291}"/>
              </a:ext>
            </a:extLst>
          </p:cNvPr>
          <p:cNvSpPr>
            <a:spLocks xmlns:a="http://schemas.openxmlformats.org/drawingml/2006/main" noGrp="1"/>
          </p:cNvSpPr>
          <p:nvPr/>
        </p:nvSpPr>
        <p:spPr>
          <a:xfrm xmlns:a="http://schemas.openxmlformats.org/drawingml/2006/main">
            <a:off x="781050" y="43148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updateExplorerQueryString();</a:t>
            </a:r>
          </a:p>
        </p:txBody>
      </p:sp>
      <p:sp>
        <p:nvSpPr>
          <p:cNvPr id="18" name="">
            <a:extLst xmlns:a="http://schemas.openxmlformats.org/drawingml/2006/main">
              <a:ext uri="{FF2B5EF4-FFF2-40B4-BE49-F238E27FC236}">
                <a16:creationId xmlns:a16="http://schemas.microsoft.com/office/drawing/2014/main" id="{1B1D46FC-0A61-499D-ADD6-906BD74FE538}"/>
              </a:ext>
            </a:extLst>
          </p:cNvPr>
          <p:cNvSpPr>
            <a:spLocks xmlns:a="http://schemas.openxmlformats.org/drawingml/2006/main" noGrp="1"/>
          </p:cNvSpPr>
          <p:nvPr/>
        </p:nvSpPr>
        <p:spPr>
          <a:xfrm xmlns:a="http://schemas.openxmlformats.org/drawingml/2006/main">
            <a:off x="781050" y="45720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a:t>
            </a:r>
          </a:p>
        </p:txBody>
      </p:sp>
      <p:sp>
        <p:nvSpPr>
          <p:cNvPr id="19" name="">
            <a:extLst xmlns:a="http://schemas.openxmlformats.org/drawingml/2006/main">
              <a:ext uri="{FF2B5EF4-FFF2-40B4-BE49-F238E27FC236}">
                <a16:creationId xmlns:a16="http://schemas.microsoft.com/office/drawing/2014/main" id="{A96D3B4C-EF53-4C00-BA74-1741E1802BC5}"/>
              </a:ext>
            </a:extLst>
          </p:cNvPr>
          <p:cNvSpPr>
            <a:spLocks xmlns:a="http://schemas.openxmlformats.org/drawingml/2006/main" noGrp="1"/>
          </p:cNvSpPr>
          <p:nvPr/>
        </p:nvSpPr>
        <p:spPr>
          <a:xfrm xmlns:a="http://schemas.openxmlformats.org/drawingml/2006/main">
            <a:off x="781050" y="48291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11  });</a:t>
            </a:r>
          </a:p>
        </p:txBody>
      </p:sp>
      <p:sp>
        <p:nvSpPr>
          <p:cNvPr id="20" name="dev-browser-frame">
            <a:extLst xmlns:a="http://schemas.openxmlformats.org/drawingml/2006/main">
              <a:ext uri="{FF2B5EF4-FFF2-40B4-BE49-F238E27FC236}">
                <a16:creationId xmlns:a16="http://schemas.microsoft.com/office/drawing/2014/main" id="{16397E9F-905E-4DD3-B1F8-16EC2FA458C5}"/>
              </a:ext>
            </a:extLst>
          </p:cNvPr>
          <p:cNvSpPr>
            <a:spLocks xmlns:a="http://schemas.openxmlformats.org/drawingml/2006/main" noGrp="1"/>
          </p:cNvSpPr>
          <p:nvPr/>
        </p:nvSpPr>
        <p:spPr>
          <a:xfrm xmlns:a="http://schemas.openxmlformats.org/drawingml/2006/main">
            <a:off x="5715000" y="1809750"/>
            <a:ext cx="5867400" cy="4000500"/>
          </a:xfrm>
          <a:prstGeom xmlns:a="http://schemas.openxmlformats.org/drawingml/2006/main" prst="roundRect">
            <a:avLst>
              <a:gd name="adj" fmla="val 1905"/>
            </a:avLst>
          </a:prstGeom>
          <a:solidFill xmlns:a="http://schemas.openxmlformats.org/drawingml/2006/main">
            <a:srgbClr val="071B12"/>
          </a:solidFill>
          <a:ln xmlns:a="http://schemas.openxmlformats.org/drawingml/2006/main" w="9525">
            <a:solidFill>
              <a:srgbClr val="315440"/>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efadb4cd62854854"/>
          <a:srcRect xmlns:a="http://schemas.openxmlformats.org/drawingml/2006/main" l="3105" t="0" r="3105" b="0"/>
          <a:stretch xmlns:a="http://schemas.openxmlformats.org/drawingml/2006/main">
            <a:fillRect l="0" t="0" r="0" b="0"/>
          </a:stretch>
        </p:blipFill>
        <p:spPr>
          <a:xfrm xmlns:a="http://schemas.openxmlformats.org/drawingml/2006/main">
            <a:off x="5848350" y="1943100"/>
            <a:ext cx="5600700" cy="3733800"/>
          </a:xfrm>
          <a:prstGeom xmlns:a="http://schemas.openxmlformats.org/drawingml/2006/main" prst="roundRect">
            <a:avLst/>
          </a:prstGeom>
        </p:spPr>
      </p:pic>
      <p:sp>
        <p:nvSpPr>
          <p:cNvPr id="22" name="">
            <a:extLst xmlns:a="http://schemas.openxmlformats.org/drawingml/2006/main">
              <a:ext uri="{FF2B5EF4-FFF2-40B4-BE49-F238E27FC236}">
                <a16:creationId xmlns:a16="http://schemas.microsoft.com/office/drawing/2014/main" id="{928E2293-8C99-4DBC-83A9-BCFC56084AB9}"/>
              </a:ext>
            </a:extLst>
          </p:cNvPr>
          <p:cNvSpPr>
            <a:spLocks xmlns:a="http://schemas.openxmlformats.org/drawingml/2006/main" noGrp="1"/>
          </p:cNvSpPr>
          <p:nvPr/>
        </p:nvSpPr>
        <p:spPr>
          <a:xfrm xmlns:a="http://schemas.openxmlformats.org/drawingml/2006/main">
            <a:off x="6115050" y="5257800"/>
            <a:ext cx="179070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9512CB3-40E1-4D30-B7FA-2044034267C3}"/>
              </a:ext>
            </a:extLst>
          </p:cNvPr>
          <p:cNvSpPr>
            <a:spLocks xmlns:a="http://schemas.openxmlformats.org/drawingml/2006/main" noGrp="1"/>
          </p:cNvSpPr>
          <p:nvPr/>
        </p:nvSpPr>
        <p:spPr>
          <a:xfrm xmlns:a="http://schemas.openxmlformats.org/drawingml/2006/main">
            <a:off x="6210300" y="5314950"/>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URL: ?continent=Africa</a:t>
            </a:r>
          </a:p>
        </p:txBody>
      </p:sp>
      <p:sp>
        <p:nvSpPr>
          <p:cNvPr id="24" name="">
            <a:extLst xmlns:a="http://schemas.openxmlformats.org/drawingml/2006/main">
              <a:ext uri="{FF2B5EF4-FFF2-40B4-BE49-F238E27FC236}">
                <a16:creationId xmlns:a16="http://schemas.microsoft.com/office/drawing/2014/main" id="{D64D1BE7-B763-492F-A37E-009A4519B0DB}"/>
              </a:ext>
            </a:extLst>
          </p:cNvPr>
          <p:cNvSpPr>
            <a:spLocks xmlns:a="http://schemas.openxmlformats.org/drawingml/2006/main" noGrp="1"/>
          </p:cNvSpPr>
          <p:nvPr/>
        </p:nvSpPr>
        <p:spPr>
          <a:xfrm xmlns:a="http://schemas.openxmlformats.org/drawingml/2006/main">
            <a:off x="8020050" y="5257800"/>
            <a:ext cx="161925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81A46C0-98EE-4C2B-975C-656EB6E1E41A}"/>
              </a:ext>
            </a:extLst>
          </p:cNvPr>
          <p:cNvSpPr>
            <a:spLocks xmlns:a="http://schemas.openxmlformats.org/drawingml/2006/main" noGrp="1"/>
          </p:cNvSpPr>
          <p:nvPr/>
        </p:nvSpPr>
        <p:spPr>
          <a:xfrm xmlns:a="http://schemas.openxmlformats.org/drawingml/2006/main">
            <a:off x="8115300" y="5314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726 matching records</a:t>
            </a:r>
          </a:p>
        </p:txBody>
      </p:sp>
      <p:sp>
        <p:nvSpPr>
          <p:cNvPr id="26" name="">
            <a:extLst xmlns:a="http://schemas.openxmlformats.org/drawingml/2006/main">
              <a:ext uri="{FF2B5EF4-FFF2-40B4-BE49-F238E27FC236}">
                <a16:creationId xmlns:a16="http://schemas.microsoft.com/office/drawing/2014/main" id="{4F3012D7-05A1-4953-9271-A08DECC67B5D}"/>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664569403"/>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3" name="top-accent">
            <a:extLst xmlns:a="http://schemas.openxmlformats.org/drawingml/2006/main">
              <a:ext uri="{FF2B5EF4-FFF2-40B4-BE49-F238E27FC236}">
                <a16:creationId xmlns:a16="http://schemas.microsoft.com/office/drawing/2014/main" id="{2840A8E3-F3D1-4DFB-9C95-C8F3CD7AEDA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07613FD4-CE2A-45E5-8ADE-339D95F94221}"/>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INTEGRATION</a:t>
            </a:r>
          </a:p>
        </p:txBody>
      </p:sp>
      <p:sp>
        <p:nvSpPr>
          <p:cNvPr id="3" name="slide-number">
            <a:extLst xmlns:a="http://schemas.openxmlformats.org/drawingml/2006/main">
              <a:ext uri="{FF2B5EF4-FFF2-40B4-BE49-F238E27FC236}">
                <a16:creationId xmlns:a16="http://schemas.microsoft.com/office/drawing/2014/main" id="{D8146AAD-A008-40F1-93C7-7441E9E91D57}"/>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21</a:t>
            </a:r>
          </a:p>
        </p:txBody>
      </p:sp>
      <p:sp>
        <p:nvSpPr>
          <p:cNvPr id="4" name="slide-title">
            <a:extLst xmlns:a="http://schemas.openxmlformats.org/drawingml/2006/main">
              <a:ext uri="{FF2B5EF4-FFF2-40B4-BE49-F238E27FC236}">
                <a16:creationId xmlns:a16="http://schemas.microsoft.com/office/drawing/2014/main" id="{43AE3C82-FB6D-45D9-8ABF-7EE8C08A504E}"/>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Three frontend layers converge into one user experience</a:t>
            </a:r>
          </a:p>
        </p:txBody>
      </p:sp>
      <p:sp>
        <p:nvSpPr>
          <p:cNvPr id="5" name="slide-subtitle">
            <a:extLst xmlns:a="http://schemas.openxmlformats.org/drawingml/2006/main">
              <a:ext uri="{FF2B5EF4-FFF2-40B4-BE49-F238E27FC236}">
                <a16:creationId xmlns:a16="http://schemas.microsoft.com/office/drawing/2014/main" id="{E7742236-2A7F-4809-B363-92C0754B738B}"/>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Structure defines meaning, presentation creates clarity, and behaviour connects the live dataset.</a:t>
            </a:r>
          </a:p>
        </p:txBody>
      </p:sp>
      <p:sp>
        <p:nvSpPr>
          <p:cNvPr id="6" name="converge-HTML">
            <a:extLst xmlns:a="http://schemas.openxmlformats.org/drawingml/2006/main">
              <a:ext uri="{FF2B5EF4-FFF2-40B4-BE49-F238E27FC236}">
                <a16:creationId xmlns:a16="http://schemas.microsoft.com/office/drawing/2014/main" id="{D8DAEA7F-8333-44A1-8BDB-5B9479BD1070}"/>
              </a:ext>
            </a:extLst>
          </p:cNvPr>
          <p:cNvSpPr>
            <a:spLocks xmlns:a="http://schemas.openxmlformats.org/drawingml/2006/main" noGrp="1"/>
          </p:cNvSpPr>
          <p:nvPr/>
        </p:nvSpPr>
        <p:spPr>
          <a:xfrm xmlns:a="http://schemas.openxmlformats.org/drawingml/2006/main">
            <a:off x="609600" y="2047875"/>
            <a:ext cx="1790700" cy="1619250"/>
          </a:xfrm>
          <a:prstGeom xmlns:a="http://schemas.openxmlformats.org/drawingml/2006/main" prst="roundRect">
            <a:avLst>
              <a:gd name="adj" fmla="val 4706"/>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8A39808C-0B0B-4BF1-B192-E319D44471E4}"/>
              </a:ext>
            </a:extLst>
          </p:cNvPr>
          <p:cNvSpPr>
            <a:spLocks xmlns:a="http://schemas.openxmlformats.org/drawingml/2006/main" noGrp="1"/>
          </p:cNvSpPr>
          <p:nvPr/>
        </p:nvSpPr>
        <p:spPr>
          <a:xfrm xmlns:a="http://schemas.openxmlformats.org/drawingml/2006/main">
            <a:off x="819150" y="2305050"/>
            <a:ext cx="137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i="0">
                <a:solidFill>
                  <a:srgbClr val="6EC6D9"/>
                </a:solidFill>
              </a:defRPr>
            </a:pPr>
            <a:r>
              <a:rPr sz="1950" b="1" i="0">
                <a:solidFill>
                  <a:srgbClr val="6EC6D9"/>
                </a:solidFill>
              </a:rPr>
              <a:t>HTML</a:t>
            </a:r>
          </a:p>
        </p:txBody>
      </p:sp>
      <p:sp>
        <p:nvSpPr>
          <p:cNvPr id="8" name="">
            <a:extLst xmlns:a="http://schemas.openxmlformats.org/drawingml/2006/main">
              <a:ext uri="{FF2B5EF4-FFF2-40B4-BE49-F238E27FC236}">
                <a16:creationId xmlns:a16="http://schemas.microsoft.com/office/drawing/2014/main" id="{B5D0A8C9-60C6-4897-A4C2-C0614B448FC5}"/>
              </a:ext>
            </a:extLst>
          </p:cNvPr>
          <p:cNvSpPr>
            <a:spLocks xmlns:a="http://schemas.openxmlformats.org/drawingml/2006/main" noGrp="1"/>
          </p:cNvSpPr>
          <p:nvPr/>
        </p:nvSpPr>
        <p:spPr>
          <a:xfrm xmlns:a="http://schemas.openxmlformats.org/drawingml/2006/main">
            <a:off x="800100" y="2914650"/>
            <a:ext cx="1409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semantic structure</a:t>
            </a:r>
          </a:p>
          <a:p xmlns:a="http://schemas.openxmlformats.org/drawingml/2006/main">
            <a:pPr>
              <a:defRPr sz="1125" b="0" i="0">
                <a:solidFill>
                  <a:srgbClr val="DCE7DF"/>
                </a:solidFill>
              </a:defRPr>
            </a:pPr>
            <a:r>
              <a:rPr sz="1125" b="0" i="0">
                <a:solidFill>
                  <a:srgbClr val="DCE7DF"/>
                </a:solidFill>
              </a:rPr>
              <a:t>accessible controls</a:t>
            </a:r>
          </a:p>
        </p:txBody>
      </p:sp>
      <p:sp>
        <p:nvSpPr>
          <p:cNvPr id="9" name="">
            <a:extLst xmlns:a="http://schemas.openxmlformats.org/drawingml/2006/main">
              <a:ext uri="{FF2B5EF4-FFF2-40B4-BE49-F238E27FC236}">
                <a16:creationId xmlns:a16="http://schemas.microsoft.com/office/drawing/2014/main" id="{9A0AF577-7E32-439B-81FA-909DDEA8C952}"/>
              </a:ext>
            </a:extLst>
          </p:cNvPr>
          <p:cNvSpPr>
            <a:spLocks xmlns:a="http://schemas.openxmlformats.org/drawingml/2006/main" noGrp="1"/>
          </p:cNvSpPr>
          <p:nvPr/>
        </p:nvSpPr>
        <p:spPr>
          <a:xfrm xmlns:a="http://schemas.openxmlformats.org/drawingml/2006/main">
            <a:off x="2400300" y="2638425"/>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i="0">
                <a:solidFill>
                  <a:srgbClr val="C8A96A"/>
                </a:solidFill>
              </a:defRPr>
            </a:pPr>
            <a:r>
              <a:rPr sz="2100" b="1" i="0">
                <a:solidFill>
                  <a:srgbClr val="C8A96A"/>
                </a:solidFill>
              </a:rPr>
              <a:t>+</a:t>
            </a:r>
          </a:p>
        </p:txBody>
      </p:sp>
      <p:sp>
        <p:nvSpPr>
          <p:cNvPr id="10" name="converge-CSS">
            <a:extLst xmlns:a="http://schemas.openxmlformats.org/drawingml/2006/main">
              <a:ext uri="{FF2B5EF4-FFF2-40B4-BE49-F238E27FC236}">
                <a16:creationId xmlns:a16="http://schemas.microsoft.com/office/drawing/2014/main" id="{3CAC22A8-BA5B-467D-A5E5-254762B17B99}"/>
              </a:ext>
            </a:extLst>
          </p:cNvPr>
          <p:cNvSpPr>
            <a:spLocks xmlns:a="http://schemas.openxmlformats.org/drawingml/2006/main" noGrp="1"/>
          </p:cNvSpPr>
          <p:nvPr/>
        </p:nvSpPr>
        <p:spPr>
          <a:xfrm xmlns:a="http://schemas.openxmlformats.org/drawingml/2006/main">
            <a:off x="2647950" y="2047875"/>
            <a:ext cx="1790700" cy="1619250"/>
          </a:xfrm>
          <a:prstGeom xmlns:a="http://schemas.openxmlformats.org/drawingml/2006/main" prst="roundRect">
            <a:avLst>
              <a:gd name="adj" fmla="val 4706"/>
            </a:avLst>
          </a:prstGeom>
          <a:solidFill xmlns:a="http://schemas.openxmlformats.org/drawingml/2006/main">
            <a:srgbClr val="0A1711"/>
          </a:solidFill>
          <a:ln xmlns:a="http://schemas.openxmlformats.org/drawingml/2006/main" w="9525">
            <a:solidFill>
              <a:srgbClr val="1E3B2D"/>
            </a:solidFill>
            <a:prstDash val="solid"/>
          </a:ln>
        </p:spPr>
      </p:sp>
      <p:sp>
        <p:nvSpPr>
          <p:cNvPr id="11" name="">
            <a:extLst xmlns:a="http://schemas.openxmlformats.org/drawingml/2006/main">
              <a:ext uri="{FF2B5EF4-FFF2-40B4-BE49-F238E27FC236}">
                <a16:creationId xmlns:a16="http://schemas.microsoft.com/office/drawing/2014/main" id="{A4C88D05-AA41-4367-A426-42B62B0EDF7D}"/>
              </a:ext>
            </a:extLst>
          </p:cNvPr>
          <p:cNvSpPr>
            <a:spLocks xmlns:a="http://schemas.openxmlformats.org/drawingml/2006/main" noGrp="1"/>
          </p:cNvSpPr>
          <p:nvPr/>
        </p:nvSpPr>
        <p:spPr>
          <a:xfrm xmlns:a="http://schemas.openxmlformats.org/drawingml/2006/main">
            <a:off x="2857500" y="2305050"/>
            <a:ext cx="137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i="0">
                <a:solidFill>
                  <a:srgbClr val="C8A96A"/>
                </a:solidFill>
              </a:defRPr>
            </a:pPr>
            <a:r>
              <a:rPr sz="1950" b="1" i="0">
                <a:solidFill>
                  <a:srgbClr val="C8A96A"/>
                </a:solidFill>
              </a:rPr>
              <a:t>CSS</a:t>
            </a:r>
          </a:p>
        </p:txBody>
      </p:sp>
      <p:sp>
        <p:nvSpPr>
          <p:cNvPr id="12" name="">
            <a:extLst xmlns:a="http://schemas.openxmlformats.org/drawingml/2006/main">
              <a:ext uri="{FF2B5EF4-FFF2-40B4-BE49-F238E27FC236}">
                <a16:creationId xmlns:a16="http://schemas.microsoft.com/office/drawing/2014/main" id="{23DB2567-6A49-40AC-A8CF-B958EEFE85FC}"/>
              </a:ext>
            </a:extLst>
          </p:cNvPr>
          <p:cNvSpPr>
            <a:spLocks xmlns:a="http://schemas.openxmlformats.org/drawingml/2006/main" noGrp="1"/>
          </p:cNvSpPr>
          <p:nvPr/>
        </p:nvSpPr>
        <p:spPr>
          <a:xfrm xmlns:a="http://schemas.openxmlformats.org/drawingml/2006/main">
            <a:off x="2838450" y="2914650"/>
            <a:ext cx="1409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visual hierarchy</a:t>
            </a:r>
          </a:p>
          <a:p xmlns:a="http://schemas.openxmlformats.org/drawingml/2006/main">
            <a:pPr>
              <a:defRPr sz="1125" b="0" i="0">
                <a:solidFill>
                  <a:srgbClr val="DCE7DF"/>
                </a:solidFill>
              </a:defRPr>
            </a:pPr>
            <a:r>
              <a:rPr sz="1125" b="0" i="0">
                <a:solidFill>
                  <a:srgbClr val="DCE7DF"/>
                </a:solidFill>
              </a:rPr>
              <a:t>responsive system</a:t>
            </a:r>
          </a:p>
        </p:txBody>
      </p:sp>
      <p:sp>
        <p:nvSpPr>
          <p:cNvPr id="13" name="">
            <a:extLst xmlns:a="http://schemas.openxmlformats.org/drawingml/2006/main">
              <a:ext uri="{FF2B5EF4-FFF2-40B4-BE49-F238E27FC236}">
                <a16:creationId xmlns:a16="http://schemas.microsoft.com/office/drawing/2014/main" id="{CD433A96-1A4A-4D9D-BC21-4C58C5C41E8C}"/>
              </a:ext>
            </a:extLst>
          </p:cNvPr>
          <p:cNvSpPr>
            <a:spLocks xmlns:a="http://schemas.openxmlformats.org/drawingml/2006/main" noGrp="1"/>
          </p:cNvSpPr>
          <p:nvPr/>
        </p:nvSpPr>
        <p:spPr>
          <a:xfrm xmlns:a="http://schemas.openxmlformats.org/drawingml/2006/main">
            <a:off x="4438650" y="2638425"/>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i="0">
                <a:solidFill>
                  <a:srgbClr val="C8A96A"/>
                </a:solidFill>
              </a:defRPr>
            </a:pPr>
            <a:r>
              <a:rPr sz="2100" b="1" i="0">
                <a:solidFill>
                  <a:srgbClr val="C8A96A"/>
                </a:solidFill>
              </a:rPr>
              <a:t>+</a:t>
            </a:r>
          </a:p>
        </p:txBody>
      </p:sp>
      <p:sp>
        <p:nvSpPr>
          <p:cNvPr id="14" name="converge-JS">
            <a:extLst xmlns:a="http://schemas.openxmlformats.org/drawingml/2006/main">
              <a:ext uri="{FF2B5EF4-FFF2-40B4-BE49-F238E27FC236}">
                <a16:creationId xmlns:a16="http://schemas.microsoft.com/office/drawing/2014/main" id="{D1BD91FC-F17F-4FE7-A218-15920AC35154}"/>
              </a:ext>
            </a:extLst>
          </p:cNvPr>
          <p:cNvSpPr>
            <a:spLocks xmlns:a="http://schemas.openxmlformats.org/drawingml/2006/main" noGrp="1"/>
          </p:cNvSpPr>
          <p:nvPr/>
        </p:nvSpPr>
        <p:spPr>
          <a:xfrm xmlns:a="http://schemas.openxmlformats.org/drawingml/2006/main">
            <a:off x="4686300" y="2047875"/>
            <a:ext cx="1790700" cy="1619250"/>
          </a:xfrm>
          <a:prstGeom xmlns:a="http://schemas.openxmlformats.org/drawingml/2006/main" prst="roundRect">
            <a:avLst>
              <a:gd name="adj" fmla="val 4706"/>
            </a:avLst>
          </a:prstGeom>
          <a:solidFill xmlns:a="http://schemas.openxmlformats.org/drawingml/2006/main">
            <a:srgbClr val="0A1711"/>
          </a:solidFill>
          <a:ln xmlns:a="http://schemas.openxmlformats.org/drawingml/2006/main" w="9525">
            <a:solidFill>
              <a:srgbClr val="1E3B2D"/>
            </a:solidFill>
            <a:prstDash val="solid"/>
          </a:ln>
        </p:spPr>
      </p:sp>
      <p:sp>
        <p:nvSpPr>
          <p:cNvPr id="15" name="">
            <a:extLst xmlns:a="http://schemas.openxmlformats.org/drawingml/2006/main">
              <a:ext uri="{FF2B5EF4-FFF2-40B4-BE49-F238E27FC236}">
                <a16:creationId xmlns:a16="http://schemas.microsoft.com/office/drawing/2014/main" id="{ECA929BC-DDE6-4A93-8893-EEA71CA0C06E}"/>
              </a:ext>
            </a:extLst>
          </p:cNvPr>
          <p:cNvSpPr>
            <a:spLocks xmlns:a="http://schemas.openxmlformats.org/drawingml/2006/main" noGrp="1"/>
          </p:cNvSpPr>
          <p:nvPr/>
        </p:nvSpPr>
        <p:spPr>
          <a:xfrm xmlns:a="http://schemas.openxmlformats.org/drawingml/2006/main">
            <a:off x="4895850" y="2305050"/>
            <a:ext cx="137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i="0">
                <a:solidFill>
                  <a:srgbClr val="C6A0F6"/>
                </a:solidFill>
              </a:defRPr>
            </a:pPr>
            <a:r>
              <a:rPr sz="1950" b="1" i="0">
                <a:solidFill>
                  <a:srgbClr val="C6A0F6"/>
                </a:solidFill>
              </a:rPr>
              <a:t>JS</a:t>
            </a:r>
          </a:p>
        </p:txBody>
      </p:sp>
      <p:sp>
        <p:nvSpPr>
          <p:cNvPr id="16" name="">
            <a:extLst xmlns:a="http://schemas.openxmlformats.org/drawingml/2006/main">
              <a:ext uri="{FF2B5EF4-FFF2-40B4-BE49-F238E27FC236}">
                <a16:creationId xmlns:a16="http://schemas.microsoft.com/office/drawing/2014/main" id="{DFA24996-FF1D-4DC4-8E0A-4F648E2082C1}"/>
              </a:ext>
            </a:extLst>
          </p:cNvPr>
          <p:cNvSpPr>
            <a:spLocks xmlns:a="http://schemas.openxmlformats.org/drawingml/2006/main" noGrp="1"/>
          </p:cNvSpPr>
          <p:nvPr/>
        </p:nvSpPr>
        <p:spPr>
          <a:xfrm xmlns:a="http://schemas.openxmlformats.org/drawingml/2006/main">
            <a:off x="4876800" y="2914650"/>
            <a:ext cx="1409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API data</a:t>
            </a:r>
          </a:p>
          <a:p xmlns:a="http://schemas.openxmlformats.org/drawingml/2006/main">
            <a:pPr>
              <a:defRPr sz="1125" b="0" i="0">
                <a:solidFill>
                  <a:srgbClr val="DCE7DF"/>
                </a:solidFill>
              </a:defRPr>
            </a:pPr>
            <a:r>
              <a:rPr sz="1125" b="0" i="0">
                <a:solidFill>
                  <a:srgbClr val="DCE7DF"/>
                </a:solidFill>
              </a:rPr>
              <a:t>interactive state</a:t>
            </a:r>
          </a:p>
        </p:txBody>
      </p:sp>
      <p:sp>
        <p:nvSpPr>
          <p:cNvPr id="17" name="">
            <a:extLst xmlns:a="http://schemas.openxmlformats.org/drawingml/2006/main">
              <a:ext uri="{FF2B5EF4-FFF2-40B4-BE49-F238E27FC236}">
                <a16:creationId xmlns:a16="http://schemas.microsoft.com/office/drawing/2014/main" id="{813E4E8B-3720-4683-BAD8-399532B5ECBF}"/>
              </a:ext>
            </a:extLst>
          </p:cNvPr>
          <p:cNvSpPr>
            <a:spLocks xmlns:a="http://schemas.openxmlformats.org/drawingml/2006/main" noGrp="1"/>
          </p:cNvSpPr>
          <p:nvPr/>
        </p:nvSpPr>
        <p:spPr>
          <a:xfrm xmlns:a="http://schemas.openxmlformats.org/drawingml/2006/main">
            <a:off x="6572250" y="26003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i="0">
                <a:solidFill>
                  <a:srgbClr val="C8A96A"/>
                </a:solidFill>
              </a:defRPr>
            </a:pPr>
            <a:r>
              <a:rPr sz="2700" b="1" i="0">
                <a:solidFill>
                  <a:srgbClr val="C8A96A"/>
                </a:solidFill>
              </a:rPr>
              <a:t>→</a:t>
            </a:r>
          </a:p>
        </p:txBody>
      </p:sp>
      <p:sp>
        <p:nvSpPr>
          <p:cNvPr id="18" name="dev-browser-frame">
            <a:extLst xmlns:a="http://schemas.openxmlformats.org/drawingml/2006/main">
              <a:ext uri="{FF2B5EF4-FFF2-40B4-BE49-F238E27FC236}">
                <a16:creationId xmlns:a16="http://schemas.microsoft.com/office/drawing/2014/main" id="{34DD1F86-28BD-4155-9CAB-51DD5B7285CA}"/>
              </a:ext>
            </a:extLst>
          </p:cNvPr>
          <p:cNvSpPr>
            <a:spLocks xmlns:a="http://schemas.openxmlformats.org/drawingml/2006/main" noGrp="1"/>
          </p:cNvSpPr>
          <p:nvPr/>
        </p:nvSpPr>
        <p:spPr>
          <a:xfrm xmlns:a="http://schemas.openxmlformats.org/drawingml/2006/main">
            <a:off x="7162800" y="1809750"/>
            <a:ext cx="4419600" cy="3238500"/>
          </a:xfrm>
          <a:prstGeom xmlns:a="http://schemas.openxmlformats.org/drawingml/2006/main" prst="roundRect">
            <a:avLst>
              <a:gd name="adj" fmla="val 2353"/>
            </a:avLst>
          </a:prstGeom>
          <a:solidFill xmlns:a="http://schemas.openxmlformats.org/drawingml/2006/main">
            <a:srgbClr val="071B12"/>
          </a:solidFill>
          <a:ln xmlns:a="http://schemas.openxmlformats.org/drawingml/2006/main" w="9525">
            <a:solidFill>
              <a:srgbClr val="315440"/>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2481fc3a90c84158"/>
          <a:srcRect xmlns:a="http://schemas.openxmlformats.org/drawingml/2006/main" l="6312" t="0" r="6312" b="0"/>
          <a:stretch xmlns:a="http://schemas.openxmlformats.org/drawingml/2006/main">
            <a:fillRect l="0" t="0" r="0" b="0"/>
          </a:stretch>
        </p:blipFill>
        <p:spPr>
          <a:xfrm xmlns:a="http://schemas.openxmlformats.org/drawingml/2006/main">
            <a:off x="7296150" y="1943100"/>
            <a:ext cx="4152900" cy="2971800"/>
          </a:xfrm>
          <a:prstGeom xmlns:a="http://schemas.openxmlformats.org/drawingml/2006/main" prst="roundRect">
            <a:avLst/>
          </a:prstGeom>
        </p:spPr>
      </p:pic>
      <p:sp>
        <p:nvSpPr>
          <p:cNvPr id="20" name="">
            <a:extLst xmlns:a="http://schemas.openxmlformats.org/drawingml/2006/main">
              <a:ext uri="{FF2B5EF4-FFF2-40B4-BE49-F238E27FC236}">
                <a16:creationId xmlns:a16="http://schemas.microsoft.com/office/drawing/2014/main" id="{C4509AA1-C03B-40A5-86CE-B9853E90A0C2}"/>
              </a:ext>
            </a:extLst>
          </p:cNvPr>
          <p:cNvSpPr>
            <a:spLocks xmlns:a="http://schemas.openxmlformats.org/drawingml/2006/main" noGrp="1"/>
          </p:cNvSpPr>
          <p:nvPr/>
        </p:nvSpPr>
        <p:spPr>
          <a:xfrm xmlns:a="http://schemas.openxmlformats.org/drawingml/2006/main">
            <a:off x="819150" y="5372100"/>
            <a:ext cx="2381250" cy="590550"/>
          </a:xfrm>
          <a:prstGeom xmlns:a="http://schemas.openxmlformats.org/drawingml/2006/main" prst="roundRect">
            <a:avLst>
              <a:gd name="adj" fmla="val 12903"/>
            </a:avLst>
          </a:prstGeom>
          <a:solidFill xmlns:a="http://schemas.openxmlformats.org/drawingml/2006/main">
            <a:srgbClr val="EDF2EE"/>
          </a:solidFill>
          <a:ln xmlns:a="http://schemas.openxmlformats.org/drawingml/2006/main" w="9525">
            <a:solidFill>
              <a:srgbClr val="E5E1D8"/>
            </a:solidFill>
            <a:prstDash val="solid"/>
          </a:ln>
        </p:spPr>
      </p:sp>
      <p:sp>
        <p:nvSpPr>
          <p:cNvPr id="21" name="">
            <a:extLst xmlns:a="http://schemas.openxmlformats.org/drawingml/2006/main">
              <a:ext uri="{FF2B5EF4-FFF2-40B4-BE49-F238E27FC236}">
                <a16:creationId xmlns:a16="http://schemas.microsoft.com/office/drawing/2014/main" id="{6743CC05-F45B-4734-9376-50AC6EF71568}"/>
              </a:ext>
            </a:extLst>
          </p:cNvPr>
          <p:cNvSpPr>
            <a:spLocks xmlns:a="http://schemas.openxmlformats.org/drawingml/2006/main" noGrp="1"/>
          </p:cNvSpPr>
          <p:nvPr/>
        </p:nvSpPr>
        <p:spPr>
          <a:xfrm xmlns:a="http://schemas.openxmlformats.org/drawingml/2006/main">
            <a:off x="971550" y="55054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Searchable</a:t>
            </a:r>
          </a:p>
        </p:txBody>
      </p:sp>
      <p:sp>
        <p:nvSpPr>
          <p:cNvPr id="22" name="">
            <a:extLst xmlns:a="http://schemas.openxmlformats.org/drawingml/2006/main">
              <a:ext uri="{FF2B5EF4-FFF2-40B4-BE49-F238E27FC236}">
                <a16:creationId xmlns:a16="http://schemas.microsoft.com/office/drawing/2014/main" id="{EAF02431-96D9-4145-97D4-80BC057ADE83}"/>
              </a:ext>
            </a:extLst>
          </p:cNvPr>
          <p:cNvSpPr>
            <a:spLocks xmlns:a="http://schemas.openxmlformats.org/drawingml/2006/main" noGrp="1"/>
          </p:cNvSpPr>
          <p:nvPr/>
        </p:nvSpPr>
        <p:spPr>
          <a:xfrm xmlns:a="http://schemas.openxmlformats.org/drawingml/2006/main">
            <a:off x="1943100" y="55054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filters + URL state</a:t>
            </a:r>
          </a:p>
        </p:txBody>
      </p:sp>
      <p:sp>
        <p:nvSpPr>
          <p:cNvPr id="23" name="">
            <a:extLst xmlns:a="http://schemas.openxmlformats.org/drawingml/2006/main">
              <a:ext uri="{FF2B5EF4-FFF2-40B4-BE49-F238E27FC236}">
                <a16:creationId xmlns:a16="http://schemas.microsoft.com/office/drawing/2014/main" id="{716F5612-A73A-4BBC-A56C-B79B092EFAF8}"/>
              </a:ext>
            </a:extLst>
          </p:cNvPr>
          <p:cNvSpPr>
            <a:spLocks xmlns:a="http://schemas.openxmlformats.org/drawingml/2006/main" noGrp="1"/>
          </p:cNvSpPr>
          <p:nvPr/>
        </p:nvSpPr>
        <p:spPr>
          <a:xfrm xmlns:a="http://schemas.openxmlformats.org/drawingml/2006/main">
            <a:off x="3467100" y="5372100"/>
            <a:ext cx="2381250" cy="590550"/>
          </a:xfrm>
          <a:prstGeom xmlns:a="http://schemas.openxmlformats.org/drawingml/2006/main" prst="roundRect">
            <a:avLst>
              <a:gd name="adj" fmla="val 12903"/>
            </a:avLst>
          </a:prstGeom>
          <a:solidFill xmlns:a="http://schemas.openxmlformats.org/drawingml/2006/main">
            <a:srgbClr val="F3E9D5"/>
          </a:solidFill>
          <a:ln xmlns:a="http://schemas.openxmlformats.org/drawingml/2006/main" w="9525">
            <a:solidFill>
              <a:srgbClr val="E5E1D8"/>
            </a:solidFill>
            <a:prstDash val="solid"/>
          </a:ln>
        </p:spPr>
      </p:sp>
      <p:sp>
        <p:nvSpPr>
          <p:cNvPr id="24" name="">
            <a:extLst xmlns:a="http://schemas.openxmlformats.org/drawingml/2006/main">
              <a:ext uri="{FF2B5EF4-FFF2-40B4-BE49-F238E27FC236}">
                <a16:creationId xmlns:a16="http://schemas.microsoft.com/office/drawing/2014/main" id="{782BB546-2898-4AE0-A44D-9458515FA4B5}"/>
              </a:ext>
            </a:extLst>
          </p:cNvPr>
          <p:cNvSpPr>
            <a:spLocks xmlns:a="http://schemas.openxmlformats.org/drawingml/2006/main" noGrp="1"/>
          </p:cNvSpPr>
          <p:nvPr/>
        </p:nvSpPr>
        <p:spPr>
          <a:xfrm xmlns:a="http://schemas.openxmlformats.org/drawingml/2006/main">
            <a:off x="3619500" y="55054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Analytical</a:t>
            </a:r>
          </a:p>
        </p:txBody>
      </p:sp>
      <p:sp>
        <p:nvSpPr>
          <p:cNvPr id="25" name="">
            <a:extLst xmlns:a="http://schemas.openxmlformats.org/drawingml/2006/main">
              <a:ext uri="{FF2B5EF4-FFF2-40B4-BE49-F238E27FC236}">
                <a16:creationId xmlns:a16="http://schemas.microsoft.com/office/drawing/2014/main" id="{DD64A35A-0F1C-47F3-B845-F391D7039AAA}"/>
              </a:ext>
            </a:extLst>
          </p:cNvPr>
          <p:cNvSpPr>
            <a:spLocks xmlns:a="http://schemas.openxmlformats.org/drawingml/2006/main" noGrp="1"/>
          </p:cNvSpPr>
          <p:nvPr/>
        </p:nvSpPr>
        <p:spPr>
          <a:xfrm xmlns:a="http://schemas.openxmlformats.org/drawingml/2006/main">
            <a:off x="4591050" y="55054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maps + charts</a:t>
            </a:r>
          </a:p>
        </p:txBody>
      </p:sp>
      <p:sp>
        <p:nvSpPr>
          <p:cNvPr id="26" name="">
            <a:extLst xmlns:a="http://schemas.openxmlformats.org/drawingml/2006/main">
              <a:ext uri="{FF2B5EF4-FFF2-40B4-BE49-F238E27FC236}">
                <a16:creationId xmlns:a16="http://schemas.microsoft.com/office/drawing/2014/main" id="{39E2A837-C2E1-4726-A2A7-370A28D11623}"/>
              </a:ext>
            </a:extLst>
          </p:cNvPr>
          <p:cNvSpPr>
            <a:spLocks xmlns:a="http://schemas.openxmlformats.org/drawingml/2006/main" noGrp="1"/>
          </p:cNvSpPr>
          <p:nvPr/>
        </p:nvSpPr>
        <p:spPr>
          <a:xfrm xmlns:a="http://schemas.openxmlformats.org/drawingml/2006/main">
            <a:off x="6115050" y="5372100"/>
            <a:ext cx="2381250" cy="590550"/>
          </a:xfrm>
          <a:prstGeom xmlns:a="http://schemas.openxmlformats.org/drawingml/2006/main" prst="roundRect">
            <a:avLst>
              <a:gd name="adj" fmla="val 12903"/>
            </a:avLst>
          </a:prstGeom>
          <a:solidFill xmlns:a="http://schemas.openxmlformats.org/drawingml/2006/main">
            <a:srgbClr val="EDF2EE"/>
          </a:solidFill>
          <a:ln xmlns:a="http://schemas.openxmlformats.org/drawingml/2006/main" w="9525">
            <a:solidFill>
              <a:srgbClr val="E5E1D8"/>
            </a:solidFill>
            <a:prstDash val="solid"/>
          </a:ln>
        </p:spPr>
      </p:sp>
      <p:sp>
        <p:nvSpPr>
          <p:cNvPr id="27" name="">
            <a:extLst xmlns:a="http://schemas.openxmlformats.org/drawingml/2006/main">
              <a:ext uri="{FF2B5EF4-FFF2-40B4-BE49-F238E27FC236}">
                <a16:creationId xmlns:a16="http://schemas.microsoft.com/office/drawing/2014/main" id="{EC2007BC-61BD-4915-83FC-59F89B6730AD}"/>
              </a:ext>
            </a:extLst>
          </p:cNvPr>
          <p:cNvSpPr>
            <a:spLocks xmlns:a="http://schemas.openxmlformats.org/drawingml/2006/main" noGrp="1"/>
          </p:cNvSpPr>
          <p:nvPr/>
        </p:nvSpPr>
        <p:spPr>
          <a:xfrm xmlns:a="http://schemas.openxmlformats.org/drawingml/2006/main">
            <a:off x="6267450" y="55054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Inclusive</a:t>
            </a:r>
          </a:p>
        </p:txBody>
      </p:sp>
      <p:sp>
        <p:nvSpPr>
          <p:cNvPr id="28" name="">
            <a:extLst xmlns:a="http://schemas.openxmlformats.org/drawingml/2006/main">
              <a:ext uri="{FF2B5EF4-FFF2-40B4-BE49-F238E27FC236}">
                <a16:creationId xmlns:a16="http://schemas.microsoft.com/office/drawing/2014/main" id="{6491F25D-7F57-40AB-979F-6809959BCD4F}"/>
              </a:ext>
            </a:extLst>
          </p:cNvPr>
          <p:cNvSpPr>
            <a:spLocks xmlns:a="http://schemas.openxmlformats.org/drawingml/2006/main" noGrp="1"/>
          </p:cNvSpPr>
          <p:nvPr/>
        </p:nvSpPr>
        <p:spPr>
          <a:xfrm xmlns:a="http://schemas.openxmlformats.org/drawingml/2006/main">
            <a:off x="7239000" y="55054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English + Arabic</a:t>
            </a:r>
          </a:p>
        </p:txBody>
      </p:sp>
      <p:sp>
        <p:nvSpPr>
          <p:cNvPr id="29" name="">
            <a:extLst xmlns:a="http://schemas.openxmlformats.org/drawingml/2006/main">
              <a:ext uri="{FF2B5EF4-FFF2-40B4-BE49-F238E27FC236}">
                <a16:creationId xmlns:a16="http://schemas.microsoft.com/office/drawing/2014/main" id="{5E0D0B6E-EEE8-4C30-9393-CF668CD9AA85}"/>
              </a:ext>
            </a:extLst>
          </p:cNvPr>
          <p:cNvSpPr>
            <a:spLocks xmlns:a="http://schemas.openxmlformats.org/drawingml/2006/main" noGrp="1"/>
          </p:cNvSpPr>
          <p:nvPr/>
        </p:nvSpPr>
        <p:spPr>
          <a:xfrm xmlns:a="http://schemas.openxmlformats.org/drawingml/2006/main">
            <a:off x="8763000" y="5372100"/>
            <a:ext cx="2381250" cy="590550"/>
          </a:xfrm>
          <a:prstGeom xmlns:a="http://schemas.openxmlformats.org/drawingml/2006/main" prst="roundRect">
            <a:avLst>
              <a:gd name="adj" fmla="val 12903"/>
            </a:avLst>
          </a:prstGeom>
          <a:solidFill xmlns:a="http://schemas.openxmlformats.org/drawingml/2006/main">
            <a:srgbClr val="F3E9D5"/>
          </a:solidFill>
          <a:ln xmlns:a="http://schemas.openxmlformats.org/drawingml/2006/main" w="9525">
            <a:solidFill>
              <a:srgbClr val="E5E1D8"/>
            </a:solidFill>
            <a:prstDash val="solid"/>
          </a:ln>
        </p:spPr>
      </p:sp>
      <p:sp>
        <p:nvSpPr>
          <p:cNvPr id="30" name="">
            <a:extLst xmlns:a="http://schemas.openxmlformats.org/drawingml/2006/main">
              <a:ext uri="{FF2B5EF4-FFF2-40B4-BE49-F238E27FC236}">
                <a16:creationId xmlns:a16="http://schemas.microsoft.com/office/drawing/2014/main" id="{DDEA4593-8069-4B98-BD2D-C111571C431F}"/>
              </a:ext>
            </a:extLst>
          </p:cNvPr>
          <p:cNvSpPr>
            <a:spLocks xmlns:a="http://schemas.openxmlformats.org/drawingml/2006/main" noGrp="1"/>
          </p:cNvSpPr>
          <p:nvPr/>
        </p:nvSpPr>
        <p:spPr>
          <a:xfrm xmlns:a="http://schemas.openxmlformats.org/drawingml/2006/main">
            <a:off x="8915400" y="55054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Persistent</a:t>
            </a:r>
          </a:p>
        </p:txBody>
      </p:sp>
      <p:sp>
        <p:nvSpPr>
          <p:cNvPr id="31" name="">
            <a:extLst xmlns:a="http://schemas.openxmlformats.org/drawingml/2006/main">
              <a:ext uri="{FF2B5EF4-FFF2-40B4-BE49-F238E27FC236}">
                <a16:creationId xmlns:a16="http://schemas.microsoft.com/office/drawing/2014/main" id="{C2F26240-717C-4918-B5A0-D53F160278DB}"/>
              </a:ext>
            </a:extLst>
          </p:cNvPr>
          <p:cNvSpPr>
            <a:spLocks xmlns:a="http://schemas.openxmlformats.org/drawingml/2006/main" noGrp="1"/>
          </p:cNvSpPr>
          <p:nvPr/>
        </p:nvSpPr>
        <p:spPr>
          <a:xfrm xmlns:a="http://schemas.openxmlformats.org/drawingml/2006/main">
            <a:off x="9886950" y="55054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theme + language</a:t>
            </a:r>
          </a:p>
        </p:txBody>
      </p:sp>
      <p:sp>
        <p:nvSpPr>
          <p:cNvPr id="32" name="">
            <a:extLst xmlns:a="http://schemas.openxmlformats.org/drawingml/2006/main">
              <a:ext uri="{FF2B5EF4-FFF2-40B4-BE49-F238E27FC236}">
                <a16:creationId xmlns:a16="http://schemas.microsoft.com/office/drawing/2014/main" id="{A8A7EC9F-4C08-4C06-B0E1-5510B9E30B3F}"/>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2073934026"/>
      </p:ext>
    </p:extLst>
  </p:cSld>
</p:sld>
</file>

<file path=ppt/slides/slide22.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18" name="top-accent">
            <a:extLst xmlns:a="http://schemas.openxmlformats.org/drawingml/2006/main">
              <a:ext uri="{FF2B5EF4-FFF2-40B4-BE49-F238E27FC236}">
                <a16:creationId xmlns:a16="http://schemas.microsoft.com/office/drawing/2014/main" id="{9CF430CF-FAEA-4F90-A055-ADD105C2750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F7C32D10-954D-4F57-9122-4C0C8AE3A6D8}"/>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FINAL RESULT</a:t>
            </a:r>
          </a:p>
        </p:txBody>
      </p:sp>
      <p:sp>
        <p:nvSpPr>
          <p:cNvPr id="3" name="slide-number">
            <a:extLst xmlns:a="http://schemas.openxmlformats.org/drawingml/2006/main">
              <a:ext uri="{FF2B5EF4-FFF2-40B4-BE49-F238E27FC236}">
                <a16:creationId xmlns:a16="http://schemas.microsoft.com/office/drawing/2014/main" id="{624984C8-1824-4F49-A6C5-ED94FCE81001}"/>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22</a:t>
            </a:r>
          </a:p>
        </p:txBody>
      </p:sp>
      <p:sp>
        <p:nvSpPr>
          <p:cNvPr id="4" name="final-title">
            <a:extLst xmlns:a="http://schemas.openxmlformats.org/drawingml/2006/main">
              <a:ext uri="{FF2B5EF4-FFF2-40B4-BE49-F238E27FC236}">
                <a16:creationId xmlns:a16="http://schemas.microsoft.com/office/drawing/2014/main" id="{8AC92F31-9D8F-42E2-82EA-62F1311E9E59}"/>
              </a:ext>
            </a:extLst>
          </p:cNvPr>
          <p:cNvSpPr>
            <a:spLocks xmlns:a="http://schemas.openxmlformats.org/drawingml/2006/main" noGrp="1"/>
          </p:cNvSpPr>
          <p:nvPr/>
        </p:nvSpPr>
        <p:spPr>
          <a:xfrm xmlns:a="http://schemas.openxmlformats.org/drawingml/2006/main">
            <a:off x="666750" y="904875"/>
            <a:ext cx="4191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i="0">
                <a:solidFill>
                  <a:srgbClr val="FFFEFA"/>
                </a:solidFill>
              </a:defRPr>
            </a:pPr>
            <a:r>
              <a:rPr sz="2850" b="1" i="0">
                <a:solidFill>
                  <a:srgbClr val="FFFEFA"/>
                </a:solidFill>
              </a:rPr>
              <a:t>Traditional Governments</a:t>
            </a:r>
          </a:p>
          <a:p xmlns:a="http://schemas.openxmlformats.org/drawingml/2006/main">
            <a:pPr>
              <a:defRPr sz="2850" b="1" i="0">
                <a:solidFill>
                  <a:srgbClr val="FFFEFA"/>
                </a:solidFill>
              </a:defRPr>
            </a:pPr>
            <a:r>
              <a:rPr sz="2850" b="1" i="0">
                <a:solidFill>
                  <a:srgbClr val="FFFEFA"/>
                </a:solidFill>
              </a:rPr>
              <a:t>Database &amp; Explorer</a:t>
            </a:r>
          </a:p>
        </p:txBody>
      </p:sp>
      <p:sp>
        <p:nvSpPr>
          <p:cNvPr id="5" name="">
            <a:extLst xmlns:a="http://schemas.openxmlformats.org/drawingml/2006/main">
              <a:ext uri="{FF2B5EF4-FFF2-40B4-BE49-F238E27FC236}">
                <a16:creationId xmlns:a16="http://schemas.microsoft.com/office/drawing/2014/main" id="{8BAB4937-673E-4921-9E9F-DF5A3CF1EE86}"/>
              </a:ext>
            </a:extLst>
          </p:cNvPr>
          <p:cNvSpPr>
            <a:spLocks xmlns:a="http://schemas.openxmlformats.org/drawingml/2006/main" noGrp="1"/>
          </p:cNvSpPr>
          <p:nvPr/>
        </p:nvSpPr>
        <p:spPr>
          <a:xfrm xmlns:a="http://schemas.openxmlformats.org/drawingml/2006/main">
            <a:off x="685800" y="2286000"/>
            <a:ext cx="3905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i="0">
                <a:solidFill>
                  <a:srgbClr val="C8D4CD"/>
                </a:solidFill>
              </a:defRPr>
            </a:pPr>
            <a:r>
              <a:rPr sz="1500" b="0" i="0">
                <a:solidFill>
                  <a:srgbClr val="C8D4CD"/>
                </a:solidFill>
              </a:rPr>
              <a:t>A complete responsive research interface — built from semantic HTML, a consistent CSS system, and data-driven JavaScript.</a:t>
            </a:r>
          </a:p>
        </p:txBody>
      </p:sp>
      <p:sp>
        <p:nvSpPr>
          <p:cNvPr id="6" name="">
            <a:extLst xmlns:a="http://schemas.openxmlformats.org/drawingml/2006/main">
              <a:ext uri="{FF2B5EF4-FFF2-40B4-BE49-F238E27FC236}">
                <a16:creationId xmlns:a16="http://schemas.microsoft.com/office/drawing/2014/main" id="{7F87EC0A-AD8B-4CDB-8E91-9D8E079312A6}"/>
              </a:ext>
            </a:extLst>
          </p:cNvPr>
          <p:cNvSpPr>
            <a:spLocks xmlns:a="http://schemas.openxmlformats.org/drawingml/2006/main" noGrp="1"/>
          </p:cNvSpPr>
          <p:nvPr/>
        </p:nvSpPr>
        <p:spPr>
          <a:xfrm xmlns:a="http://schemas.openxmlformats.org/drawingml/2006/main">
            <a:off x="685800" y="3638550"/>
            <a:ext cx="80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i="0">
                <a:solidFill>
                  <a:srgbClr val="C8A96A"/>
                </a:solidFill>
              </a:defRPr>
            </a:pPr>
            <a:r>
              <a:rPr sz="2100" b="1" i="0">
                <a:solidFill>
                  <a:srgbClr val="C8A96A"/>
                </a:solidFill>
              </a:rPr>
              <a:t>1,557</a:t>
            </a:r>
          </a:p>
        </p:txBody>
      </p:sp>
      <p:sp>
        <p:nvSpPr>
          <p:cNvPr id="7" name="">
            <a:extLst xmlns:a="http://schemas.openxmlformats.org/drawingml/2006/main">
              <a:ext uri="{FF2B5EF4-FFF2-40B4-BE49-F238E27FC236}">
                <a16:creationId xmlns:a16="http://schemas.microsoft.com/office/drawing/2014/main" id="{021EA294-D0C1-4CF6-9EAE-9AD15DFC936D}"/>
              </a:ext>
            </a:extLst>
          </p:cNvPr>
          <p:cNvSpPr>
            <a:spLocks xmlns:a="http://schemas.openxmlformats.org/drawingml/2006/main" noGrp="1"/>
          </p:cNvSpPr>
          <p:nvPr/>
        </p:nvSpPr>
        <p:spPr>
          <a:xfrm xmlns:a="http://schemas.openxmlformats.org/drawingml/2006/main">
            <a:off x="1504950" y="3714750"/>
            <a:ext cx="1085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FFFEFA"/>
                </a:solidFill>
              </a:defRPr>
            </a:pPr>
            <a:r>
              <a:rPr sz="1050" b="0" i="0">
                <a:solidFill>
                  <a:srgbClr val="FFFEFA"/>
                </a:solidFill>
              </a:rPr>
              <a:t>live group records</a:t>
            </a:r>
          </a:p>
        </p:txBody>
      </p:sp>
      <p:sp>
        <p:nvSpPr>
          <p:cNvPr id="8" name="">
            <a:extLst xmlns:a="http://schemas.openxmlformats.org/drawingml/2006/main">
              <a:ext uri="{FF2B5EF4-FFF2-40B4-BE49-F238E27FC236}">
                <a16:creationId xmlns:a16="http://schemas.microsoft.com/office/drawing/2014/main" id="{CC1F02CF-858F-4CE7-B08F-7B2D5F2A1D64}"/>
              </a:ext>
            </a:extLst>
          </p:cNvPr>
          <p:cNvSpPr>
            <a:spLocks xmlns:a="http://schemas.openxmlformats.org/drawingml/2006/main" noGrp="1"/>
          </p:cNvSpPr>
          <p:nvPr/>
        </p:nvSpPr>
        <p:spPr>
          <a:xfrm xmlns:a="http://schemas.openxmlformats.org/drawingml/2006/main">
            <a:off x="2638425" y="3638550"/>
            <a:ext cx="80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i="0">
                <a:solidFill>
                  <a:srgbClr val="C8A96A"/>
                </a:solidFill>
              </a:defRPr>
            </a:pPr>
            <a:r>
              <a:rPr sz="2100" b="1" i="0">
                <a:solidFill>
                  <a:srgbClr val="C8A96A"/>
                </a:solidFill>
              </a:rPr>
              <a:t>5</a:t>
            </a:r>
          </a:p>
        </p:txBody>
      </p:sp>
      <p:sp>
        <p:nvSpPr>
          <p:cNvPr id="9" name="">
            <a:extLst xmlns:a="http://schemas.openxmlformats.org/drawingml/2006/main">
              <a:ext uri="{FF2B5EF4-FFF2-40B4-BE49-F238E27FC236}">
                <a16:creationId xmlns:a16="http://schemas.microsoft.com/office/drawing/2014/main" id="{956880F8-1E5F-4EDB-B80A-21D41AC23D9E}"/>
              </a:ext>
            </a:extLst>
          </p:cNvPr>
          <p:cNvSpPr>
            <a:spLocks xmlns:a="http://schemas.openxmlformats.org/drawingml/2006/main" noGrp="1"/>
          </p:cNvSpPr>
          <p:nvPr/>
        </p:nvSpPr>
        <p:spPr>
          <a:xfrm xmlns:a="http://schemas.openxmlformats.org/drawingml/2006/main">
            <a:off x="3457575" y="3714750"/>
            <a:ext cx="1085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FFFEFA"/>
                </a:solidFill>
              </a:defRPr>
            </a:pPr>
            <a:r>
              <a:rPr sz="1050" b="0" i="0">
                <a:solidFill>
                  <a:srgbClr val="FFFEFA"/>
                </a:solidFill>
              </a:rPr>
              <a:t>continents</a:t>
            </a:r>
          </a:p>
        </p:txBody>
      </p:sp>
      <p:sp>
        <p:nvSpPr>
          <p:cNvPr id="10" name="">
            <a:extLst xmlns:a="http://schemas.openxmlformats.org/drawingml/2006/main">
              <a:ext uri="{FF2B5EF4-FFF2-40B4-BE49-F238E27FC236}">
                <a16:creationId xmlns:a16="http://schemas.microsoft.com/office/drawing/2014/main" id="{99EE2DDA-561F-4867-94EC-D36DDC9606C7}"/>
              </a:ext>
            </a:extLst>
          </p:cNvPr>
          <p:cNvSpPr>
            <a:spLocks xmlns:a="http://schemas.openxmlformats.org/drawingml/2006/main" noGrp="1"/>
          </p:cNvSpPr>
          <p:nvPr/>
        </p:nvSpPr>
        <p:spPr>
          <a:xfrm xmlns:a="http://schemas.openxmlformats.org/drawingml/2006/main">
            <a:off x="685800" y="4457700"/>
            <a:ext cx="80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i="0">
                <a:solidFill>
                  <a:srgbClr val="C8A96A"/>
                </a:solidFill>
              </a:defRPr>
            </a:pPr>
            <a:r>
              <a:rPr sz="2100" b="1" i="0">
                <a:solidFill>
                  <a:srgbClr val="C8A96A"/>
                </a:solidFill>
              </a:rPr>
              <a:t>6</a:t>
            </a:r>
          </a:p>
        </p:txBody>
      </p:sp>
      <p:sp>
        <p:nvSpPr>
          <p:cNvPr id="11" name="">
            <a:extLst xmlns:a="http://schemas.openxmlformats.org/drawingml/2006/main">
              <a:ext uri="{FF2B5EF4-FFF2-40B4-BE49-F238E27FC236}">
                <a16:creationId xmlns:a16="http://schemas.microsoft.com/office/drawing/2014/main" id="{FC77A7CE-0544-4584-B2A2-A8A1D7DE7AD5}"/>
              </a:ext>
            </a:extLst>
          </p:cNvPr>
          <p:cNvSpPr>
            <a:spLocks xmlns:a="http://schemas.openxmlformats.org/drawingml/2006/main" noGrp="1"/>
          </p:cNvSpPr>
          <p:nvPr/>
        </p:nvSpPr>
        <p:spPr>
          <a:xfrm xmlns:a="http://schemas.openxmlformats.org/drawingml/2006/main">
            <a:off x="1504950" y="4533900"/>
            <a:ext cx="1085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FFFEFA"/>
                </a:solidFill>
              </a:defRPr>
            </a:pPr>
            <a:r>
              <a:rPr sz="1050" b="0" i="0">
                <a:solidFill>
                  <a:srgbClr val="FFFEFA"/>
                </a:solidFill>
              </a:rPr>
              <a:t>frontend pages</a:t>
            </a:r>
          </a:p>
        </p:txBody>
      </p:sp>
      <p:sp>
        <p:nvSpPr>
          <p:cNvPr id="12" name="">
            <a:extLst xmlns:a="http://schemas.openxmlformats.org/drawingml/2006/main">
              <a:ext uri="{FF2B5EF4-FFF2-40B4-BE49-F238E27FC236}">
                <a16:creationId xmlns:a16="http://schemas.microsoft.com/office/drawing/2014/main" id="{FBB8AD13-8909-4FEA-BE88-A2123FDCC987}"/>
              </a:ext>
            </a:extLst>
          </p:cNvPr>
          <p:cNvSpPr>
            <a:spLocks xmlns:a="http://schemas.openxmlformats.org/drawingml/2006/main" noGrp="1"/>
          </p:cNvSpPr>
          <p:nvPr/>
        </p:nvSpPr>
        <p:spPr>
          <a:xfrm xmlns:a="http://schemas.openxmlformats.org/drawingml/2006/main">
            <a:off x="2638425" y="4457700"/>
            <a:ext cx="80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i="0">
                <a:solidFill>
                  <a:srgbClr val="C8A96A"/>
                </a:solidFill>
              </a:defRPr>
            </a:pPr>
            <a:r>
              <a:rPr sz="2100" b="1" i="0">
                <a:solidFill>
                  <a:srgbClr val="C8A96A"/>
                </a:solidFill>
              </a:rPr>
              <a:t>2</a:t>
            </a:r>
          </a:p>
        </p:txBody>
      </p:sp>
      <p:sp>
        <p:nvSpPr>
          <p:cNvPr id="13" name="">
            <a:extLst xmlns:a="http://schemas.openxmlformats.org/drawingml/2006/main">
              <a:ext uri="{FF2B5EF4-FFF2-40B4-BE49-F238E27FC236}">
                <a16:creationId xmlns:a16="http://schemas.microsoft.com/office/drawing/2014/main" id="{200244B9-8B31-4C50-A3B7-319CA85669D8}"/>
              </a:ext>
            </a:extLst>
          </p:cNvPr>
          <p:cNvSpPr>
            <a:spLocks xmlns:a="http://schemas.openxmlformats.org/drawingml/2006/main" noGrp="1"/>
          </p:cNvSpPr>
          <p:nvPr/>
        </p:nvSpPr>
        <p:spPr>
          <a:xfrm xmlns:a="http://schemas.openxmlformats.org/drawingml/2006/main">
            <a:off x="3457575" y="4533900"/>
            <a:ext cx="1085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FFFEFA"/>
                </a:solidFill>
              </a:defRPr>
            </a:pPr>
            <a:r>
              <a:rPr sz="1050" b="0" i="0">
                <a:solidFill>
                  <a:srgbClr val="FFFEFA"/>
                </a:solidFill>
              </a:rPr>
              <a:t>languages</a:t>
            </a:r>
          </a:p>
        </p:txBody>
      </p:sp>
      <p:sp>
        <p:nvSpPr>
          <p:cNvPr id="14" name="">
            <a:extLst xmlns:a="http://schemas.openxmlformats.org/drawingml/2006/main">
              <a:ext uri="{FF2B5EF4-FFF2-40B4-BE49-F238E27FC236}">
                <a16:creationId xmlns:a16="http://schemas.microsoft.com/office/drawing/2014/main" id="{CE24866D-407C-4885-9542-A7AF655C2913}"/>
              </a:ext>
            </a:extLst>
          </p:cNvPr>
          <p:cNvSpPr>
            <a:spLocks xmlns:a="http://schemas.openxmlformats.org/drawingml/2006/main" noGrp="1"/>
          </p:cNvSpPr>
          <p:nvPr/>
        </p:nvSpPr>
        <p:spPr>
          <a:xfrm xmlns:a="http://schemas.openxmlformats.org/drawingml/2006/main">
            <a:off x="685800" y="5524500"/>
            <a:ext cx="285750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F1703E3-F710-4283-B0DE-5EBF84712683}"/>
              </a:ext>
            </a:extLst>
          </p:cNvPr>
          <p:cNvSpPr>
            <a:spLocks xmlns:a="http://schemas.openxmlformats.org/drawingml/2006/main" noGrp="1"/>
          </p:cNvSpPr>
          <p:nvPr/>
        </p:nvSpPr>
        <p:spPr>
          <a:xfrm xmlns:a="http://schemas.openxmlformats.org/drawingml/2006/main">
            <a:off x="781050" y="5581650"/>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Next: live website demonstration</a:t>
            </a:r>
          </a:p>
        </p:txBody>
      </p:sp>
      <p:sp>
        <p:nvSpPr>
          <p:cNvPr id="16" name="dev-browser-frame">
            <a:extLst xmlns:a="http://schemas.openxmlformats.org/drawingml/2006/main">
              <a:ext uri="{FF2B5EF4-FFF2-40B4-BE49-F238E27FC236}">
                <a16:creationId xmlns:a16="http://schemas.microsoft.com/office/drawing/2014/main" id="{A08E6881-6F56-4166-9289-2A27F06F6F28}"/>
              </a:ext>
            </a:extLst>
          </p:cNvPr>
          <p:cNvSpPr>
            <a:spLocks xmlns:a="http://schemas.openxmlformats.org/drawingml/2006/main" noGrp="1"/>
          </p:cNvSpPr>
          <p:nvPr/>
        </p:nvSpPr>
        <p:spPr>
          <a:xfrm xmlns:a="http://schemas.openxmlformats.org/drawingml/2006/main">
            <a:off x="5105400" y="609600"/>
            <a:ext cx="6477000" cy="5619750"/>
          </a:xfrm>
          <a:prstGeom xmlns:a="http://schemas.openxmlformats.org/drawingml/2006/main" prst="roundRect">
            <a:avLst>
              <a:gd name="adj" fmla="val 1356"/>
            </a:avLst>
          </a:prstGeom>
          <a:solidFill xmlns:a="http://schemas.openxmlformats.org/drawingml/2006/main">
            <a:srgbClr val="0B2418"/>
          </a:solidFill>
          <a:ln xmlns:a="http://schemas.openxmlformats.org/drawingml/2006/main" w="9525">
            <a:solidFill>
              <a:srgbClr val="31544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4931e42a756942bb"/>
          <a:srcRect xmlns:a="http://schemas.openxmlformats.org/drawingml/2006/main" l="13658" t="0" r="13658" b="0"/>
          <a:stretch xmlns:a="http://schemas.openxmlformats.org/drawingml/2006/main">
            <a:fillRect l="0" t="0" r="0" b="0"/>
          </a:stretch>
        </p:blipFill>
        <p:spPr>
          <a:xfrm xmlns:a="http://schemas.openxmlformats.org/drawingml/2006/main">
            <a:off x="5276850" y="781050"/>
            <a:ext cx="6134100" cy="5276850"/>
          </a:xfrm>
          <a:prstGeom xmlns:a="http://schemas.openxmlformats.org/drawingml/2006/main" prst="roundRect">
            <a:avLst/>
          </a:prstGeom>
        </p:spPr>
      </p:pic>
    </p:spTree>
    <p:extLst>
      <p:ext uri="{BB962C8B-B14F-4D97-AF65-F5344CB8AC3E}">
        <p14:creationId xmlns:p14="http://schemas.microsoft.com/office/powerpoint/2010/main" val="1268169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2026-07-22T18:39:08.8050000Z</dcterms:created>
  <dcterms:modified xsi:type="dcterms:W3CDTF">2026-07-22T18:39:08.8060000Z</dcterms:modified>
</coreProperties>
</file>