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e541e164da488f" /><Relationship Type="http://schemas.openxmlformats.org/officeDocument/2006/relationships/extended-properties" Target="/docProps/app.xml" Id="R681f1251d46a444f" /><Relationship Type="http://schemas.openxmlformats.org/officeDocument/2006/relationships/officeDocument" Target="/ppt/presentation.xml" Id="Re221460735084ca1" /></Relationships>
</file>

<file path=ppt/presentation.xml><?xml version="1.0" encoding="utf-8"?>
<p:presentation xmlns:p="http://schemas.openxmlformats.org/presentationml/2006/main">
  <p:sldMasterIdLst>
    <p:sldMasterId xmlns:r="http://schemas.openxmlformats.org/officeDocument/2006/relationships" id="2147483648" r:id="Rb37ec9ac84ad418e"/>
  </p:sldMasterIdLst>
  <p:notesMasterIdLst>
    <p:notesMasterId xmlns:r="http://schemas.openxmlformats.org/officeDocument/2006/relationships" r:id="R9da65966dc81477b"/>
  </p:notesMasterIdLst>
  <p:sldIdLst>
    <p:sldId xmlns:r="http://schemas.openxmlformats.org/officeDocument/2006/relationships" id="256" r:id="Rb15339e790b44f7e"/>
    <p:sldId xmlns:r="http://schemas.openxmlformats.org/officeDocument/2006/relationships" id="257" r:id="Ra478129823b44516"/>
    <p:sldId xmlns:r="http://schemas.openxmlformats.org/officeDocument/2006/relationships" id="258" r:id="R9511c3fc21564f92"/>
    <p:sldId xmlns:r="http://schemas.openxmlformats.org/officeDocument/2006/relationships" id="259" r:id="R27b9c0b812984509"/>
    <p:sldId xmlns:r="http://schemas.openxmlformats.org/officeDocument/2006/relationships" id="260" r:id="Rca4bd975335e48b4"/>
    <p:sldId xmlns:r="http://schemas.openxmlformats.org/officeDocument/2006/relationships" id="261" r:id="R9ae8d9f16f5d47aa"/>
    <p:sldId xmlns:r="http://schemas.openxmlformats.org/officeDocument/2006/relationships" id="262" r:id="R11075e81a4a94053"/>
    <p:sldId xmlns:r="http://schemas.openxmlformats.org/officeDocument/2006/relationships" id="263" r:id="R5ea2d24776e34deb"/>
    <p:sldId xmlns:r="http://schemas.openxmlformats.org/officeDocument/2006/relationships" id="264" r:id="R5c8f20864a2d4721"/>
    <p:sldId xmlns:r="http://schemas.openxmlformats.org/officeDocument/2006/relationships" id="265" r:id="R6f73cab1c63442bf"/>
    <p:sldId xmlns:r="http://schemas.openxmlformats.org/officeDocument/2006/relationships" id="266" r:id="Rb9d82725ce294224"/>
    <p:sldId xmlns:r="http://schemas.openxmlformats.org/officeDocument/2006/relationships" id="267" r:id="R1a29db6de83d4ea9"/>
    <p:sldId xmlns:r="http://schemas.openxmlformats.org/officeDocument/2006/relationships" id="268" r:id="Rd6607db5d28e420d"/>
    <p:sldId xmlns:r="http://schemas.openxmlformats.org/officeDocument/2006/relationships" id="269" r:id="R63e2fa3eb3074128"/>
    <p:sldId xmlns:r="http://schemas.openxmlformats.org/officeDocument/2006/relationships" id="270" r:id="R73c88f3dc8cd4783"/>
    <p:sldId xmlns:r="http://schemas.openxmlformats.org/officeDocument/2006/relationships" id="271" r:id="Rfad7638fd5d849ff"/>
    <p:sldId xmlns:r="http://schemas.openxmlformats.org/officeDocument/2006/relationships" id="272" r:id="Rf534cfb0f39f4926"/>
    <p:sldId xmlns:r="http://schemas.openxmlformats.org/officeDocument/2006/relationships" id="273" r:id="Rdb820bdb4d374756"/>
    <p:sldId xmlns:r="http://schemas.openxmlformats.org/officeDocument/2006/relationships" id="274" r:id="R80cf17178f164316"/>
    <p:sldId xmlns:r="http://schemas.openxmlformats.org/officeDocument/2006/relationships" id="275" r:id="R490e625e822846a6"/>
    <p:sldId xmlns:r="http://schemas.openxmlformats.org/officeDocument/2006/relationships" id="276" r:id="R3d46e7fa86d245bf"/>
    <p:sldId xmlns:r="http://schemas.openxmlformats.org/officeDocument/2006/relationships" id="277" r:id="Raaac9724868e4ed1"/>
    <p:sldId xmlns:r="http://schemas.openxmlformats.org/officeDocument/2006/relationships" id="278" r:id="Rf7f638ad5c254079"/>
    <p:sldId xmlns:r="http://schemas.openxmlformats.org/officeDocument/2006/relationships" id="279" r:id="Re1acc691b39a4f15"/>
    <p:sldId xmlns:r="http://schemas.openxmlformats.org/officeDocument/2006/relationships" id="280" r:id="R6730344f86104e33"/>
    <p:sldId xmlns:r="http://schemas.openxmlformats.org/officeDocument/2006/relationships" id="281" r:id="R5c866368a0354c33"/>
    <p:sldId xmlns:r="http://schemas.openxmlformats.org/officeDocument/2006/relationships" id="282" r:id="Rc0faaf87b99441dd"/>
    <p:sldId xmlns:r="http://schemas.openxmlformats.org/officeDocument/2006/relationships" id="283" r:id="R1c3395d780b84f2a"/>
    <p:sldId xmlns:r="http://schemas.openxmlformats.org/officeDocument/2006/relationships" id="284" r:id="Rc10fcc3b213b4f3c"/>
    <p:sldId xmlns:r="http://schemas.openxmlformats.org/officeDocument/2006/relationships" id="285" r:id="R98641d3ac9364887"/>
    <p:sldId xmlns:r="http://schemas.openxmlformats.org/officeDocument/2006/relationships" id="286" r:id="Rb7223f2f382240c5"/>
    <p:sldId xmlns:r="http://schemas.openxmlformats.org/officeDocument/2006/relationships" id="287" r:id="R6d5150af381a461c"/>
    <p:sldId xmlns:r="http://schemas.openxmlformats.org/officeDocument/2006/relationships" id="288" r:id="R9fce3a9e6c6845b2"/>
    <p:sldId xmlns:r="http://schemas.openxmlformats.org/officeDocument/2006/relationships" id="289" r:id="R9e252bbad9ca426b"/>
    <p:sldId xmlns:r="http://schemas.openxmlformats.org/officeDocument/2006/relationships" id="290" r:id="Ra135cc1357c04c83"/>
    <p:sldId xmlns:r="http://schemas.openxmlformats.org/officeDocument/2006/relationships" id="291" r:id="Rc38e984fecbe40ed"/>
    <p:sldId xmlns:r="http://schemas.openxmlformats.org/officeDocument/2006/relationships" id="292" r:id="R9eb23a2738b543fc"/>
    <p:sldId xmlns:r="http://schemas.openxmlformats.org/officeDocument/2006/relationships" id="293" r:id="R609bd6997664448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3ec772221aa4877" /><Relationship Type="http://schemas.openxmlformats.org/officeDocument/2006/relationships/slideMaster" Target="/ppt/slideMasters/slideMaster1.xml" Id="Rb37ec9ac84ad418e" /><Relationship Type="http://schemas.openxmlformats.org/officeDocument/2006/relationships/notesMaster" Target="/ppt/notesMasters/notesMaster1.xml" Id="R9da65966dc81477b" /><Relationship Type="http://schemas.openxmlformats.org/officeDocument/2006/relationships/presProps" Target="/ppt/presProps.xml" Id="R083e264d72de4271" /><Relationship Type="http://schemas.openxmlformats.org/officeDocument/2006/relationships/tableStyles" Target="/ppt/tableStyles.xml" Id="Rfdb9727f73ef444b" /><Relationship Type="http://schemas.openxmlformats.org/officeDocument/2006/relationships/slide" Target="/ppt/slides/slide1.xml" Id="Rb15339e790b44f7e" /><Relationship Type="http://schemas.openxmlformats.org/officeDocument/2006/relationships/slide" Target="/ppt/slides/slide2.xml" Id="Ra478129823b44516" /><Relationship Type="http://schemas.openxmlformats.org/officeDocument/2006/relationships/slide" Target="/ppt/slides/slide3.xml" Id="R9511c3fc21564f92" /><Relationship Type="http://schemas.openxmlformats.org/officeDocument/2006/relationships/slide" Target="/ppt/slides/slide4.xml" Id="R27b9c0b812984509" /><Relationship Type="http://schemas.openxmlformats.org/officeDocument/2006/relationships/slide" Target="/ppt/slides/slide5.xml" Id="Rca4bd975335e48b4" /><Relationship Type="http://schemas.openxmlformats.org/officeDocument/2006/relationships/slide" Target="/ppt/slides/slide6.xml" Id="R9ae8d9f16f5d47aa" /><Relationship Type="http://schemas.openxmlformats.org/officeDocument/2006/relationships/slide" Target="/ppt/slides/slide7.xml" Id="R11075e81a4a94053" /><Relationship Type="http://schemas.openxmlformats.org/officeDocument/2006/relationships/slide" Target="/ppt/slides/slide8.xml" Id="R5ea2d24776e34deb" /><Relationship Type="http://schemas.openxmlformats.org/officeDocument/2006/relationships/slide" Target="/ppt/slides/slide9.xml" Id="R5c8f20864a2d4721" /><Relationship Type="http://schemas.openxmlformats.org/officeDocument/2006/relationships/slide" Target="/ppt/slides/slide10.xml" Id="R6f73cab1c63442bf" /><Relationship Type="http://schemas.openxmlformats.org/officeDocument/2006/relationships/slide" Target="/ppt/slides/slide11.xml" Id="Rb9d82725ce294224" /><Relationship Type="http://schemas.openxmlformats.org/officeDocument/2006/relationships/slide" Target="/ppt/slides/slide12.xml" Id="R1a29db6de83d4ea9" /><Relationship Type="http://schemas.openxmlformats.org/officeDocument/2006/relationships/slide" Target="/ppt/slides/slide13.xml" Id="Rd6607db5d28e420d" /><Relationship Type="http://schemas.openxmlformats.org/officeDocument/2006/relationships/slide" Target="/ppt/slides/slide14.xml" Id="R63e2fa3eb3074128" /><Relationship Type="http://schemas.openxmlformats.org/officeDocument/2006/relationships/slide" Target="/ppt/slides/slide15.xml" Id="R73c88f3dc8cd4783" /><Relationship Type="http://schemas.openxmlformats.org/officeDocument/2006/relationships/slide" Target="/ppt/slides/slide16.xml" Id="Rfad7638fd5d849ff" /><Relationship Type="http://schemas.openxmlformats.org/officeDocument/2006/relationships/slide" Target="/ppt/slides/slide17.xml" Id="Rf534cfb0f39f4926" /><Relationship Type="http://schemas.openxmlformats.org/officeDocument/2006/relationships/slide" Target="/ppt/slides/slide18.xml" Id="Rdb820bdb4d374756" /><Relationship Type="http://schemas.openxmlformats.org/officeDocument/2006/relationships/slide" Target="/ppt/slides/slide19.xml" Id="R80cf17178f164316" /><Relationship Type="http://schemas.openxmlformats.org/officeDocument/2006/relationships/slide" Target="/ppt/slides/slide20.xml" Id="R490e625e822846a6" /><Relationship Type="http://schemas.openxmlformats.org/officeDocument/2006/relationships/slide" Target="/ppt/slides/slide21.xml" Id="R3d46e7fa86d245bf" /><Relationship Type="http://schemas.openxmlformats.org/officeDocument/2006/relationships/slide" Target="/ppt/slides/slide22.xml" Id="Raaac9724868e4ed1" /><Relationship Type="http://schemas.openxmlformats.org/officeDocument/2006/relationships/slide" Target="/ppt/slides/slide23.xml" Id="Rf7f638ad5c254079" /><Relationship Type="http://schemas.openxmlformats.org/officeDocument/2006/relationships/slide" Target="/ppt/slides/slide24.xml" Id="Re1acc691b39a4f15" /><Relationship Type="http://schemas.openxmlformats.org/officeDocument/2006/relationships/slide" Target="/ppt/slides/slide25.xml" Id="R6730344f86104e33" /><Relationship Type="http://schemas.openxmlformats.org/officeDocument/2006/relationships/slide" Target="/ppt/slides/slide26.xml" Id="R5c866368a0354c33" /><Relationship Type="http://schemas.openxmlformats.org/officeDocument/2006/relationships/slide" Target="/ppt/slides/slide27.xml" Id="Rc0faaf87b99441dd" /><Relationship Type="http://schemas.openxmlformats.org/officeDocument/2006/relationships/slide" Target="/ppt/slides/slide28.xml" Id="R1c3395d780b84f2a" /><Relationship Type="http://schemas.openxmlformats.org/officeDocument/2006/relationships/slide" Target="/ppt/slides/slide29.xml" Id="Rc10fcc3b213b4f3c" /><Relationship Type="http://schemas.openxmlformats.org/officeDocument/2006/relationships/slide" Target="/ppt/slides/slide30.xml" Id="R98641d3ac9364887" /><Relationship Type="http://schemas.openxmlformats.org/officeDocument/2006/relationships/slide" Target="/ppt/slides/slide31.xml" Id="Rb7223f2f382240c5" /><Relationship Type="http://schemas.openxmlformats.org/officeDocument/2006/relationships/slide" Target="/ppt/slides/slide32.xml" Id="R6d5150af381a461c" /><Relationship Type="http://schemas.openxmlformats.org/officeDocument/2006/relationships/slide" Target="/ppt/slides/slide33.xml" Id="R9fce3a9e6c6845b2" /><Relationship Type="http://schemas.openxmlformats.org/officeDocument/2006/relationships/slide" Target="/ppt/slides/slide34.xml" Id="R9e252bbad9ca426b" /><Relationship Type="http://schemas.openxmlformats.org/officeDocument/2006/relationships/slide" Target="/ppt/slides/slide35.xml" Id="Ra135cc1357c04c83" /><Relationship Type="http://schemas.openxmlformats.org/officeDocument/2006/relationships/slide" Target="/ppt/slides/slide36.xml" Id="Rc38e984fecbe40ed" /><Relationship Type="http://schemas.openxmlformats.org/officeDocument/2006/relationships/slide" Target="/ppt/slides/slide37.xml" Id="R9eb23a2738b543fc" /><Relationship Type="http://schemas.openxmlformats.org/officeDocument/2006/relationships/slide" Target="/ppt/slides/slide38.xml" Id="R609bd699766444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1ea2d7f2bc4a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9461c7466f040c4" /><Relationship Type="http://schemas.openxmlformats.org/officeDocument/2006/relationships/notesMaster" Target="/ppt/notesMasters/notesMaster1.xml" Id="Rfd8962ae398946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9bf626f1c7ce4f8a" /><Relationship Type="http://schemas.openxmlformats.org/officeDocument/2006/relationships/notesMaster" Target="/ppt/notesMasters/notesMaster1.xml" Id="R7ee96e75b0254d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796d30650f4685" /><Relationship Type="http://schemas.openxmlformats.org/officeDocument/2006/relationships/notesMaster" Target="/ppt/notesMasters/notesMaster1.xml" Id="R20557180a555485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2c256af3cb42b1" /><Relationship Type="http://schemas.openxmlformats.org/officeDocument/2006/relationships/notesMaster" Target="/ppt/notesMasters/notesMaster1.xml" Id="R9d9b0fa212674f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51bef62e9c4891" /><Relationship Type="http://schemas.openxmlformats.org/officeDocument/2006/relationships/notesMaster" Target="/ppt/notesMasters/notesMaster1.xml" Id="Rf07c81c2b8894f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84d1fdb92c4139" /><Relationship Type="http://schemas.openxmlformats.org/officeDocument/2006/relationships/notesMaster" Target="/ppt/notesMasters/notesMaster1.xml" Id="R79fde7fb5c0f4bb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a86121abd3148ba" /><Relationship Type="http://schemas.openxmlformats.org/officeDocument/2006/relationships/notesMaster" Target="/ppt/notesMasters/notesMaster1.xml" Id="R0c2797bc7f2642c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df570feb1746d9" /><Relationship Type="http://schemas.openxmlformats.org/officeDocument/2006/relationships/notesMaster" Target="/ppt/notesMasters/notesMaster1.xml" Id="R64e08fea778144ac" /></Relationships>
</file>

<file path=ppt/notesSlides/_rels/notesSlide9.xml.rels>&#65279;<?xml version="1.0" encoding="utf-8"?><Relationships xmlns="http://schemas.openxmlformats.org/package/2006/relationships"><Relationship Type="http://schemas.openxmlformats.org/officeDocument/2006/relationships/slide" Target="/ppt/slides/slide9.xml" Id="Rf8e6f22877214c10" /><Relationship Type="http://schemas.openxmlformats.org/officeDocument/2006/relationships/notesMaster" Target="/ppt/notesMasters/notesMaster1.xml" Id="R1ef02bf99cae4ef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07a8b2327624702" /><Relationship Type="http://schemas.openxmlformats.org/officeDocument/2006/relationships/notesMaster" Target="/ppt/notesMasters/notesMaster1.xml" Id="R6164393a3c2642f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21c5df88f084e2a" /><Relationship Type="http://schemas.openxmlformats.org/officeDocument/2006/relationships/notesMaster" Target="/ppt/notesMasters/notesMaster1.xml" Id="Rcff15e2a1ff146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73fb7c6fa694f0c" /><Relationship Type="http://schemas.openxmlformats.org/officeDocument/2006/relationships/notesMaster" Target="/ppt/notesMasters/notesMaster1.xml" Id="R8157ee25b33b493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27616d532164200" /><Relationship Type="http://schemas.openxmlformats.org/officeDocument/2006/relationships/notesMaster" Target="/ppt/notesMasters/notesMaster1.xml" Id="R9a017472c4a74d1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c70631ec8af41f2" /><Relationship Type="http://schemas.openxmlformats.org/officeDocument/2006/relationships/notesMaster" Target="/ppt/notesMasters/notesMaster1.xml" Id="Rd2ce7355d6f8482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d3f598b1e044fe8" /><Relationship Type="http://schemas.openxmlformats.org/officeDocument/2006/relationships/notesMaster" Target="/ppt/notesMasters/notesMaster1.xml" Id="R0855582d583b480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2caefeb7c1a4b56" /><Relationship Type="http://schemas.openxmlformats.org/officeDocument/2006/relationships/notesMaster" Target="/ppt/notesMasters/notesMaster1.xml" Id="R7130bd0935aa476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8dc8a203fd14ba1" /><Relationship Type="http://schemas.openxmlformats.org/officeDocument/2006/relationships/notesMaster" Target="/ppt/notesMasters/notesMaster1.xml" Id="R274027cf4cec424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1121989dd684262" /><Relationship Type="http://schemas.openxmlformats.org/officeDocument/2006/relationships/notesMaster" Target="/ppt/notesMasters/notesMaster1.xml" Id="R67b29f6277e648d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a070afff32b4f05" /><Relationship Type="http://schemas.openxmlformats.org/officeDocument/2006/relationships/notesMaster" Target="/ppt/notesMasters/notesMaster1.xml" Id="R02ff22ec48a2414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4ecf784b8a94262" /><Relationship Type="http://schemas.openxmlformats.org/officeDocument/2006/relationships/notesMaster" Target="/ppt/notesMasters/notesMaster1.xml" Id="R47fa3307c6f64ed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14c1b386f9d46b5" /><Relationship Type="http://schemas.openxmlformats.org/officeDocument/2006/relationships/notesMaster" Target="/ppt/notesMasters/notesMaster1.xml" Id="R7d83b245f214425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ee2d0e64c234937" /><Relationship Type="http://schemas.openxmlformats.org/officeDocument/2006/relationships/notesMaster" Target="/ppt/notesMasters/notesMaster1.xml" Id="R01703ceb99ea4ba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8f7005128574d25" /><Relationship Type="http://schemas.openxmlformats.org/officeDocument/2006/relationships/notesMaster" Target="/ppt/notesMasters/notesMaster1.xml" Id="R7c2ef427a86b4dd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46d68d7ed4e4e74" /><Relationship Type="http://schemas.openxmlformats.org/officeDocument/2006/relationships/notesMaster" Target="/ppt/notesMasters/notesMaster1.xml" Id="R9e7a21252fe84a5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1ed1e7509ff4c46" /><Relationship Type="http://schemas.openxmlformats.org/officeDocument/2006/relationships/notesMaster" Target="/ppt/notesMasters/notesMaster1.xml" Id="R5963a37650fc4fc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7c1683754924833" /><Relationship Type="http://schemas.openxmlformats.org/officeDocument/2006/relationships/notesMaster" Target="/ppt/notesMasters/notesMaster1.xml" Id="Ra397672ccb08469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946119c14ee42c7" /><Relationship Type="http://schemas.openxmlformats.org/officeDocument/2006/relationships/notesMaster" Target="/ppt/notesMasters/notesMaster1.xml" Id="R838f49eb0f7447d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cabfbdabe35460c" /><Relationship Type="http://schemas.openxmlformats.org/officeDocument/2006/relationships/notesMaster" Target="/ppt/notesMasters/notesMaster1.xml" Id="R413f5413fda54a2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74a6b8718d446c8" /><Relationship Type="http://schemas.openxmlformats.org/officeDocument/2006/relationships/notesMaster" Target="/ppt/notesMasters/notesMaster1.xml" Id="R7dd6ff7b09ef476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80aef34853f44eb" /><Relationship Type="http://schemas.openxmlformats.org/officeDocument/2006/relationships/notesMaster" Target="/ppt/notesMasters/notesMaster1.xml" Id="R955b9a7cd0e940b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c7325afc0804e83" /><Relationship Type="http://schemas.openxmlformats.org/officeDocument/2006/relationships/notesMaster" Target="/ppt/notesMasters/notesMaster1.xml" Id="Rfe902e5cd0434c9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74e4bfff80e4273" /><Relationship Type="http://schemas.openxmlformats.org/officeDocument/2006/relationships/notesMaster" Target="/ppt/notesMasters/notesMaster1.xml" Id="R8263654d35ff40d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8361dbfd60548c0" /><Relationship Type="http://schemas.openxmlformats.org/officeDocument/2006/relationships/notesMaster" Target="/ppt/notesMasters/notesMaster1.xml" Id="Rd6459174898044c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1d3c785323f4972" /><Relationship Type="http://schemas.openxmlformats.org/officeDocument/2006/relationships/notesMaster" Target="/ppt/notesMasters/notesMaster1.xml" Id="R34f17ef492bd475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7759cc3d9924a76" /><Relationship Type="http://schemas.openxmlformats.org/officeDocument/2006/relationships/notesMaster" Target="/ppt/notesMasters/notesMaster1.xml" Id="R6eb64819c2f64f0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fad687e28034348" /><Relationship Type="http://schemas.openxmlformats.org/officeDocument/2006/relationships/notesMaster" Target="/ppt/notesMasters/notesMaster1.xml" Id="R67c3f499e0f6426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c8a805a24f4497d" /><Relationship Type="http://schemas.openxmlformats.org/officeDocument/2006/relationships/notesMaster" Target="/ppt/notesMasters/notesMaster1.xml" Id="Rfa9dc8711c7a4be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159e8ff829d49bf" /><Relationship Type="http://schemas.openxmlformats.org/officeDocument/2006/relationships/notesMaster" Target="/ppt/notesMasters/notesMaster1.xml" Id="R0be66d3b74f748c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an academic exploration platform, then frame the presentation as a development story: structure first, visual system second, interaction third, and finally the complete live website.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user goals. Emphasize that the interface does not replace the dataset; it makes a complex research dataset understandable and navigable for students, researchers, and evaluators.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roadmap for the rest of the presentation. The deck now follows the same direction as the arrows: HTML, CSS, JavaScript, and then the finished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that the presentation focuses on website development. Bootstrap supports the layout, while the custom CSS and JavaScript provide the project’s distinctive visual system and data-driven behaviour.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the HTML stage. At this point the goal is not visual polish; it is to establish meaning, hierarchy, accessibility, and a stable structure that later layers can enhance.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the metadata that makes the page robust: UTF-8, viewport scaling, document language and direction, and a meaningful title. These choices are invisible but essential.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how the hero is already functional without CSS: the heading communicates scope, the paragraph explains value, and the two anchor links create a usable navigation path.</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Discuss semantic navigation and accessibility. The toggle button is present for mobile, while language and theme buttons are placed in the same shared header across all pages.</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that the HTML already anticipates dynamic content: data-metric attributes receive summary values, map buttons carry continent keys, and table bodies have stable IDs for JavaScript rendering.</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Summarize the HTML stage. The project is now navigable, accessible, and prepared for dynamic data, but it still lacks hierarchy, brand identity, spacing, and responsive refinement.</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CSS. The design direction is academic and restrained: deep forest green for authority, warm white for calm reading, and gold for selective emphasis.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tokens reduce visual drift. A later theme change can be made at the root instead of editing every component. These exact colors come from the live project stylesheet.</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contrast strategy: the left-to-right overlay is strongest behind the copy and fades toward the village. The result communicates place and tradition without sacrificing legibility.</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responsiveness is not only shrinking. The map and table become stacked panels, card grids reduce their column count, and controls remain large enough for touch interaction.</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how the same surface treatment appears in stat cards, feature cards, tables, filters, chart panels, and comparison profiles. Consistency helps users transfer understanding between pages.</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accessibility and feedback. Hover is subtle, focus is explicit, and binary values are expressed as readable words rather than unexplained 1/0 codes.</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on the visual transformation. This screenshot is the real live project, not a mock-up. The interface is now polished, but the values and records still need JavaScript to become dynamic.</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JavaScript. The design already contains placeholders and stable IDs; JavaScript now supplies real API data, keeps application state, and responds to user input.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separation of concerns: fetching is centralized, fields are normalized into predictable names, and each page renderer consumes the same application state. This makes future database changes easier to manage.</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a concrete example: clicking the Africa map marker opens the explorer with continent=Africa in the URL, the select control is populated, and the table immediately shows the 726 matching API records.</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server-side stage. The frontend is the visible interface, Flask performs the processing, and MySQL stores the research records. Click 1: show Frontend. Click 2: show Backend. Click 3: show Database and the complete three-layer relationship.</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the project needs a backend: multiple pages need consistent access to the same dataset. The backend centralizes data access, pagination, summary calculations, validation, and errors instead of allowing the browser to connect directly to MySQL. Click 1: reveal record access. Click 2: reveal discovery and summaries. Click 3: reveal reliability and the final flow.</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each real technology in one sentence. Python holds the application logic, Flask maps URLs to functions, mysql-connector-python manages MySQL connections, JSON carries data, Flask-CORS permits the two local frontend origins, and python-dotenv loads settings. Click 1: reveal Python and Flask. Click 2: reveal MySQL and its connector. Click 3: reveal JSON, CORS, and dotenv.</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down the exact backend-flask folder. app.py is the entry point, config.py owns environment-backed configuration, db.py owns database access, and routes/api.py owns HTTP endpoints. Mention that migrations and diagnostic scripts are separate maintenance tools, not part of a normal page request. Click 1: show the tree. Click 2: explain startup and configuration. Click 3: explain database and route files.</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factory line by line. Flask creates the application object, Config supplies settings, CORS permits the two verified local origins, init_pool stores database settings, and register_blueprint activates the /api routes. After create_app returns, the module-level app is ready to run. Click 1: show the Python file. Click 2: build the Flask app. Click 3: attach configuration, pool, and routes.</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Python runs the code inside this guard only when app.py is launched directly. The host accepts local network interfaces, the port comes from Config and defaults to 3000, and debug and the reloader are disabled. The frontend base URL uses the same port. Click 1: show the startup guard. Click 2: reveal host and port. Click 3: reveal the local API address.</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endpoint in beginner-friendly language. The Blueprint adds the /api prefix, @api.get connects the GET path to continents(), the function queries a summary view, and jsonify returns a predictable success/data object. Click 1: reveal the URL. Click 2: reveal the Python function. Click 3: reveal the database call and JSON response.</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the two real files. JavaScript combines API_BASE_URL with the endpoint, sends an HTTP GET request, and reads response.json(). Flask matches /api/groups and begins the groups() function. Click 1: show the JavaScript request. Click 2: wipe the HTTP GET arrow. Click 3: show the Flask endpoint. Click 4: highlight response.json() as the return path.</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URL from left to right. request.args is Flask’s access to query-string values. page and limit receive defaults and positive-integer validation; search, continent, region, and any_tpi are optional. Click 1: reveal the example URL. Click 2: map continent. Click 3: map page and limit. Click 4: reveal validation behavior.</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 connection pool reuses a limited set of database connections instead of creating one from nothing for every query. Config values come from .env through config.py; no real password is displayed. A route asks the pool for a connection, creates a dictionary cursor, and returns the connection after use. Click 1: show Flask. Click 2: show the connector pool. Click 3: show MySQL and the redacted environment settings.</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SELECT, FROM, optional WHERE conditions, stable ORDER BY, and LIMIT/OFFSET. The code appends only known SQL fragments and stores user values separately. db.py then passes the query and parameter tuple to cursor.execute. Click 1: reveal the filter condition. Click 2: reveal the SELECT query. Click 3: reveal cursor.execute. Click 4: explain why separate parameters are safer than string concatenation.</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dictionary=True produces named fields instead of unnamed tuples. fetchall retrieves rows, _json_row converts Decimal and byte values, and finally always closes the cursor and returns the pooled connection. The route wraps rows and the exact pagination keys in jsonify. Click 1: show the database rows. Click 2: show cleanup. Click 3: reveal success and groups. Click 4: reveal the pagination object. Click 5: return the JSON to JavaScript.</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precise about the implementation. The current frontend calls /groups in pages of 100, combines and normalizes the records, then applyExplorerFilters filters state.groups in the browser. Separately, the Flask route already accepts search, continent, region, and any_tpi for direct or future server-side filtering. Click 1: show the current UI path. Click 2: show the Africa result. Click 3: reveal the backend filter capability. Do not claim the current control change sends a new filtered API request.</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aggregates in simple terms. COUNT totals rows or distinct values, SUM counts records where any_tpi equals 1, COALESCE replaces a null total with zero, GROUP BY produces one row per country, and ORDER BY plus LIMIT selects the top ten. JavaScript requests /stats and /top-countries and renders the returned values into metrics and charts. Click 1: show /stats. Click 2: explain COUNT and SUM. Click 3: show top-country GROUP BY. Click 4: reveal the live chart result.</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how the project rejects non-digit, zero, negative, or excessively large positive-integer fields and caps limit at 100. A missing group returns a real 404 JSON response. app.py catches HTTP errors and unexpected exceptions; the latter are logged but hidden behind a generic message. Click 1: reveal integer validation. Click 2: reveal the limit rule. Click 3: reveal 404. Click 4: step through 200, 400, 404, 500, and 503.</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one real page load from beginning to end. The browser never connects directly to MySQL. JavaScript requests page 1 with limit 100, Flask validates and queries, MySQL returns rows, Flask returns exact groups and pagination JSON, JavaScript loads remaining pages, normalizes the records, and renders the explorer. Click 1: user action. Click 2: JavaScript request. Click 3: Flask route. Click 4: Python query preparation. Click 5: MySQL result. Click 6: JSON response. Click 7: JavaScript normalization. Click 8: updated interface. End with the three responsibility statements.</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full-stack synthesis. HTML provides meaning, CSS provides visual design, JavaScript manages browser interaction, and Flask plus MySQL process and store the live data. Click 1: reveal HTML. Click 2: add CSS. Click 3: add JavaScript. Click 4: add Flask and MySQL. Click 5: reveal the complete full-stack research website.</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development presentation and hand over to the live full-stack demonstration. Confirm the responsive frontend, Flask backend, MySQL database, JSON API, search and filtering, visualisations, and bilingual interface. Then open the website and show one complete request from the interface to the database and back.</a:t>
            </a:r>
          </a:p>
          <a:p xmlns:a="http://schemas.openxmlformats.org/drawingml/2006/main">
            <a:r>
              <a:t>PowerPoint finalization: apply Morph transition to this slide (0.8 seconds, on click) so repeated objects transform smoothly from the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e3771ba92d44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98f8f9babe4c99" /><Relationship Type="http://schemas.openxmlformats.org/officeDocument/2006/relationships/slideLayout" Target="/ppt/slideLayouts/slideLayout1.xml" Id="R91ef408276d7416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ef408276d7416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ab6a4e3c25c4540" /><Relationship Type="http://schemas.openxmlformats.org/officeDocument/2006/relationships/image" Target="/ppt/media/image.jpeg" Id="R1349b58f7c95411a" /><Relationship Type="http://schemas.openxmlformats.org/officeDocument/2006/relationships/notesSlide" Target="/ppt/notesSlides/notesSlide1.xml" Id="Rdeb416535afd4d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28d39f97f234353" /><Relationship Type="http://schemas.openxmlformats.org/officeDocument/2006/relationships/notesSlide" Target="/ppt/notesSlides/notesSlide2.xml" Id="Rf2f9d49322ee42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413cda2f42e4406" /><Relationship Type="http://schemas.openxmlformats.org/officeDocument/2006/relationships/notesSlide" Target="/ppt/notesSlides/notesSlide3.xml" Id="R58a349b1908642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bb43eb3ddf349bd" /><Relationship Type="http://schemas.openxmlformats.org/officeDocument/2006/relationships/notesSlide" Target="/ppt/notesSlides/notesSlide4.xml" Id="R2aeaa4e68ec141f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d3ee9ef05bb4f66" /><Relationship Type="http://schemas.openxmlformats.org/officeDocument/2006/relationships/notesSlide" Target="/ppt/notesSlides/notesSlide5.xml" Id="R1267e0d249d041e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084c92c309244b5" /><Relationship Type="http://schemas.openxmlformats.org/officeDocument/2006/relationships/notesSlide" Target="/ppt/notesSlides/notesSlide6.xml" Id="R832d0d78bcf74e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fc7499b2b8c47c3" /><Relationship Type="http://schemas.openxmlformats.org/officeDocument/2006/relationships/notesSlide" Target="/ppt/notesSlides/notesSlide7.xml" Id="Rd82739f1407e44f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9a6349f1ac74aff" /><Relationship Type="http://schemas.openxmlformats.org/officeDocument/2006/relationships/notesSlide" Target="/ppt/notesSlides/notesSlide8.xml" Id="Rf7b2aae48641467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c87089c4c83411a" /><Relationship Type="http://schemas.openxmlformats.org/officeDocument/2006/relationships/notesSlide" Target="/ppt/notesSlides/notesSlide9.xml" Id="Rc6de49e7e86048a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9f7ff83f3d246d1" /><Relationship Type="http://schemas.openxmlformats.org/officeDocument/2006/relationships/notesSlide" Target="/ppt/notesSlides/notesSlide10.xml" Id="Rc728624fcf504b2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54429e8f3354b40" /><Relationship Type="http://schemas.openxmlformats.org/officeDocument/2006/relationships/notesSlide" Target="/ppt/notesSlides/notesSlide11.xml" Id="Rd2434a373fbe4b3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3679ba927f64f9a" /><Relationship Type="http://schemas.openxmlformats.org/officeDocument/2006/relationships/notesSlide" Target="/ppt/notesSlides/notesSlide12.xml" Id="R8433e339a0f0434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72d62351ba64a43" /><Relationship Type="http://schemas.openxmlformats.org/officeDocument/2006/relationships/image" Target="/ppt/media/image2.jpeg" Id="Rcab9d08a27cc4a48" /><Relationship Type="http://schemas.openxmlformats.org/officeDocument/2006/relationships/notesSlide" Target="/ppt/notesSlides/notesSlide13.xml" Id="R1e8049c2cf7e49d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54319b8d93348e9" /><Relationship Type="http://schemas.openxmlformats.org/officeDocument/2006/relationships/notesSlide" Target="/ppt/notesSlides/notesSlide14.xml" Id="R6de2956373fa4d5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5809f3fd33a46c7" /><Relationship Type="http://schemas.openxmlformats.org/officeDocument/2006/relationships/notesSlide" Target="/ppt/notesSlides/notesSlide15.xml" Id="R3f82eb05cca446f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c71d7a933e2437b" /><Relationship Type="http://schemas.openxmlformats.org/officeDocument/2006/relationships/notesSlide" Target="/ppt/notesSlides/notesSlide16.xml" Id="Rd4afb689d4474b6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448924f3856422c" /><Relationship Type="http://schemas.openxmlformats.org/officeDocument/2006/relationships/image" Target="/ppt/media/image3.jpeg" Id="R1e8d3f237c9e40a0" /><Relationship Type="http://schemas.openxmlformats.org/officeDocument/2006/relationships/notesSlide" Target="/ppt/notesSlides/notesSlide17.xml" Id="Ra9bfba58f27b437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f2d0b4d2d7d4091" /><Relationship Type="http://schemas.openxmlformats.org/officeDocument/2006/relationships/notesSlide" Target="/ppt/notesSlides/notesSlide18.xml" Id="R51ffd81715674cf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7849d698c0c447a" /><Relationship Type="http://schemas.openxmlformats.org/officeDocument/2006/relationships/notesSlide" Target="/ppt/notesSlides/notesSlide19.xml" Id="R87a0e5324fb8427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1c0c3f717fd4b07" /><Relationship Type="http://schemas.openxmlformats.org/officeDocument/2006/relationships/image" Target="/ppt/media/image4.jpeg" Id="Rcad19d658c7949b4" /><Relationship Type="http://schemas.openxmlformats.org/officeDocument/2006/relationships/notesSlide" Target="/ppt/notesSlides/notesSlide20.xml" Id="R6f515bd42cb74df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de313d2fa854b57" /><Relationship Type="http://schemas.openxmlformats.org/officeDocument/2006/relationships/notesSlide" Target="/ppt/notesSlides/notesSlide21.xml" Id="R604f82987edf4cb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3be4a9bce7a4210" /><Relationship Type="http://schemas.openxmlformats.org/officeDocument/2006/relationships/notesSlide" Target="/ppt/notesSlides/notesSlide22.xml" Id="R329d56644086416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2eec67bf464483f" /><Relationship Type="http://schemas.openxmlformats.org/officeDocument/2006/relationships/notesSlide" Target="/ppt/notesSlides/notesSlide23.xml" Id="R4f01d71d43f147f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7b6369c2cfc4815" /><Relationship Type="http://schemas.openxmlformats.org/officeDocument/2006/relationships/notesSlide" Target="/ppt/notesSlides/notesSlide24.xml" Id="Red825135e98548f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360b4207c0c4312" /><Relationship Type="http://schemas.openxmlformats.org/officeDocument/2006/relationships/notesSlide" Target="/ppt/notesSlides/notesSlide25.xml" Id="Rbacac6cb8cfb48d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993d379454e45a1" /><Relationship Type="http://schemas.openxmlformats.org/officeDocument/2006/relationships/notesSlide" Target="/ppt/notesSlides/notesSlide26.xml" Id="R06e27ec727354e1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13de633ca054819" /><Relationship Type="http://schemas.openxmlformats.org/officeDocument/2006/relationships/notesSlide" Target="/ppt/notesSlides/notesSlide27.xml" Id="R59fabd4e4d11482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ab09997c22b404f" /><Relationship Type="http://schemas.openxmlformats.org/officeDocument/2006/relationships/notesSlide" Target="/ppt/notesSlides/notesSlide28.xml" Id="Raf71e231fc2d4c9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12930a3340e48cd" /><Relationship Type="http://schemas.openxmlformats.org/officeDocument/2006/relationships/notesSlide" Target="/ppt/notesSlides/notesSlide29.xml" Id="R645481946c3243c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3b0c343767e34c77" /><Relationship Type="http://schemas.openxmlformats.org/officeDocument/2006/relationships/notesSlide" Target="/ppt/notesSlides/notesSlide30.xml" Id="R17676258aeac43b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eac735412eaf4bfa" /><Relationship Type="http://schemas.openxmlformats.org/officeDocument/2006/relationships/notesSlide" Target="/ppt/notesSlides/notesSlide31.xml" Id="Rf8c175b1631c46e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17f7bcc9daf4351" /><Relationship Type="http://schemas.openxmlformats.org/officeDocument/2006/relationships/notesSlide" Target="/ppt/notesSlides/notesSlide32.xml" Id="Rff62cccba22d4ac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66a531e4c8864d28" /><Relationship Type="http://schemas.openxmlformats.org/officeDocument/2006/relationships/image" Target="/ppt/media/image5.jpeg" Id="R45767b4d666947b1" /><Relationship Type="http://schemas.openxmlformats.org/officeDocument/2006/relationships/notesSlide" Target="/ppt/notesSlides/notesSlide33.xml" Id="R644bf114b60c476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29b948836bd4d71" /><Relationship Type="http://schemas.openxmlformats.org/officeDocument/2006/relationships/image" Target="/ppt/media/image6.jpeg" Id="R624bbc9d9f254e6a" /><Relationship Type="http://schemas.openxmlformats.org/officeDocument/2006/relationships/notesSlide" Target="/ppt/notesSlides/notesSlide34.xml" Id="R354fb36ae0194b6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ef27b579efe3425a" /><Relationship Type="http://schemas.openxmlformats.org/officeDocument/2006/relationships/notesSlide" Target="/ppt/notesSlides/notesSlide35.xml" Id="R267aeaedaf994c9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d29cc628b1264569" /><Relationship Type="http://schemas.openxmlformats.org/officeDocument/2006/relationships/notesSlide" Target="/ppt/notesSlides/notesSlide36.xml" Id="R9c2ee1abe21949c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84bbc8b5a1d54a5a" /><Relationship Type="http://schemas.openxmlformats.org/officeDocument/2006/relationships/image" Target="/ppt/media/image7.jpeg" Id="Rdc94ffa9d2714a81" /><Relationship Type="http://schemas.openxmlformats.org/officeDocument/2006/relationships/notesSlide" Target="/ppt/notesSlides/notesSlide37.xml" Id="R9c50791dd62141f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a15fa714cf9844c9" /><Relationship Type="http://schemas.openxmlformats.org/officeDocument/2006/relationships/image" Target="/ppt/media/image8.jpeg" Id="R0353951f5a5d4c63" /><Relationship Type="http://schemas.openxmlformats.org/officeDocument/2006/relationships/notesSlide" Target="/ppt/notesSlides/notesSlide38.xml" Id="R5082db8588c14371" /></Relationships>
</file>

<file path=ppt/slides/slide1.xml><?xml version="1.0" encoding="utf-8"?>
<p:sld xmlns:p="http://schemas.openxmlformats.org/presentationml/2006/main">
  <p:cSld>
    <p:bg>
      <p:bgPr>
        <a:solidFill xmlns:a="http://schemas.openxmlformats.org/drawingml/2006/main">
          <a:srgbClr val="071B12"/>
        </a:solidFill>
      </p:bgPr>
    </p:bg>
    <p:spTree>
      <p:nvGrpSpPr>
        <p:cNvPr id="1" name=""/>
        <p:cNvGrpSpPr/>
        <p:nvPr/>
      </p:nvGrpSpPr>
      <p:grpSpPr>
        <a:xfrm xmlns:a="http://schemas.openxmlformats.org/drawingml/2006/main"/>
      </p:grpSpPr>
      <p:sp>
        <p:nvSpPr>
          <p:cNvPr id="17" name="top-accent">
            <a:extLst xmlns:a="http://schemas.openxmlformats.org/drawingml/2006/main">
              <a:ext uri="{FF2B5EF4-FFF2-40B4-BE49-F238E27FC236}">
                <a16:creationId xmlns:a16="http://schemas.microsoft.com/office/drawing/2014/main" id="{2C0546B4-805F-4C6C-9F49-7198B58C28F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BC276059-6D9D-4567-B9EF-1773C9E1614B}"/>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TRADITIONAL GOVERNMENTS DATABASE &amp; EXPLORER</a:t>
            </a:r>
          </a:p>
        </p:txBody>
      </p:sp>
      <p:sp>
        <p:nvSpPr>
          <p:cNvPr id="3" name="slide-number">
            <a:extLst xmlns:a="http://schemas.openxmlformats.org/drawingml/2006/main">
              <a:ext uri="{FF2B5EF4-FFF2-40B4-BE49-F238E27FC236}">
                <a16:creationId xmlns:a16="http://schemas.microsoft.com/office/drawing/2014/main" id="{E8295D0F-7BD1-4B65-856E-73D3C3373717}"/>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01</a:t>
            </a:r>
          </a:p>
        </p:txBody>
      </p:sp>
      <p:sp>
        <p:nvSpPr>
          <p:cNvPr id="4" name="">
            <a:extLst xmlns:a="http://schemas.openxmlformats.org/drawingml/2006/main">
              <a:ext uri="{FF2B5EF4-FFF2-40B4-BE49-F238E27FC236}">
                <a16:creationId xmlns:a16="http://schemas.microsoft.com/office/drawing/2014/main" id="{37085C96-56BF-4DDF-B671-AA6CE99E7ED0}"/>
              </a:ext>
            </a:extLst>
          </p:cNvPr>
          <p:cNvSpPr>
            <a:spLocks xmlns:a="http://schemas.openxmlformats.org/drawingml/2006/main" noGrp="1"/>
          </p:cNvSpPr>
          <p:nvPr/>
        </p:nvSpPr>
        <p:spPr>
          <a:xfrm xmlns:a="http://schemas.openxmlformats.org/drawingml/2006/main">
            <a:off x="0" y="95250"/>
            <a:ext cx="5238750" cy="6762750"/>
          </a:xfrm>
          <a:prstGeom xmlns:a="http://schemas.openxmlformats.org/drawingml/2006/main" prst="rect">
            <a:avLst/>
          </a:prstGeom>
          <a:solidFill xmlns:a="http://schemas.openxmlformats.org/drawingml/2006/main">
            <a:srgbClr val="071B12"/>
          </a:solidFill>
          <a:ln xmlns:a="http://schemas.openxmlformats.org/drawingml/2006/main" w="0">
            <a:noFill/>
            <a:prstDash val="solid"/>
          </a:ln>
        </p:spPr>
      </p:sp>
      <p:sp>
        <p:nvSpPr>
          <p:cNvPr id="5" name="cover-title">
            <a:extLst xmlns:a="http://schemas.openxmlformats.org/drawingml/2006/main">
              <a:ext uri="{FF2B5EF4-FFF2-40B4-BE49-F238E27FC236}">
                <a16:creationId xmlns:a16="http://schemas.microsoft.com/office/drawing/2014/main" id="{07A32D24-DEC1-4E95-8FDC-DD9C7EF5D12F}"/>
              </a:ext>
            </a:extLst>
          </p:cNvPr>
          <p:cNvSpPr>
            <a:spLocks xmlns:a="http://schemas.openxmlformats.org/drawingml/2006/main" noGrp="1"/>
          </p:cNvSpPr>
          <p:nvPr/>
        </p:nvSpPr>
        <p:spPr>
          <a:xfrm xmlns:a="http://schemas.openxmlformats.org/drawingml/2006/main">
            <a:off x="666750" y="1428750"/>
            <a:ext cx="41910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300" b="1" i="0">
                <a:solidFill>
                  <a:srgbClr val="FFFEFA"/>
                </a:solidFill>
              </a:defRPr>
            </a:pPr>
            <a:r>
              <a:rPr sz="3300" b="1" i="0">
                <a:solidFill>
                  <a:srgbClr val="FFFEFA"/>
                </a:solidFill>
              </a:rPr>
              <a:t>Traditional Governments</a:t>
            </a:r>
          </a:p>
          <a:p xmlns:a="http://schemas.openxmlformats.org/drawingml/2006/main">
            <a:pPr>
              <a:defRPr sz="3300" b="1" i="0">
                <a:solidFill>
                  <a:srgbClr val="FFFEFA"/>
                </a:solidFill>
              </a:defRPr>
            </a:pPr>
            <a:r>
              <a:rPr sz="3300" b="1" i="0">
                <a:solidFill>
                  <a:srgbClr val="FFFEFA"/>
                </a:solidFill>
              </a:rPr>
              <a:t>Database &amp; Explorer</a:t>
            </a:r>
          </a:p>
        </p:txBody>
      </p:sp>
      <p:sp>
        <p:nvSpPr>
          <p:cNvPr id="6" name="">
            <a:extLst xmlns:a="http://schemas.openxmlformats.org/drawingml/2006/main">
              <a:ext uri="{FF2B5EF4-FFF2-40B4-BE49-F238E27FC236}">
                <a16:creationId xmlns:a16="http://schemas.microsoft.com/office/drawing/2014/main" id="{10269893-356D-4373-A4F9-C3DEDB35A50C}"/>
              </a:ext>
            </a:extLst>
          </p:cNvPr>
          <p:cNvSpPr>
            <a:spLocks xmlns:a="http://schemas.openxmlformats.org/drawingml/2006/main" noGrp="1"/>
          </p:cNvSpPr>
          <p:nvPr/>
        </p:nvSpPr>
        <p:spPr>
          <a:xfrm xmlns:a="http://schemas.openxmlformats.org/drawingml/2006/main">
            <a:off x="685800" y="3219450"/>
            <a:ext cx="3905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0" i="0">
                <a:solidFill>
                  <a:srgbClr val="C8D4CD"/>
                </a:solidFill>
              </a:defRPr>
            </a:pPr>
            <a:r>
              <a:rPr sz="1575" b="0" i="0">
                <a:solidFill>
                  <a:srgbClr val="C8D4CD"/>
                </a:solidFill>
              </a:rPr>
              <a:t>From blank browser to a complete, data-driven academic website</a:t>
            </a:r>
          </a:p>
        </p:txBody>
      </p:sp>
      <p:sp>
        <p:nvSpPr>
          <p:cNvPr id="7" name="">
            <a:extLst xmlns:a="http://schemas.openxmlformats.org/drawingml/2006/main">
              <a:ext uri="{FF2B5EF4-FFF2-40B4-BE49-F238E27FC236}">
                <a16:creationId xmlns:a16="http://schemas.microsoft.com/office/drawing/2014/main" id="{0BE7F53B-9EA8-473F-B7F3-FCE6A3107416}"/>
              </a:ext>
            </a:extLst>
          </p:cNvPr>
          <p:cNvSpPr>
            <a:spLocks xmlns:a="http://schemas.openxmlformats.org/drawingml/2006/main" noGrp="1"/>
          </p:cNvSpPr>
          <p:nvPr/>
        </p:nvSpPr>
        <p:spPr>
          <a:xfrm xmlns:a="http://schemas.openxmlformats.org/drawingml/2006/main">
            <a:off x="685800" y="4362450"/>
            <a:ext cx="895350" cy="285750"/>
          </a:xfrm>
          <a:prstGeom xmlns:a="http://schemas.openxmlformats.org/drawingml/2006/main" prst="roundRect">
            <a:avLst>
              <a:gd name="adj" fmla="val 26667"/>
            </a:avLst>
          </a:prstGeom>
          <a:solidFill xmlns:a="http://schemas.openxmlformats.org/drawingml/2006/main">
            <a:srgbClr val="1A4A3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B34D6EF-54E3-4E8E-9B79-0AB71930327E}"/>
              </a:ext>
            </a:extLst>
          </p:cNvPr>
          <p:cNvSpPr>
            <a:spLocks xmlns:a="http://schemas.openxmlformats.org/drawingml/2006/main" noGrp="1"/>
          </p:cNvSpPr>
          <p:nvPr/>
        </p:nvSpPr>
        <p:spPr>
          <a:xfrm xmlns:a="http://schemas.openxmlformats.org/drawingml/2006/main">
            <a:off x="781050" y="4419600"/>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HTML5</a:t>
            </a:r>
          </a:p>
        </p:txBody>
      </p:sp>
      <p:sp>
        <p:nvSpPr>
          <p:cNvPr id="9" name="">
            <a:extLst xmlns:a="http://schemas.openxmlformats.org/drawingml/2006/main">
              <a:ext uri="{FF2B5EF4-FFF2-40B4-BE49-F238E27FC236}">
                <a16:creationId xmlns:a16="http://schemas.microsoft.com/office/drawing/2014/main" id="{B9E1A920-47CA-4C2F-A9E8-D900AD4BC31F}"/>
              </a:ext>
            </a:extLst>
          </p:cNvPr>
          <p:cNvSpPr>
            <a:spLocks xmlns:a="http://schemas.openxmlformats.org/drawingml/2006/main" noGrp="1"/>
          </p:cNvSpPr>
          <p:nvPr/>
        </p:nvSpPr>
        <p:spPr>
          <a:xfrm xmlns:a="http://schemas.openxmlformats.org/drawingml/2006/main">
            <a:off x="1676400" y="4362450"/>
            <a:ext cx="819150" cy="285750"/>
          </a:xfrm>
          <a:prstGeom xmlns:a="http://schemas.openxmlformats.org/drawingml/2006/main" prst="roundRect">
            <a:avLst>
              <a:gd name="adj" fmla="val 26667"/>
            </a:avLst>
          </a:prstGeom>
          <a:solidFill xmlns:a="http://schemas.openxmlformats.org/drawingml/2006/main">
            <a:srgbClr val="1A4A3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1678D10-408B-41B8-B7B6-201D4B2C6F84}"/>
              </a:ext>
            </a:extLst>
          </p:cNvPr>
          <p:cNvSpPr>
            <a:spLocks xmlns:a="http://schemas.openxmlformats.org/drawingml/2006/main" noGrp="1"/>
          </p:cNvSpPr>
          <p:nvPr/>
        </p:nvSpPr>
        <p:spPr>
          <a:xfrm xmlns:a="http://schemas.openxmlformats.org/drawingml/2006/main">
            <a:off x="1771650" y="441960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CSS3</a:t>
            </a:r>
          </a:p>
        </p:txBody>
      </p:sp>
      <p:sp>
        <p:nvSpPr>
          <p:cNvPr id="11" name="">
            <a:extLst xmlns:a="http://schemas.openxmlformats.org/drawingml/2006/main">
              <a:ext uri="{FF2B5EF4-FFF2-40B4-BE49-F238E27FC236}">
                <a16:creationId xmlns:a16="http://schemas.microsoft.com/office/drawing/2014/main" id="{551547F1-A10D-4458-B848-AC67B4525805}"/>
              </a:ext>
            </a:extLst>
          </p:cNvPr>
          <p:cNvSpPr>
            <a:spLocks xmlns:a="http://schemas.openxmlformats.org/drawingml/2006/main" noGrp="1"/>
          </p:cNvSpPr>
          <p:nvPr/>
        </p:nvSpPr>
        <p:spPr>
          <a:xfrm xmlns:a="http://schemas.openxmlformats.org/drawingml/2006/main">
            <a:off x="2590800" y="4362450"/>
            <a:ext cx="1162050" cy="285750"/>
          </a:xfrm>
          <a:prstGeom xmlns:a="http://schemas.openxmlformats.org/drawingml/2006/main" prst="roundRect">
            <a:avLst>
              <a:gd name="adj" fmla="val 26667"/>
            </a:avLst>
          </a:prstGeom>
          <a:solidFill xmlns:a="http://schemas.openxmlformats.org/drawingml/2006/main">
            <a:srgbClr val="1A4A3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A8FDEC3-8A4D-437E-8E60-D65FBA62E855}"/>
              </a:ext>
            </a:extLst>
          </p:cNvPr>
          <p:cNvSpPr>
            <a:spLocks xmlns:a="http://schemas.openxmlformats.org/drawingml/2006/main" noGrp="1"/>
          </p:cNvSpPr>
          <p:nvPr/>
        </p:nvSpPr>
        <p:spPr>
          <a:xfrm xmlns:a="http://schemas.openxmlformats.org/drawingml/2006/main">
            <a:off x="2686050" y="441960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JavaScript</a:t>
            </a:r>
          </a:p>
        </p:txBody>
      </p:sp>
      <p:sp>
        <p:nvSpPr>
          <p:cNvPr id="13" name="">
            <a:extLst xmlns:a="http://schemas.openxmlformats.org/drawingml/2006/main">
              <a:ext uri="{FF2B5EF4-FFF2-40B4-BE49-F238E27FC236}">
                <a16:creationId xmlns:a16="http://schemas.microsoft.com/office/drawing/2014/main" id="{AD658ED4-D79B-484B-9D31-972046BCFD56}"/>
              </a:ext>
            </a:extLst>
          </p:cNvPr>
          <p:cNvSpPr>
            <a:spLocks xmlns:a="http://schemas.openxmlformats.org/drawingml/2006/main" noGrp="1"/>
          </p:cNvSpPr>
          <p:nvPr/>
        </p:nvSpPr>
        <p:spPr>
          <a:xfrm xmlns:a="http://schemas.openxmlformats.org/drawingml/2006/main">
            <a:off x="3848100" y="4362450"/>
            <a:ext cx="1200150" cy="285750"/>
          </a:xfrm>
          <a:prstGeom xmlns:a="http://schemas.openxmlformats.org/drawingml/2006/main" prst="roundRect">
            <a:avLst>
              <a:gd name="adj" fmla="val 26667"/>
            </a:avLst>
          </a:prstGeom>
          <a:solidFill xmlns:a="http://schemas.openxmlformats.org/drawingml/2006/main">
            <a:srgbClr val="C8A96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157540C-ADED-442A-85B4-E6BB730CF33A}"/>
              </a:ext>
            </a:extLst>
          </p:cNvPr>
          <p:cNvSpPr>
            <a:spLocks xmlns:a="http://schemas.openxmlformats.org/drawingml/2006/main" noGrp="1"/>
          </p:cNvSpPr>
          <p:nvPr/>
        </p:nvSpPr>
        <p:spPr>
          <a:xfrm xmlns:a="http://schemas.openxmlformats.org/drawingml/2006/main">
            <a:off x="3943350" y="44196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071B12"/>
                </a:solidFill>
              </a:defRPr>
            </a:pPr>
            <a:r>
              <a:rPr sz="900" b="1" i="0">
                <a:solidFill>
                  <a:srgbClr val="071B12"/>
                </a:solidFill>
              </a:rPr>
              <a:t>Bootstrap 5</a:t>
            </a:r>
          </a:p>
        </p:txBody>
      </p:sp>
      <p:sp>
        <p:nvSpPr>
          <p:cNvPr id="15" name="cover-browser-frame">
            <a:extLst xmlns:a="http://schemas.openxmlformats.org/drawingml/2006/main">
              <a:ext uri="{FF2B5EF4-FFF2-40B4-BE49-F238E27FC236}">
                <a16:creationId xmlns:a16="http://schemas.microsoft.com/office/drawing/2014/main" id="{EFDCED57-4D7B-4C22-BE2A-2AE7AD66414E}"/>
              </a:ext>
            </a:extLst>
          </p:cNvPr>
          <p:cNvSpPr>
            <a:spLocks xmlns:a="http://schemas.openxmlformats.org/drawingml/2006/main" noGrp="1"/>
          </p:cNvSpPr>
          <p:nvPr/>
        </p:nvSpPr>
        <p:spPr>
          <a:xfrm xmlns:a="http://schemas.openxmlformats.org/drawingml/2006/main">
            <a:off x="5429250" y="685800"/>
            <a:ext cx="6153150" cy="5429250"/>
          </a:xfrm>
          <a:prstGeom xmlns:a="http://schemas.openxmlformats.org/drawingml/2006/main" prst="roundRect">
            <a:avLst>
              <a:gd name="adj" fmla="val 1404"/>
            </a:avLst>
          </a:prstGeom>
          <a:solidFill xmlns:a="http://schemas.openxmlformats.org/drawingml/2006/main">
            <a:srgbClr val="0B2418"/>
          </a:solidFill>
          <a:ln xmlns:a="http://schemas.openxmlformats.org/drawingml/2006/main" w="9525">
            <a:solidFill>
              <a:srgbClr val="315440"/>
            </a:solid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1349b58f7c95411a"/>
          <a:srcRect xmlns:a="http://schemas.openxmlformats.org/drawingml/2006/main" l="14287" t="0" r="14287" b="0"/>
          <a:stretch xmlns:a="http://schemas.openxmlformats.org/drawingml/2006/main">
            <a:fillRect l="0" t="0" r="0" b="0"/>
          </a:stretch>
        </p:blipFill>
        <p:spPr>
          <a:xfrm xmlns:a="http://schemas.openxmlformats.org/drawingml/2006/main">
            <a:off x="5600700" y="857250"/>
            <a:ext cx="5810250" cy="5086350"/>
          </a:xfrm>
          <a:prstGeom xmlns:a="http://schemas.openxmlformats.org/drawingml/2006/main" prst="roundRect">
            <a:avLst/>
          </a:prstGeom>
        </p:spPr>
      </p:pic>
    </p:spTree>
    <p:extLst>
      <p:ext uri="{BB962C8B-B14F-4D97-AF65-F5344CB8AC3E}">
        <p14:creationId xmlns:p14="http://schemas.microsoft.com/office/powerpoint/2010/main" val="819495710"/>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3" name="top-accent">
            <a:extLst xmlns:a="http://schemas.openxmlformats.org/drawingml/2006/main">
              <a:ext uri="{FF2B5EF4-FFF2-40B4-BE49-F238E27FC236}">
                <a16:creationId xmlns:a16="http://schemas.microsoft.com/office/drawing/2014/main" id="{6322D930-5E82-4255-AF1D-C2BA8A259BB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17FB3A6D-027C-4642-AC31-58A91E742BA2}"/>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PROJECT FOUNDATION</a:t>
            </a:r>
          </a:p>
        </p:txBody>
      </p:sp>
      <p:sp>
        <p:nvSpPr>
          <p:cNvPr id="3" name="slide-number">
            <a:extLst xmlns:a="http://schemas.openxmlformats.org/drawingml/2006/main">
              <a:ext uri="{FF2B5EF4-FFF2-40B4-BE49-F238E27FC236}">
                <a16:creationId xmlns:a16="http://schemas.microsoft.com/office/drawing/2014/main" id="{4099B74E-4C2C-4DC6-86A4-26F3F4251633}"/>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02</a:t>
            </a:r>
          </a:p>
        </p:txBody>
      </p:sp>
      <p:sp>
        <p:nvSpPr>
          <p:cNvPr id="4" name="slide-title">
            <a:extLst xmlns:a="http://schemas.openxmlformats.org/drawingml/2006/main">
              <a:ext uri="{FF2B5EF4-FFF2-40B4-BE49-F238E27FC236}">
                <a16:creationId xmlns:a16="http://schemas.microsoft.com/office/drawing/2014/main" id="{55FDFA4B-B229-42D4-98DA-EB7F416B82B2}"/>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Why this website exists</a:t>
            </a:r>
          </a:p>
        </p:txBody>
      </p:sp>
      <p:sp>
        <p:nvSpPr>
          <p:cNvPr id="5" name="slide-subtitle">
            <a:extLst xmlns:a="http://schemas.openxmlformats.org/drawingml/2006/main">
              <a:ext uri="{FF2B5EF4-FFF2-40B4-BE49-F238E27FC236}">
                <a16:creationId xmlns:a16="http://schemas.microsoft.com/office/drawing/2014/main" id="{1975CBFD-81D7-4EE3-BB39-A8747D946B9C}"/>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A structured research interface for discovering, analysing, and comparing traditional governance records.</a:t>
            </a:r>
          </a:p>
        </p:txBody>
      </p:sp>
      <p:sp>
        <p:nvSpPr>
          <p:cNvPr id="6" name="purpose-card-1">
            <a:extLst xmlns:a="http://schemas.openxmlformats.org/drawingml/2006/main">
              <a:ext uri="{FF2B5EF4-FFF2-40B4-BE49-F238E27FC236}">
                <a16:creationId xmlns:a16="http://schemas.microsoft.com/office/drawing/2014/main" id="{1534961C-D343-43CA-BE9D-0AD9694B011A}"/>
              </a:ext>
            </a:extLst>
          </p:cNvPr>
          <p:cNvSpPr>
            <a:spLocks xmlns:a="http://schemas.openxmlformats.org/drawingml/2006/main" noGrp="1"/>
          </p:cNvSpPr>
          <p:nvPr/>
        </p:nvSpPr>
        <p:spPr>
          <a:xfrm xmlns:a="http://schemas.openxmlformats.org/drawingml/2006/main">
            <a:off x="609600" y="2000250"/>
            <a:ext cx="3352800" cy="2857500"/>
          </a:xfrm>
          <a:prstGeom xmlns:a="http://schemas.openxmlformats.org/drawingml/2006/main" prst="roundRect">
            <a:avLst>
              <a:gd name="adj" fmla="val 2667"/>
            </a:avLst>
          </a:prstGeom>
          <a:solidFill xmlns:a="http://schemas.openxmlformats.org/drawingml/2006/main">
            <a:srgbClr val="FFFEFA"/>
          </a:solidFill>
          <a:ln xmlns:a="http://schemas.openxmlformats.org/drawingml/2006/main" w="9525">
            <a:solidFill>
              <a:srgbClr val="E5E1D8"/>
            </a:solidFill>
            <a:prstDash val="solid"/>
          </a:ln>
        </p:spPr>
      </p:sp>
      <p:sp>
        <p:nvSpPr>
          <p:cNvPr id="7" name="">
            <a:extLst xmlns:a="http://schemas.openxmlformats.org/drawingml/2006/main">
              <a:ext uri="{FF2B5EF4-FFF2-40B4-BE49-F238E27FC236}">
                <a16:creationId xmlns:a16="http://schemas.microsoft.com/office/drawing/2014/main" id="{D3487A7F-5688-4ABC-B298-B56B13E78E1D}"/>
              </a:ext>
            </a:extLst>
          </p:cNvPr>
          <p:cNvSpPr>
            <a:spLocks xmlns:a="http://schemas.openxmlformats.org/drawingml/2006/main" noGrp="1"/>
          </p:cNvSpPr>
          <p:nvPr/>
        </p:nvSpPr>
        <p:spPr>
          <a:xfrm xmlns:a="http://schemas.openxmlformats.org/drawingml/2006/main">
            <a:off x="876300" y="2266950"/>
            <a:ext cx="609600" cy="609600"/>
          </a:xfrm>
          <a:prstGeom xmlns:a="http://schemas.openxmlformats.org/drawingml/2006/main" prst="ellipse">
            <a:avLst/>
          </a:prstGeom>
          <a:solidFill xmlns:a="http://schemas.openxmlformats.org/drawingml/2006/main">
            <a:srgbClr val="E4EEE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A96700F-B4B1-4129-BF19-E394E1D84ACE}"/>
              </a:ext>
            </a:extLst>
          </p:cNvPr>
          <p:cNvSpPr>
            <a:spLocks xmlns:a="http://schemas.openxmlformats.org/drawingml/2006/main" noGrp="1"/>
          </p:cNvSpPr>
          <p:nvPr/>
        </p:nvSpPr>
        <p:spPr>
          <a:xfrm xmlns:a="http://schemas.openxmlformats.org/drawingml/2006/main">
            <a:off x="923925" y="243840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i="0">
                <a:solidFill>
                  <a:srgbClr val="123524"/>
                </a:solidFill>
              </a:defRPr>
            </a:pPr>
            <a:r>
              <a:rPr sz="1500" b="1" i="0">
                <a:solidFill>
                  <a:srgbClr val="123524"/>
                </a:solidFill>
              </a:rPr>
              <a:t>01</a:t>
            </a:r>
          </a:p>
        </p:txBody>
      </p:sp>
      <p:sp>
        <p:nvSpPr>
          <p:cNvPr id="9" name="">
            <a:extLst xmlns:a="http://schemas.openxmlformats.org/drawingml/2006/main">
              <a:ext uri="{FF2B5EF4-FFF2-40B4-BE49-F238E27FC236}">
                <a16:creationId xmlns:a16="http://schemas.microsoft.com/office/drawing/2014/main" id="{8446769C-12C0-483F-80E2-B510694C238B}"/>
              </a:ext>
            </a:extLst>
          </p:cNvPr>
          <p:cNvSpPr>
            <a:spLocks xmlns:a="http://schemas.openxmlformats.org/drawingml/2006/main" noGrp="1"/>
          </p:cNvSpPr>
          <p:nvPr/>
        </p:nvSpPr>
        <p:spPr>
          <a:xfrm xmlns:a="http://schemas.openxmlformats.org/drawingml/2006/main">
            <a:off x="876300" y="31432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C8A96A"/>
                </a:solidFill>
              </a:defRPr>
            </a:pPr>
            <a:r>
              <a:rPr sz="1050" b="1" i="0">
                <a:solidFill>
                  <a:srgbClr val="C8A96A"/>
                </a:solidFill>
              </a:rPr>
              <a:t>DISCOVER</a:t>
            </a:r>
          </a:p>
        </p:txBody>
      </p:sp>
      <p:sp>
        <p:nvSpPr>
          <p:cNvPr id="10" name="">
            <a:extLst xmlns:a="http://schemas.openxmlformats.org/drawingml/2006/main">
              <a:ext uri="{FF2B5EF4-FFF2-40B4-BE49-F238E27FC236}">
                <a16:creationId xmlns:a16="http://schemas.microsoft.com/office/drawing/2014/main" id="{3E96B89C-323E-44EA-82DA-7E35D53F4C78}"/>
              </a:ext>
            </a:extLst>
          </p:cNvPr>
          <p:cNvSpPr>
            <a:spLocks xmlns:a="http://schemas.openxmlformats.org/drawingml/2006/main" noGrp="1"/>
          </p:cNvSpPr>
          <p:nvPr/>
        </p:nvSpPr>
        <p:spPr>
          <a:xfrm xmlns:a="http://schemas.openxmlformats.org/drawingml/2006/main">
            <a:off x="876300" y="3571875"/>
            <a:ext cx="27813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i="0">
                <a:solidFill>
                  <a:srgbClr val="071B12"/>
                </a:solidFill>
              </a:defRPr>
            </a:pPr>
            <a:r>
              <a:rPr sz="1650" b="1" i="0">
                <a:solidFill>
                  <a:srgbClr val="071B12"/>
                </a:solidFill>
              </a:rPr>
              <a:t>Search 1,500+ group records across countries, continents, and regions.</a:t>
            </a:r>
          </a:p>
        </p:txBody>
      </p:sp>
      <p:sp>
        <p:nvSpPr>
          <p:cNvPr id="11" name="purpose-card-2">
            <a:extLst xmlns:a="http://schemas.openxmlformats.org/drawingml/2006/main">
              <a:ext uri="{FF2B5EF4-FFF2-40B4-BE49-F238E27FC236}">
                <a16:creationId xmlns:a16="http://schemas.microsoft.com/office/drawing/2014/main" id="{0D3F7105-668E-4B15-A3FF-531E0E6125EB}"/>
              </a:ext>
            </a:extLst>
          </p:cNvPr>
          <p:cNvSpPr>
            <a:spLocks xmlns:a="http://schemas.openxmlformats.org/drawingml/2006/main" noGrp="1"/>
          </p:cNvSpPr>
          <p:nvPr/>
        </p:nvSpPr>
        <p:spPr>
          <a:xfrm xmlns:a="http://schemas.openxmlformats.org/drawingml/2006/main">
            <a:off x="4267200" y="2000250"/>
            <a:ext cx="3352800" cy="2857500"/>
          </a:xfrm>
          <a:prstGeom xmlns:a="http://schemas.openxmlformats.org/drawingml/2006/main" prst="roundRect">
            <a:avLst>
              <a:gd name="adj" fmla="val 2667"/>
            </a:avLst>
          </a:prstGeom>
          <a:solidFill xmlns:a="http://schemas.openxmlformats.org/drawingml/2006/main">
            <a:srgbClr val="FFFEFA"/>
          </a:solidFill>
          <a:ln xmlns:a="http://schemas.openxmlformats.org/drawingml/2006/main" w="9525">
            <a:solidFill>
              <a:srgbClr val="E5E1D8"/>
            </a:solidFill>
            <a:prstDash val="solid"/>
          </a:ln>
        </p:spPr>
      </p:sp>
      <p:sp>
        <p:nvSpPr>
          <p:cNvPr id="12" name="">
            <a:extLst xmlns:a="http://schemas.openxmlformats.org/drawingml/2006/main">
              <a:ext uri="{FF2B5EF4-FFF2-40B4-BE49-F238E27FC236}">
                <a16:creationId xmlns:a16="http://schemas.microsoft.com/office/drawing/2014/main" id="{298B020A-E10C-4348-95BD-7F737F42B7A0}"/>
              </a:ext>
            </a:extLst>
          </p:cNvPr>
          <p:cNvSpPr>
            <a:spLocks xmlns:a="http://schemas.openxmlformats.org/drawingml/2006/main" noGrp="1"/>
          </p:cNvSpPr>
          <p:nvPr/>
        </p:nvSpPr>
        <p:spPr>
          <a:xfrm xmlns:a="http://schemas.openxmlformats.org/drawingml/2006/main">
            <a:off x="4533900" y="2266950"/>
            <a:ext cx="609600" cy="609600"/>
          </a:xfrm>
          <a:prstGeom xmlns:a="http://schemas.openxmlformats.org/drawingml/2006/main" prst="ellipse">
            <a:avLst/>
          </a:prstGeom>
          <a:solidFill xmlns:a="http://schemas.openxmlformats.org/drawingml/2006/main">
            <a:srgbClr val="EEE1C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C3E3BB7-7310-4321-A965-2148B09E487D}"/>
              </a:ext>
            </a:extLst>
          </p:cNvPr>
          <p:cNvSpPr>
            <a:spLocks xmlns:a="http://schemas.openxmlformats.org/drawingml/2006/main" noGrp="1"/>
          </p:cNvSpPr>
          <p:nvPr/>
        </p:nvSpPr>
        <p:spPr>
          <a:xfrm xmlns:a="http://schemas.openxmlformats.org/drawingml/2006/main">
            <a:off x="4581525" y="243840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i="0">
                <a:solidFill>
                  <a:srgbClr val="123524"/>
                </a:solidFill>
              </a:defRPr>
            </a:pPr>
            <a:r>
              <a:rPr sz="1500" b="1" i="0">
                <a:solidFill>
                  <a:srgbClr val="123524"/>
                </a:solidFill>
              </a:rPr>
              <a:t>02</a:t>
            </a:r>
          </a:p>
        </p:txBody>
      </p:sp>
      <p:sp>
        <p:nvSpPr>
          <p:cNvPr id="14" name="">
            <a:extLst xmlns:a="http://schemas.openxmlformats.org/drawingml/2006/main">
              <a:ext uri="{FF2B5EF4-FFF2-40B4-BE49-F238E27FC236}">
                <a16:creationId xmlns:a16="http://schemas.microsoft.com/office/drawing/2014/main" id="{946428C7-5C3D-4FB7-83CA-DED64BB420D0}"/>
              </a:ext>
            </a:extLst>
          </p:cNvPr>
          <p:cNvSpPr>
            <a:spLocks xmlns:a="http://schemas.openxmlformats.org/drawingml/2006/main" noGrp="1"/>
          </p:cNvSpPr>
          <p:nvPr/>
        </p:nvSpPr>
        <p:spPr>
          <a:xfrm xmlns:a="http://schemas.openxmlformats.org/drawingml/2006/main">
            <a:off x="4533900" y="31432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C8A96A"/>
                </a:solidFill>
              </a:defRPr>
            </a:pPr>
            <a:r>
              <a:rPr sz="1050" b="1" i="0">
                <a:solidFill>
                  <a:srgbClr val="C8A96A"/>
                </a:solidFill>
              </a:rPr>
              <a:t>ANALYSE</a:t>
            </a:r>
          </a:p>
        </p:txBody>
      </p:sp>
      <p:sp>
        <p:nvSpPr>
          <p:cNvPr id="15" name="">
            <a:extLst xmlns:a="http://schemas.openxmlformats.org/drawingml/2006/main">
              <a:ext uri="{FF2B5EF4-FFF2-40B4-BE49-F238E27FC236}">
                <a16:creationId xmlns:a16="http://schemas.microsoft.com/office/drawing/2014/main" id="{0AA1444A-C76A-4C7B-9397-F102E2BD33D0}"/>
              </a:ext>
            </a:extLst>
          </p:cNvPr>
          <p:cNvSpPr>
            <a:spLocks xmlns:a="http://schemas.openxmlformats.org/drawingml/2006/main" noGrp="1"/>
          </p:cNvSpPr>
          <p:nvPr/>
        </p:nvSpPr>
        <p:spPr>
          <a:xfrm xmlns:a="http://schemas.openxmlformats.org/drawingml/2006/main">
            <a:off x="4533900" y="3571875"/>
            <a:ext cx="27813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i="0">
                <a:solidFill>
                  <a:srgbClr val="071B12"/>
                </a:solidFill>
              </a:defRPr>
            </a:pPr>
            <a:r>
              <a:rPr sz="1650" b="1" i="0">
                <a:solidFill>
                  <a:srgbClr val="071B12"/>
                </a:solidFill>
              </a:rPr>
              <a:t>Reveal patterns in leadership, functions, recognition, population, and geography.</a:t>
            </a:r>
          </a:p>
        </p:txBody>
      </p:sp>
      <p:sp>
        <p:nvSpPr>
          <p:cNvPr id="16" name="purpose-card-3">
            <a:extLst xmlns:a="http://schemas.openxmlformats.org/drawingml/2006/main">
              <a:ext uri="{FF2B5EF4-FFF2-40B4-BE49-F238E27FC236}">
                <a16:creationId xmlns:a16="http://schemas.microsoft.com/office/drawing/2014/main" id="{09BEEDCA-3412-47D1-BE93-7E849086F54C}"/>
              </a:ext>
            </a:extLst>
          </p:cNvPr>
          <p:cNvSpPr>
            <a:spLocks xmlns:a="http://schemas.openxmlformats.org/drawingml/2006/main" noGrp="1"/>
          </p:cNvSpPr>
          <p:nvPr/>
        </p:nvSpPr>
        <p:spPr>
          <a:xfrm xmlns:a="http://schemas.openxmlformats.org/drawingml/2006/main">
            <a:off x="7924800" y="2000250"/>
            <a:ext cx="3352800" cy="2857500"/>
          </a:xfrm>
          <a:prstGeom xmlns:a="http://schemas.openxmlformats.org/drawingml/2006/main" prst="roundRect">
            <a:avLst>
              <a:gd name="adj" fmla="val 2667"/>
            </a:avLst>
          </a:prstGeom>
          <a:solidFill xmlns:a="http://schemas.openxmlformats.org/drawingml/2006/main">
            <a:srgbClr val="FFFEFA"/>
          </a:solidFill>
          <a:ln xmlns:a="http://schemas.openxmlformats.org/drawingml/2006/main" w="9525">
            <a:solidFill>
              <a:srgbClr val="E5E1D8"/>
            </a:solidFill>
            <a:prstDash val="solid"/>
          </a:ln>
        </p:spPr>
      </p:sp>
      <p:sp>
        <p:nvSpPr>
          <p:cNvPr id="17" name="">
            <a:extLst xmlns:a="http://schemas.openxmlformats.org/drawingml/2006/main">
              <a:ext uri="{FF2B5EF4-FFF2-40B4-BE49-F238E27FC236}">
                <a16:creationId xmlns:a16="http://schemas.microsoft.com/office/drawing/2014/main" id="{8FB41271-CC34-4C67-8136-B4E9A6FBC075}"/>
              </a:ext>
            </a:extLst>
          </p:cNvPr>
          <p:cNvSpPr>
            <a:spLocks xmlns:a="http://schemas.openxmlformats.org/drawingml/2006/main" noGrp="1"/>
          </p:cNvSpPr>
          <p:nvPr/>
        </p:nvSpPr>
        <p:spPr>
          <a:xfrm xmlns:a="http://schemas.openxmlformats.org/drawingml/2006/main">
            <a:off x="8191500" y="2266950"/>
            <a:ext cx="609600" cy="609600"/>
          </a:xfrm>
          <a:prstGeom xmlns:a="http://schemas.openxmlformats.org/drawingml/2006/main" prst="ellipse">
            <a:avLst/>
          </a:prstGeom>
          <a:solidFill xmlns:a="http://schemas.openxmlformats.org/drawingml/2006/main">
            <a:srgbClr val="E4EEE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7F43EAD-90FD-4433-9DFA-827BFABB08E6}"/>
              </a:ext>
            </a:extLst>
          </p:cNvPr>
          <p:cNvSpPr>
            <a:spLocks xmlns:a="http://schemas.openxmlformats.org/drawingml/2006/main" noGrp="1"/>
          </p:cNvSpPr>
          <p:nvPr/>
        </p:nvSpPr>
        <p:spPr>
          <a:xfrm xmlns:a="http://schemas.openxmlformats.org/drawingml/2006/main">
            <a:off x="8239125" y="2438400"/>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i="0">
                <a:solidFill>
                  <a:srgbClr val="123524"/>
                </a:solidFill>
              </a:defRPr>
            </a:pPr>
            <a:r>
              <a:rPr sz="1500" b="1" i="0">
                <a:solidFill>
                  <a:srgbClr val="123524"/>
                </a:solidFill>
              </a:rPr>
              <a:t>03</a:t>
            </a:r>
          </a:p>
        </p:txBody>
      </p:sp>
      <p:sp>
        <p:nvSpPr>
          <p:cNvPr id="19" name="">
            <a:extLst xmlns:a="http://schemas.openxmlformats.org/drawingml/2006/main">
              <a:ext uri="{FF2B5EF4-FFF2-40B4-BE49-F238E27FC236}">
                <a16:creationId xmlns:a16="http://schemas.microsoft.com/office/drawing/2014/main" id="{324464A2-B5A0-413C-A452-57F65729A5F9}"/>
              </a:ext>
            </a:extLst>
          </p:cNvPr>
          <p:cNvSpPr>
            <a:spLocks xmlns:a="http://schemas.openxmlformats.org/drawingml/2006/main" noGrp="1"/>
          </p:cNvSpPr>
          <p:nvPr/>
        </p:nvSpPr>
        <p:spPr>
          <a:xfrm xmlns:a="http://schemas.openxmlformats.org/drawingml/2006/main">
            <a:off x="8191500" y="31432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C8A96A"/>
                </a:solidFill>
              </a:defRPr>
            </a:pPr>
            <a:r>
              <a:rPr sz="1050" b="1" i="0">
                <a:solidFill>
                  <a:srgbClr val="C8A96A"/>
                </a:solidFill>
              </a:rPr>
              <a:t>COMPARE</a:t>
            </a:r>
          </a:p>
        </p:txBody>
      </p:sp>
      <p:sp>
        <p:nvSpPr>
          <p:cNvPr id="20" name="">
            <a:extLst xmlns:a="http://schemas.openxmlformats.org/drawingml/2006/main">
              <a:ext uri="{FF2B5EF4-FFF2-40B4-BE49-F238E27FC236}">
                <a16:creationId xmlns:a16="http://schemas.microsoft.com/office/drawing/2014/main" id="{D611A2E4-3B05-454F-B20B-5FA3546FDFB3}"/>
              </a:ext>
            </a:extLst>
          </p:cNvPr>
          <p:cNvSpPr>
            <a:spLocks xmlns:a="http://schemas.openxmlformats.org/drawingml/2006/main" noGrp="1"/>
          </p:cNvSpPr>
          <p:nvPr/>
        </p:nvSpPr>
        <p:spPr>
          <a:xfrm xmlns:a="http://schemas.openxmlformats.org/drawingml/2006/main">
            <a:off x="8191500" y="3571875"/>
            <a:ext cx="27813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i="0">
                <a:solidFill>
                  <a:srgbClr val="071B12"/>
                </a:solidFill>
              </a:defRPr>
            </a:pPr>
            <a:r>
              <a:rPr sz="1650" b="1" i="0">
                <a:solidFill>
                  <a:srgbClr val="071B12"/>
                </a:solidFill>
              </a:rPr>
              <a:t>Inspect complete records and compare two groups field by field.</a:t>
            </a:r>
          </a:p>
        </p:txBody>
      </p:sp>
      <p:sp>
        <p:nvSpPr>
          <p:cNvPr id="21" name="">
            <a:extLst xmlns:a="http://schemas.openxmlformats.org/drawingml/2006/main">
              <a:ext uri="{FF2B5EF4-FFF2-40B4-BE49-F238E27FC236}">
                <a16:creationId xmlns:a16="http://schemas.microsoft.com/office/drawing/2014/main" id="{3B238D76-DB00-4504-AEF9-67F9679124DC}"/>
              </a:ext>
            </a:extLst>
          </p:cNvPr>
          <p:cNvSpPr>
            <a:spLocks xmlns:a="http://schemas.openxmlformats.org/drawingml/2006/main" noGrp="1"/>
          </p:cNvSpPr>
          <p:nvPr/>
        </p:nvSpPr>
        <p:spPr>
          <a:xfrm xmlns:a="http://schemas.openxmlformats.org/drawingml/2006/main">
            <a:off x="1428750" y="53149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i="0">
                <a:solidFill>
                  <a:srgbClr val="69746D"/>
                </a:solidFill>
              </a:defRPr>
            </a:pPr>
            <a:r>
              <a:rPr sz="1350" b="0" i="0">
                <a:solidFill>
                  <a:srgbClr val="69746D"/>
                </a:solidFill>
              </a:rPr>
              <a:t>Dataset fields span geography, population, leadership, selection methods, functions, councils, assemblies, and formal recognition.</a:t>
            </a:r>
          </a:p>
        </p:txBody>
      </p:sp>
      <p:sp>
        <p:nvSpPr>
          <p:cNvPr id="22" name="">
            <a:extLst xmlns:a="http://schemas.openxmlformats.org/drawingml/2006/main">
              <a:ext uri="{FF2B5EF4-FFF2-40B4-BE49-F238E27FC236}">
                <a16:creationId xmlns:a16="http://schemas.microsoft.com/office/drawing/2014/main" id="{E5B62753-818B-44BE-91F8-58B8EBEF45B0}"/>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1724346322"/>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0" name="top-accent">
            <a:extLst xmlns:a="http://schemas.openxmlformats.org/drawingml/2006/main">
              <a:ext uri="{FF2B5EF4-FFF2-40B4-BE49-F238E27FC236}">
                <a16:creationId xmlns:a16="http://schemas.microsoft.com/office/drawing/2014/main" id="{2B21A6C8-83A3-4187-9CA2-AAD316CCC16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F9B78B5F-E261-49D0-BE0D-3514FD41C252}"/>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DEVELOPMENT ROADMAP</a:t>
            </a:r>
          </a:p>
        </p:txBody>
      </p:sp>
      <p:sp>
        <p:nvSpPr>
          <p:cNvPr id="3" name="slide-number">
            <a:extLst xmlns:a="http://schemas.openxmlformats.org/drawingml/2006/main">
              <a:ext uri="{FF2B5EF4-FFF2-40B4-BE49-F238E27FC236}">
                <a16:creationId xmlns:a16="http://schemas.microsoft.com/office/drawing/2014/main" id="{0526DC9E-B305-49A1-B27C-7EC002D677EA}"/>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03</a:t>
            </a:r>
          </a:p>
        </p:txBody>
      </p:sp>
      <p:sp>
        <p:nvSpPr>
          <p:cNvPr id="4" name="slide-title">
            <a:extLst xmlns:a="http://schemas.openxmlformats.org/drawingml/2006/main">
              <a:ext uri="{FF2B5EF4-FFF2-40B4-BE49-F238E27FC236}">
                <a16:creationId xmlns:a16="http://schemas.microsoft.com/office/drawing/2014/main" id="{0816AD13-A4F4-4F92-9CE0-55B77C086257}"/>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One implementation path, five visible stages</a:t>
            </a:r>
          </a:p>
        </p:txBody>
      </p:sp>
      <p:sp>
        <p:nvSpPr>
          <p:cNvPr id="5" name="slide-subtitle">
            <a:extLst xmlns:a="http://schemas.openxmlformats.org/drawingml/2006/main">
              <a:ext uri="{FF2B5EF4-FFF2-40B4-BE49-F238E27FC236}">
                <a16:creationId xmlns:a16="http://schemas.microsoft.com/office/drawing/2014/main" id="{E52B99FC-2744-4067-8987-869691B8F6A7}"/>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The presentation mirrors the actual construction sequence of the project.</a:t>
            </a:r>
          </a:p>
        </p:txBody>
      </p:sp>
      <p:sp>
        <p:nvSpPr>
          <p:cNvPr id="6" name="">
            <a:extLst xmlns:a="http://schemas.openxmlformats.org/drawingml/2006/main">
              <a:ext uri="{FF2B5EF4-FFF2-40B4-BE49-F238E27FC236}">
                <a16:creationId xmlns:a16="http://schemas.microsoft.com/office/drawing/2014/main" id="{6D836E10-BBDD-461C-97B8-8180450BA7A1}"/>
              </a:ext>
            </a:extLst>
          </p:cNvPr>
          <p:cNvSpPr>
            <a:spLocks xmlns:a="http://schemas.openxmlformats.org/drawingml/2006/main" noGrp="1"/>
          </p:cNvSpPr>
          <p:nvPr/>
        </p:nvSpPr>
        <p:spPr>
          <a:xfrm xmlns:a="http://schemas.openxmlformats.org/drawingml/2006/main">
            <a:off x="1333500" y="3162300"/>
            <a:ext cx="9525000" cy="0"/>
          </a:xfrm>
          <a:prstGeom xmlns:a="http://schemas.openxmlformats.org/drawingml/2006/main" prst="line">
            <a:avLst/>
          </a:prstGeom>
          <a:noFill xmlns:a="http://schemas.openxmlformats.org/drawingml/2006/main"/>
          <a:ln xmlns:a="http://schemas.openxmlformats.org/drawingml/2006/main" w="38100">
            <a:solidFill>
              <a:srgbClr val="C8A96A"/>
            </a:solidFill>
            <a:prstDash val="solid"/>
          </a:ln>
        </p:spPr>
      </p:sp>
      <p:sp>
        <p:nvSpPr>
          <p:cNvPr id="7" name="flow-node-1">
            <a:extLst xmlns:a="http://schemas.openxmlformats.org/drawingml/2006/main">
              <a:ext uri="{FF2B5EF4-FFF2-40B4-BE49-F238E27FC236}">
                <a16:creationId xmlns:a16="http://schemas.microsoft.com/office/drawing/2014/main" id="{4D0B95B2-BFC0-4B58-803F-20FC58F22F19}"/>
              </a:ext>
            </a:extLst>
          </p:cNvPr>
          <p:cNvSpPr>
            <a:spLocks xmlns:a="http://schemas.openxmlformats.org/drawingml/2006/main" noGrp="1"/>
          </p:cNvSpPr>
          <p:nvPr/>
        </p:nvSpPr>
        <p:spPr>
          <a:xfrm xmlns:a="http://schemas.openxmlformats.org/drawingml/2006/main">
            <a:off x="1257300" y="2733675"/>
            <a:ext cx="857250" cy="857250"/>
          </a:xfrm>
          <a:prstGeom xmlns:a="http://schemas.openxmlformats.org/drawingml/2006/main" prst="ellipse">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615D7EA-166E-4CF3-98AA-CDFEB82BA12A}"/>
              </a:ext>
            </a:extLst>
          </p:cNvPr>
          <p:cNvSpPr>
            <a:spLocks xmlns:a="http://schemas.openxmlformats.org/drawingml/2006/main" noGrp="1"/>
          </p:cNvSpPr>
          <p:nvPr/>
        </p:nvSpPr>
        <p:spPr>
          <a:xfrm xmlns:a="http://schemas.openxmlformats.org/drawingml/2006/main">
            <a:off x="1447800" y="300037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i="0">
                <a:solidFill>
                  <a:srgbClr val="FFFEFA"/>
                </a:solidFill>
              </a:defRPr>
            </a:pPr>
            <a:r>
              <a:rPr sz="1575" b="1" i="0">
                <a:solidFill>
                  <a:srgbClr val="FFFEFA"/>
                </a:solidFill>
              </a:rPr>
              <a:t>01</a:t>
            </a:r>
          </a:p>
        </p:txBody>
      </p:sp>
      <p:sp>
        <p:nvSpPr>
          <p:cNvPr id="9" name="">
            <a:extLst xmlns:a="http://schemas.openxmlformats.org/drawingml/2006/main">
              <a:ext uri="{FF2B5EF4-FFF2-40B4-BE49-F238E27FC236}">
                <a16:creationId xmlns:a16="http://schemas.microsoft.com/office/drawing/2014/main" id="{F0526A09-5B83-4FDE-A22C-3ADB187A5A12}"/>
              </a:ext>
            </a:extLst>
          </p:cNvPr>
          <p:cNvSpPr>
            <a:spLocks xmlns:a="http://schemas.openxmlformats.org/drawingml/2006/main" noGrp="1"/>
          </p:cNvSpPr>
          <p:nvPr/>
        </p:nvSpPr>
        <p:spPr>
          <a:xfrm xmlns:a="http://schemas.openxmlformats.org/drawingml/2006/main">
            <a:off x="762000" y="388620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1A4A34"/>
                </a:solidFill>
              </a:defRPr>
            </a:pPr>
            <a:r>
              <a:rPr sz="975" b="1" i="0">
                <a:solidFill>
                  <a:srgbClr val="1A4A34"/>
                </a:solidFill>
              </a:rPr>
              <a:t>DATA</a:t>
            </a:r>
          </a:p>
        </p:txBody>
      </p:sp>
      <p:sp>
        <p:nvSpPr>
          <p:cNvPr id="10" name="">
            <a:extLst xmlns:a="http://schemas.openxmlformats.org/drawingml/2006/main">
              <a:ext uri="{FF2B5EF4-FFF2-40B4-BE49-F238E27FC236}">
                <a16:creationId xmlns:a16="http://schemas.microsoft.com/office/drawing/2014/main" id="{03CBF8E1-FC28-4E00-BD28-A04A2F17A4A9}"/>
              </a:ext>
            </a:extLst>
          </p:cNvPr>
          <p:cNvSpPr>
            <a:spLocks xmlns:a="http://schemas.openxmlformats.org/drawingml/2006/main" noGrp="1"/>
          </p:cNvSpPr>
          <p:nvPr/>
        </p:nvSpPr>
        <p:spPr>
          <a:xfrm xmlns:a="http://schemas.openxmlformats.org/drawingml/2006/main">
            <a:off x="762000" y="4210050"/>
            <a:ext cx="1847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i="0">
                <a:solidFill>
                  <a:srgbClr val="69746D"/>
                </a:solidFill>
              </a:defRPr>
            </a:pPr>
            <a:r>
              <a:rPr sz="1200" b="0" i="0">
                <a:solidFill>
                  <a:srgbClr val="69746D"/>
                </a:solidFill>
              </a:rPr>
              <a:t>MySQL records</a:t>
            </a:r>
          </a:p>
          <a:p xmlns:a="http://schemas.openxmlformats.org/drawingml/2006/main">
            <a:pPr>
              <a:defRPr sz="1200" b="0" i="0">
                <a:solidFill>
                  <a:srgbClr val="69746D"/>
                </a:solidFill>
              </a:defRPr>
            </a:pPr>
            <a:r>
              <a:rPr sz="1200" b="0" i="0">
                <a:solidFill>
                  <a:srgbClr val="69746D"/>
                </a:solidFill>
              </a:rPr>
              <a:t>via Flask API</a:t>
            </a:r>
          </a:p>
        </p:txBody>
      </p:sp>
      <p:sp>
        <p:nvSpPr>
          <p:cNvPr id="11" name="flow-node-2">
            <a:extLst xmlns:a="http://schemas.openxmlformats.org/drawingml/2006/main">
              <a:ext uri="{FF2B5EF4-FFF2-40B4-BE49-F238E27FC236}">
                <a16:creationId xmlns:a16="http://schemas.microsoft.com/office/drawing/2014/main" id="{281F85E4-B8B7-4E41-AD3D-2C7EFDCAC473}"/>
              </a:ext>
            </a:extLst>
          </p:cNvPr>
          <p:cNvSpPr>
            <a:spLocks xmlns:a="http://schemas.openxmlformats.org/drawingml/2006/main" noGrp="1"/>
          </p:cNvSpPr>
          <p:nvPr/>
        </p:nvSpPr>
        <p:spPr>
          <a:xfrm xmlns:a="http://schemas.openxmlformats.org/drawingml/2006/main">
            <a:off x="3448050" y="2733675"/>
            <a:ext cx="857250" cy="857250"/>
          </a:xfrm>
          <a:prstGeom xmlns:a="http://schemas.openxmlformats.org/drawingml/2006/main" prst="ellipse">
            <a:avLst/>
          </a:prstGeom>
          <a:solidFill xmlns:a="http://schemas.openxmlformats.org/drawingml/2006/main">
            <a:srgbClr val="12352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8A8547F-4EAA-4F18-89C7-8FE36D1AA7CC}"/>
              </a:ext>
            </a:extLst>
          </p:cNvPr>
          <p:cNvSpPr>
            <a:spLocks xmlns:a="http://schemas.openxmlformats.org/drawingml/2006/main" noGrp="1"/>
          </p:cNvSpPr>
          <p:nvPr/>
        </p:nvSpPr>
        <p:spPr>
          <a:xfrm xmlns:a="http://schemas.openxmlformats.org/drawingml/2006/main">
            <a:off x="3638550" y="300037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i="0">
                <a:solidFill>
                  <a:srgbClr val="FFFEFA"/>
                </a:solidFill>
              </a:defRPr>
            </a:pPr>
            <a:r>
              <a:rPr sz="1575" b="1" i="0">
                <a:solidFill>
                  <a:srgbClr val="FFFEFA"/>
                </a:solidFill>
              </a:rPr>
              <a:t>02</a:t>
            </a:r>
          </a:p>
        </p:txBody>
      </p:sp>
      <p:sp>
        <p:nvSpPr>
          <p:cNvPr id="13" name="">
            <a:extLst xmlns:a="http://schemas.openxmlformats.org/drawingml/2006/main">
              <a:ext uri="{FF2B5EF4-FFF2-40B4-BE49-F238E27FC236}">
                <a16:creationId xmlns:a16="http://schemas.microsoft.com/office/drawing/2014/main" id="{03237DCC-051A-40E3-9902-A0733C86C765}"/>
              </a:ext>
            </a:extLst>
          </p:cNvPr>
          <p:cNvSpPr>
            <a:spLocks xmlns:a="http://schemas.openxmlformats.org/drawingml/2006/main" noGrp="1"/>
          </p:cNvSpPr>
          <p:nvPr/>
        </p:nvSpPr>
        <p:spPr>
          <a:xfrm xmlns:a="http://schemas.openxmlformats.org/drawingml/2006/main">
            <a:off x="2952750" y="388620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1A4A34"/>
                </a:solidFill>
              </a:defRPr>
            </a:pPr>
            <a:r>
              <a:rPr sz="975" b="1" i="0">
                <a:solidFill>
                  <a:srgbClr val="1A4A34"/>
                </a:solidFill>
              </a:rPr>
              <a:t>STRUCTURE</a:t>
            </a:r>
          </a:p>
        </p:txBody>
      </p:sp>
      <p:sp>
        <p:nvSpPr>
          <p:cNvPr id="14" name="">
            <a:extLst xmlns:a="http://schemas.openxmlformats.org/drawingml/2006/main">
              <a:ext uri="{FF2B5EF4-FFF2-40B4-BE49-F238E27FC236}">
                <a16:creationId xmlns:a16="http://schemas.microsoft.com/office/drawing/2014/main" id="{9A2D7AEF-F840-4FE2-A70E-0A233CCABC04}"/>
              </a:ext>
            </a:extLst>
          </p:cNvPr>
          <p:cNvSpPr>
            <a:spLocks xmlns:a="http://schemas.openxmlformats.org/drawingml/2006/main" noGrp="1"/>
          </p:cNvSpPr>
          <p:nvPr/>
        </p:nvSpPr>
        <p:spPr>
          <a:xfrm xmlns:a="http://schemas.openxmlformats.org/drawingml/2006/main">
            <a:off x="2952750" y="4210050"/>
            <a:ext cx="1847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i="0">
                <a:solidFill>
                  <a:srgbClr val="69746D"/>
                </a:solidFill>
              </a:defRPr>
            </a:pPr>
            <a:r>
              <a:rPr sz="1200" b="0" i="0">
                <a:solidFill>
                  <a:srgbClr val="69746D"/>
                </a:solidFill>
              </a:rPr>
              <a:t>Semantic HTML</a:t>
            </a:r>
          </a:p>
          <a:p xmlns:a="http://schemas.openxmlformats.org/drawingml/2006/main">
            <a:pPr>
              <a:defRPr sz="1200" b="0" i="0">
                <a:solidFill>
                  <a:srgbClr val="69746D"/>
                </a:solidFill>
              </a:defRPr>
            </a:pPr>
            <a:r>
              <a:rPr sz="1200" b="0" i="0">
                <a:solidFill>
                  <a:srgbClr val="69746D"/>
                </a:solidFill>
              </a:rPr>
              <a:t>and page sections</a:t>
            </a:r>
          </a:p>
        </p:txBody>
      </p:sp>
      <p:sp>
        <p:nvSpPr>
          <p:cNvPr id="15" name="flow-node-3">
            <a:extLst xmlns:a="http://schemas.openxmlformats.org/drawingml/2006/main">
              <a:ext uri="{FF2B5EF4-FFF2-40B4-BE49-F238E27FC236}">
                <a16:creationId xmlns:a16="http://schemas.microsoft.com/office/drawing/2014/main" id="{1CA199D6-407D-49BE-BE37-1666402B01C4}"/>
              </a:ext>
            </a:extLst>
          </p:cNvPr>
          <p:cNvSpPr>
            <a:spLocks xmlns:a="http://schemas.openxmlformats.org/drawingml/2006/main" noGrp="1"/>
          </p:cNvSpPr>
          <p:nvPr/>
        </p:nvSpPr>
        <p:spPr>
          <a:xfrm xmlns:a="http://schemas.openxmlformats.org/drawingml/2006/main">
            <a:off x="5638800" y="2733675"/>
            <a:ext cx="857250" cy="857250"/>
          </a:xfrm>
          <a:prstGeom xmlns:a="http://schemas.openxmlformats.org/drawingml/2006/main" prst="ellipse">
            <a:avLst/>
          </a:prstGeom>
          <a:solidFill xmlns:a="http://schemas.openxmlformats.org/drawingml/2006/main">
            <a:srgbClr val="12352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337F53C-156E-43FC-B751-BED29B897C07}"/>
              </a:ext>
            </a:extLst>
          </p:cNvPr>
          <p:cNvSpPr>
            <a:spLocks xmlns:a="http://schemas.openxmlformats.org/drawingml/2006/main" noGrp="1"/>
          </p:cNvSpPr>
          <p:nvPr/>
        </p:nvSpPr>
        <p:spPr>
          <a:xfrm xmlns:a="http://schemas.openxmlformats.org/drawingml/2006/main">
            <a:off x="5829300" y="300037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i="0">
                <a:solidFill>
                  <a:srgbClr val="FFFEFA"/>
                </a:solidFill>
              </a:defRPr>
            </a:pPr>
            <a:r>
              <a:rPr sz="1575" b="1" i="0">
                <a:solidFill>
                  <a:srgbClr val="FFFEFA"/>
                </a:solidFill>
              </a:rPr>
              <a:t>03</a:t>
            </a:r>
          </a:p>
        </p:txBody>
      </p:sp>
      <p:sp>
        <p:nvSpPr>
          <p:cNvPr id="17" name="">
            <a:extLst xmlns:a="http://schemas.openxmlformats.org/drawingml/2006/main">
              <a:ext uri="{FF2B5EF4-FFF2-40B4-BE49-F238E27FC236}">
                <a16:creationId xmlns:a16="http://schemas.microsoft.com/office/drawing/2014/main" id="{40B57C44-E7D2-4C3B-8C68-42AFBEF04611}"/>
              </a:ext>
            </a:extLst>
          </p:cNvPr>
          <p:cNvSpPr>
            <a:spLocks xmlns:a="http://schemas.openxmlformats.org/drawingml/2006/main" noGrp="1"/>
          </p:cNvSpPr>
          <p:nvPr/>
        </p:nvSpPr>
        <p:spPr>
          <a:xfrm xmlns:a="http://schemas.openxmlformats.org/drawingml/2006/main">
            <a:off x="5143500" y="388620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1A4A34"/>
                </a:solidFill>
              </a:defRPr>
            </a:pPr>
            <a:r>
              <a:rPr sz="975" b="1" i="0">
                <a:solidFill>
                  <a:srgbClr val="1A4A34"/>
                </a:solidFill>
              </a:rPr>
              <a:t>STYLE</a:t>
            </a:r>
          </a:p>
        </p:txBody>
      </p:sp>
      <p:sp>
        <p:nvSpPr>
          <p:cNvPr id="18" name="">
            <a:extLst xmlns:a="http://schemas.openxmlformats.org/drawingml/2006/main">
              <a:ext uri="{FF2B5EF4-FFF2-40B4-BE49-F238E27FC236}">
                <a16:creationId xmlns:a16="http://schemas.microsoft.com/office/drawing/2014/main" id="{D75DA0F6-FB3E-47E8-A64D-A3C60DF94536}"/>
              </a:ext>
            </a:extLst>
          </p:cNvPr>
          <p:cNvSpPr>
            <a:spLocks xmlns:a="http://schemas.openxmlformats.org/drawingml/2006/main" noGrp="1"/>
          </p:cNvSpPr>
          <p:nvPr/>
        </p:nvSpPr>
        <p:spPr>
          <a:xfrm xmlns:a="http://schemas.openxmlformats.org/drawingml/2006/main">
            <a:off x="5143500" y="4210050"/>
            <a:ext cx="1847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i="0">
                <a:solidFill>
                  <a:srgbClr val="69746D"/>
                </a:solidFill>
              </a:defRPr>
            </a:pPr>
            <a:r>
              <a:rPr sz="1200" b="0" i="0">
                <a:solidFill>
                  <a:srgbClr val="69746D"/>
                </a:solidFill>
              </a:rPr>
              <a:t>CSS tokens, grids,</a:t>
            </a:r>
          </a:p>
          <a:p xmlns:a="http://schemas.openxmlformats.org/drawingml/2006/main">
            <a:pPr>
              <a:defRPr sz="1200" b="0" i="0">
                <a:solidFill>
                  <a:srgbClr val="69746D"/>
                </a:solidFill>
              </a:defRPr>
            </a:pPr>
            <a:r>
              <a:rPr sz="1200" b="0" i="0">
                <a:solidFill>
                  <a:srgbClr val="69746D"/>
                </a:solidFill>
              </a:rPr>
              <a:t>cards, responsive rules</a:t>
            </a:r>
          </a:p>
        </p:txBody>
      </p:sp>
      <p:sp>
        <p:nvSpPr>
          <p:cNvPr id="19" name="flow-node-4">
            <a:extLst xmlns:a="http://schemas.openxmlformats.org/drawingml/2006/main">
              <a:ext uri="{FF2B5EF4-FFF2-40B4-BE49-F238E27FC236}">
                <a16:creationId xmlns:a16="http://schemas.microsoft.com/office/drawing/2014/main" id="{999A3B2F-C749-481E-8078-B755860BA8BB}"/>
              </a:ext>
            </a:extLst>
          </p:cNvPr>
          <p:cNvSpPr>
            <a:spLocks xmlns:a="http://schemas.openxmlformats.org/drawingml/2006/main" noGrp="1"/>
          </p:cNvSpPr>
          <p:nvPr/>
        </p:nvSpPr>
        <p:spPr>
          <a:xfrm xmlns:a="http://schemas.openxmlformats.org/drawingml/2006/main">
            <a:off x="7829550" y="2733675"/>
            <a:ext cx="857250" cy="857250"/>
          </a:xfrm>
          <a:prstGeom xmlns:a="http://schemas.openxmlformats.org/drawingml/2006/main" prst="ellipse">
            <a:avLst/>
          </a:prstGeom>
          <a:solidFill xmlns:a="http://schemas.openxmlformats.org/drawingml/2006/main">
            <a:srgbClr val="12352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2CE1B87-F526-42DA-9F38-1DEA679733FB}"/>
              </a:ext>
            </a:extLst>
          </p:cNvPr>
          <p:cNvSpPr>
            <a:spLocks xmlns:a="http://schemas.openxmlformats.org/drawingml/2006/main" noGrp="1"/>
          </p:cNvSpPr>
          <p:nvPr/>
        </p:nvSpPr>
        <p:spPr>
          <a:xfrm xmlns:a="http://schemas.openxmlformats.org/drawingml/2006/main">
            <a:off x="8020050" y="300037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i="0">
                <a:solidFill>
                  <a:srgbClr val="FFFEFA"/>
                </a:solidFill>
              </a:defRPr>
            </a:pPr>
            <a:r>
              <a:rPr sz="1575" b="1" i="0">
                <a:solidFill>
                  <a:srgbClr val="FFFEFA"/>
                </a:solidFill>
              </a:rPr>
              <a:t>04</a:t>
            </a:r>
          </a:p>
        </p:txBody>
      </p:sp>
      <p:sp>
        <p:nvSpPr>
          <p:cNvPr id="21" name="">
            <a:extLst xmlns:a="http://schemas.openxmlformats.org/drawingml/2006/main">
              <a:ext uri="{FF2B5EF4-FFF2-40B4-BE49-F238E27FC236}">
                <a16:creationId xmlns:a16="http://schemas.microsoft.com/office/drawing/2014/main" id="{0A2D6776-CD7C-4F28-B5A9-742B415851AE}"/>
              </a:ext>
            </a:extLst>
          </p:cNvPr>
          <p:cNvSpPr>
            <a:spLocks xmlns:a="http://schemas.openxmlformats.org/drawingml/2006/main" noGrp="1"/>
          </p:cNvSpPr>
          <p:nvPr/>
        </p:nvSpPr>
        <p:spPr>
          <a:xfrm xmlns:a="http://schemas.openxmlformats.org/drawingml/2006/main">
            <a:off x="7334250" y="388620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1A4A34"/>
                </a:solidFill>
              </a:defRPr>
            </a:pPr>
            <a:r>
              <a:rPr sz="975" b="1" i="0">
                <a:solidFill>
                  <a:srgbClr val="1A4A34"/>
                </a:solidFill>
              </a:rPr>
              <a:t>INTERACTION</a:t>
            </a:r>
          </a:p>
        </p:txBody>
      </p:sp>
      <p:sp>
        <p:nvSpPr>
          <p:cNvPr id="22" name="">
            <a:extLst xmlns:a="http://schemas.openxmlformats.org/drawingml/2006/main">
              <a:ext uri="{FF2B5EF4-FFF2-40B4-BE49-F238E27FC236}">
                <a16:creationId xmlns:a16="http://schemas.microsoft.com/office/drawing/2014/main" id="{371D0996-D909-498B-B6C9-7CEECA019F96}"/>
              </a:ext>
            </a:extLst>
          </p:cNvPr>
          <p:cNvSpPr>
            <a:spLocks xmlns:a="http://schemas.openxmlformats.org/drawingml/2006/main" noGrp="1"/>
          </p:cNvSpPr>
          <p:nvPr/>
        </p:nvSpPr>
        <p:spPr>
          <a:xfrm xmlns:a="http://schemas.openxmlformats.org/drawingml/2006/main">
            <a:off x="7334250" y="4210050"/>
            <a:ext cx="1847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i="0">
                <a:solidFill>
                  <a:srgbClr val="69746D"/>
                </a:solidFill>
              </a:defRPr>
            </a:pPr>
            <a:r>
              <a:rPr sz="1200" b="0" i="0">
                <a:solidFill>
                  <a:srgbClr val="69746D"/>
                </a:solidFill>
              </a:rPr>
              <a:t>API loading, filters,</a:t>
            </a:r>
          </a:p>
          <a:p xmlns:a="http://schemas.openxmlformats.org/drawingml/2006/main">
            <a:pPr>
              <a:defRPr sz="1200" b="0" i="0">
                <a:solidFill>
                  <a:srgbClr val="69746D"/>
                </a:solidFill>
              </a:defRPr>
            </a:pPr>
            <a:r>
              <a:rPr sz="1200" b="0" i="0">
                <a:solidFill>
                  <a:srgbClr val="69746D"/>
                </a:solidFill>
              </a:rPr>
              <a:t>charts, language, theme</a:t>
            </a:r>
          </a:p>
        </p:txBody>
      </p:sp>
      <p:sp>
        <p:nvSpPr>
          <p:cNvPr id="23" name="flow-node-5">
            <a:extLst xmlns:a="http://schemas.openxmlformats.org/drawingml/2006/main">
              <a:ext uri="{FF2B5EF4-FFF2-40B4-BE49-F238E27FC236}">
                <a16:creationId xmlns:a16="http://schemas.microsoft.com/office/drawing/2014/main" id="{FEA2A3F3-77DE-42B6-BF12-9ADDE3BD0CCE}"/>
              </a:ext>
            </a:extLst>
          </p:cNvPr>
          <p:cNvSpPr>
            <a:spLocks xmlns:a="http://schemas.openxmlformats.org/drawingml/2006/main" noGrp="1"/>
          </p:cNvSpPr>
          <p:nvPr/>
        </p:nvSpPr>
        <p:spPr>
          <a:xfrm xmlns:a="http://schemas.openxmlformats.org/drawingml/2006/main">
            <a:off x="10020300" y="2733675"/>
            <a:ext cx="857250" cy="857250"/>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3693D28-D1FF-4D8B-9A59-02E89CA53EF0}"/>
              </a:ext>
            </a:extLst>
          </p:cNvPr>
          <p:cNvSpPr>
            <a:spLocks xmlns:a="http://schemas.openxmlformats.org/drawingml/2006/main" noGrp="1"/>
          </p:cNvSpPr>
          <p:nvPr/>
        </p:nvSpPr>
        <p:spPr>
          <a:xfrm xmlns:a="http://schemas.openxmlformats.org/drawingml/2006/main">
            <a:off x="10210800" y="300037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i="0">
                <a:solidFill>
                  <a:srgbClr val="071B12"/>
                </a:solidFill>
              </a:defRPr>
            </a:pPr>
            <a:r>
              <a:rPr sz="1575" b="1" i="0">
                <a:solidFill>
                  <a:srgbClr val="071B12"/>
                </a:solidFill>
              </a:rPr>
              <a:t>05</a:t>
            </a:r>
          </a:p>
        </p:txBody>
      </p:sp>
      <p:sp>
        <p:nvSpPr>
          <p:cNvPr id="25" name="">
            <a:extLst xmlns:a="http://schemas.openxmlformats.org/drawingml/2006/main">
              <a:ext uri="{FF2B5EF4-FFF2-40B4-BE49-F238E27FC236}">
                <a16:creationId xmlns:a16="http://schemas.microsoft.com/office/drawing/2014/main" id="{8B2BF978-CFD9-4A9F-850E-546939A640F4}"/>
              </a:ext>
            </a:extLst>
          </p:cNvPr>
          <p:cNvSpPr>
            <a:spLocks xmlns:a="http://schemas.openxmlformats.org/drawingml/2006/main" noGrp="1"/>
          </p:cNvSpPr>
          <p:nvPr/>
        </p:nvSpPr>
        <p:spPr>
          <a:xfrm xmlns:a="http://schemas.openxmlformats.org/drawingml/2006/main">
            <a:off x="9525000" y="388620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1A4A34"/>
                </a:solidFill>
              </a:defRPr>
            </a:pPr>
            <a:r>
              <a:rPr sz="975" b="1" i="0">
                <a:solidFill>
                  <a:srgbClr val="1A4A34"/>
                </a:solidFill>
              </a:rPr>
              <a:t>EXPERIENCE</a:t>
            </a:r>
          </a:p>
        </p:txBody>
      </p:sp>
      <p:sp>
        <p:nvSpPr>
          <p:cNvPr id="26" name="">
            <a:extLst xmlns:a="http://schemas.openxmlformats.org/drawingml/2006/main">
              <a:ext uri="{FF2B5EF4-FFF2-40B4-BE49-F238E27FC236}">
                <a16:creationId xmlns:a16="http://schemas.microsoft.com/office/drawing/2014/main" id="{4938BE47-01D7-4311-B2C7-334C1327FF89}"/>
              </a:ext>
            </a:extLst>
          </p:cNvPr>
          <p:cNvSpPr>
            <a:spLocks xmlns:a="http://schemas.openxmlformats.org/drawingml/2006/main" noGrp="1"/>
          </p:cNvSpPr>
          <p:nvPr/>
        </p:nvSpPr>
        <p:spPr>
          <a:xfrm xmlns:a="http://schemas.openxmlformats.org/drawingml/2006/main">
            <a:off x="9525000" y="4210050"/>
            <a:ext cx="1847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i="0">
                <a:solidFill>
                  <a:srgbClr val="69746D"/>
                </a:solidFill>
              </a:defRPr>
            </a:pPr>
            <a:r>
              <a:rPr sz="1200" b="0" i="0">
                <a:solidFill>
                  <a:srgbClr val="69746D"/>
                </a:solidFill>
              </a:rPr>
              <a:t>Responsive bilingual</a:t>
            </a:r>
          </a:p>
          <a:p xmlns:a="http://schemas.openxmlformats.org/drawingml/2006/main">
            <a:pPr>
              <a:defRPr sz="1200" b="0" i="0">
                <a:solidFill>
                  <a:srgbClr val="69746D"/>
                </a:solidFill>
              </a:defRPr>
            </a:pPr>
            <a:r>
              <a:rPr sz="1200" b="0" i="0">
                <a:solidFill>
                  <a:srgbClr val="69746D"/>
                </a:solidFill>
              </a:rPr>
              <a:t>research website</a:t>
            </a:r>
          </a:p>
        </p:txBody>
      </p:sp>
      <p:sp>
        <p:nvSpPr>
          <p:cNvPr id="27" name="">
            <a:extLst xmlns:a="http://schemas.openxmlformats.org/drawingml/2006/main">
              <a:ext uri="{FF2B5EF4-FFF2-40B4-BE49-F238E27FC236}">
                <a16:creationId xmlns:a16="http://schemas.microsoft.com/office/drawing/2014/main" id="{1C207EB0-E902-4D7B-B14D-5EF82FFAA3A3}"/>
              </a:ext>
            </a:extLst>
          </p:cNvPr>
          <p:cNvSpPr>
            <a:spLocks xmlns:a="http://schemas.openxmlformats.org/drawingml/2006/main" noGrp="1"/>
          </p:cNvSpPr>
          <p:nvPr/>
        </p:nvSpPr>
        <p:spPr>
          <a:xfrm xmlns:a="http://schemas.openxmlformats.org/drawingml/2006/main">
            <a:off x="2381250" y="5143500"/>
            <a:ext cx="7429500" cy="781050"/>
          </a:xfrm>
          <a:prstGeom xmlns:a="http://schemas.openxmlformats.org/drawingml/2006/main" prst="roundRect">
            <a:avLst>
              <a:gd name="adj" fmla="val 9756"/>
            </a:avLst>
          </a:prstGeom>
          <a:solidFill xmlns:a="http://schemas.openxmlformats.org/drawingml/2006/main">
            <a:srgbClr val="EDF2EE"/>
          </a:solidFill>
          <a:ln xmlns:a="http://schemas.openxmlformats.org/drawingml/2006/main" w="9525">
            <a:solidFill>
              <a:srgbClr val="D6E1D9"/>
            </a:solidFill>
            <a:prstDash val="solid"/>
          </a:ln>
        </p:spPr>
      </p:sp>
      <p:sp>
        <p:nvSpPr>
          <p:cNvPr id="28" name="">
            <a:extLst xmlns:a="http://schemas.openxmlformats.org/drawingml/2006/main">
              <a:ext uri="{FF2B5EF4-FFF2-40B4-BE49-F238E27FC236}">
                <a16:creationId xmlns:a16="http://schemas.microsoft.com/office/drawing/2014/main" id="{5537F19D-629D-4C10-9796-F37DB4CBEEAA}"/>
              </a:ext>
            </a:extLst>
          </p:cNvPr>
          <p:cNvSpPr>
            <a:spLocks xmlns:a="http://schemas.openxmlformats.org/drawingml/2006/main" noGrp="1"/>
          </p:cNvSpPr>
          <p:nvPr/>
        </p:nvSpPr>
        <p:spPr>
          <a:xfrm xmlns:a="http://schemas.openxmlformats.org/drawingml/2006/main">
            <a:off x="2667000" y="5314950"/>
            <a:ext cx="685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123524"/>
                </a:solidFill>
              </a:defRPr>
            </a:pPr>
            <a:r>
              <a:rPr sz="1350" b="1" i="0">
                <a:solidFill>
                  <a:srgbClr val="123524"/>
                </a:solidFill>
              </a:rPr>
              <a:t>Each layer is independent enough to maintain — and connected enough to create one coherent product.</a:t>
            </a:r>
          </a:p>
        </p:txBody>
      </p:sp>
      <p:sp>
        <p:nvSpPr>
          <p:cNvPr id="29" name="">
            <a:extLst xmlns:a="http://schemas.openxmlformats.org/drawingml/2006/main">
              <a:ext uri="{FF2B5EF4-FFF2-40B4-BE49-F238E27FC236}">
                <a16:creationId xmlns:a16="http://schemas.microsoft.com/office/drawing/2014/main" id="{620539D3-4D84-4085-BCCB-6A60BDF7AD35}"/>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1124848601"/>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8" name="top-accent">
            <a:extLst xmlns:a="http://schemas.openxmlformats.org/drawingml/2006/main">
              <a:ext uri="{FF2B5EF4-FFF2-40B4-BE49-F238E27FC236}">
                <a16:creationId xmlns:a16="http://schemas.microsoft.com/office/drawing/2014/main" id="{96CEB2C2-89D1-42B1-A046-09B339D55BC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A4F92FE6-9FF7-4DF1-8C79-7A515405F8F1}"/>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TECHNOLOGY STACK</a:t>
            </a:r>
          </a:p>
        </p:txBody>
      </p:sp>
      <p:sp>
        <p:nvSpPr>
          <p:cNvPr id="3" name="slide-number">
            <a:extLst xmlns:a="http://schemas.openxmlformats.org/drawingml/2006/main">
              <a:ext uri="{FF2B5EF4-FFF2-40B4-BE49-F238E27FC236}">
                <a16:creationId xmlns:a16="http://schemas.microsoft.com/office/drawing/2014/main" id="{EE4FD7D5-5842-41FC-9C50-82FD5B504477}"/>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04</a:t>
            </a:r>
          </a:p>
        </p:txBody>
      </p:sp>
      <p:sp>
        <p:nvSpPr>
          <p:cNvPr id="4" name="slide-title">
            <a:extLst xmlns:a="http://schemas.openxmlformats.org/drawingml/2006/main">
              <a:ext uri="{FF2B5EF4-FFF2-40B4-BE49-F238E27FC236}">
                <a16:creationId xmlns:a16="http://schemas.microsoft.com/office/drawing/2014/main" id="{E27702D9-A986-4CD9-8A82-270DBB978411}"/>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A deliberately simple frontend stack</a:t>
            </a:r>
          </a:p>
        </p:txBody>
      </p:sp>
      <p:sp>
        <p:nvSpPr>
          <p:cNvPr id="5" name="slide-subtitle">
            <a:extLst xmlns:a="http://schemas.openxmlformats.org/drawingml/2006/main">
              <a:ext uri="{FF2B5EF4-FFF2-40B4-BE49-F238E27FC236}">
                <a16:creationId xmlns:a16="http://schemas.microsoft.com/office/drawing/2014/main" id="{3E1F1895-102A-4205-B3F2-AF3DA1E9581D}"/>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Standards-based technology keeps the project readable, portable, and easy to connect to data services.</a:t>
            </a:r>
          </a:p>
        </p:txBody>
      </p:sp>
      <p:sp>
        <p:nvSpPr>
          <p:cNvPr id="6" name="stack-HTML5">
            <a:extLst xmlns:a="http://schemas.openxmlformats.org/drawingml/2006/main">
              <a:ext uri="{FF2B5EF4-FFF2-40B4-BE49-F238E27FC236}">
                <a16:creationId xmlns:a16="http://schemas.microsoft.com/office/drawing/2014/main" id="{6C0A1FEA-6533-4BF1-B47E-37D74737C1D5}"/>
              </a:ext>
            </a:extLst>
          </p:cNvPr>
          <p:cNvSpPr>
            <a:spLocks xmlns:a="http://schemas.openxmlformats.org/drawingml/2006/main" noGrp="1"/>
          </p:cNvSpPr>
          <p:nvPr/>
        </p:nvSpPr>
        <p:spPr>
          <a:xfrm xmlns:a="http://schemas.openxmlformats.org/drawingml/2006/main">
            <a:off x="609600" y="2095500"/>
            <a:ext cx="2514600" cy="3143250"/>
          </a:xfrm>
          <a:prstGeom xmlns:a="http://schemas.openxmlformats.org/drawingml/2006/main" prst="roundRect">
            <a:avLst>
              <a:gd name="adj" fmla="val 3030"/>
            </a:avLst>
          </a:prstGeom>
          <a:solidFill xmlns:a="http://schemas.openxmlformats.org/drawingml/2006/main">
            <a:srgbClr val="FFFEFA"/>
          </a:solidFill>
          <a:ln xmlns:a="http://schemas.openxmlformats.org/drawingml/2006/main" w="9525">
            <a:solidFill>
              <a:srgbClr val="E5E1D8"/>
            </a:solidFill>
            <a:prstDash val="solid"/>
          </a:ln>
        </p:spPr>
      </p:sp>
      <p:sp>
        <p:nvSpPr>
          <p:cNvPr id="7" name="">
            <a:extLst xmlns:a="http://schemas.openxmlformats.org/drawingml/2006/main">
              <a:ext uri="{FF2B5EF4-FFF2-40B4-BE49-F238E27FC236}">
                <a16:creationId xmlns:a16="http://schemas.microsoft.com/office/drawing/2014/main" id="{CC536A4C-CADA-460A-901D-0955ED28C47C}"/>
              </a:ext>
            </a:extLst>
          </p:cNvPr>
          <p:cNvSpPr>
            <a:spLocks xmlns:a="http://schemas.openxmlformats.org/drawingml/2006/main" noGrp="1"/>
          </p:cNvSpPr>
          <p:nvPr/>
        </p:nvSpPr>
        <p:spPr>
          <a:xfrm xmlns:a="http://schemas.openxmlformats.org/drawingml/2006/main">
            <a:off x="819150" y="2324100"/>
            <a:ext cx="1066800" cy="514350"/>
          </a:xfrm>
          <a:prstGeom xmlns:a="http://schemas.openxmlformats.org/drawingml/2006/main" prst="roundRect">
            <a:avLst>
              <a:gd name="adj" fmla="val 14815"/>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A14C58A-9334-4DD7-8695-F4DBCB5FD09A}"/>
              </a:ext>
            </a:extLst>
          </p:cNvPr>
          <p:cNvSpPr>
            <a:spLocks xmlns:a="http://schemas.openxmlformats.org/drawingml/2006/main" noGrp="1"/>
          </p:cNvSpPr>
          <p:nvPr/>
        </p:nvSpPr>
        <p:spPr>
          <a:xfrm xmlns:a="http://schemas.openxmlformats.org/drawingml/2006/main">
            <a:off x="895350" y="2486025"/>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i="0">
                <a:solidFill>
                  <a:srgbClr val="FFFEFA"/>
                </a:solidFill>
              </a:defRPr>
            </a:pPr>
            <a:r>
              <a:rPr sz="825" b="1" i="0">
                <a:solidFill>
                  <a:srgbClr val="FFFEFA"/>
                </a:solidFill>
              </a:rPr>
              <a:t>HTML5</a:t>
            </a:r>
          </a:p>
        </p:txBody>
      </p:sp>
      <p:sp>
        <p:nvSpPr>
          <p:cNvPr id="9" name="">
            <a:extLst xmlns:a="http://schemas.openxmlformats.org/drawingml/2006/main">
              <a:ext uri="{FF2B5EF4-FFF2-40B4-BE49-F238E27FC236}">
                <a16:creationId xmlns:a16="http://schemas.microsoft.com/office/drawing/2014/main" id="{31DC7E36-5BE1-4E8B-A72D-CB23D1B8FE91}"/>
              </a:ext>
            </a:extLst>
          </p:cNvPr>
          <p:cNvSpPr>
            <a:spLocks xmlns:a="http://schemas.openxmlformats.org/drawingml/2006/main" noGrp="1"/>
          </p:cNvSpPr>
          <p:nvPr/>
        </p:nvSpPr>
        <p:spPr>
          <a:xfrm xmlns:a="http://schemas.openxmlformats.org/drawingml/2006/main">
            <a:off x="819150" y="31432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i="0">
                <a:solidFill>
                  <a:srgbClr val="071B12"/>
                </a:solidFill>
              </a:defRPr>
            </a:pPr>
            <a:r>
              <a:rPr sz="1800" b="1" i="0">
                <a:solidFill>
                  <a:srgbClr val="071B12"/>
                </a:solidFill>
              </a:rPr>
              <a:t>Structure</a:t>
            </a:r>
          </a:p>
        </p:txBody>
      </p:sp>
      <p:sp>
        <p:nvSpPr>
          <p:cNvPr id="10" name="">
            <a:extLst xmlns:a="http://schemas.openxmlformats.org/drawingml/2006/main">
              <a:ext uri="{FF2B5EF4-FFF2-40B4-BE49-F238E27FC236}">
                <a16:creationId xmlns:a16="http://schemas.microsoft.com/office/drawing/2014/main" id="{807E7BF7-FE0C-4F8D-BD15-A52575F1A0D3}"/>
              </a:ext>
            </a:extLst>
          </p:cNvPr>
          <p:cNvSpPr>
            <a:spLocks xmlns:a="http://schemas.openxmlformats.org/drawingml/2006/main" noGrp="1"/>
          </p:cNvSpPr>
          <p:nvPr/>
        </p:nvSpPr>
        <p:spPr>
          <a:xfrm xmlns:a="http://schemas.openxmlformats.org/drawingml/2006/main">
            <a:off x="819150" y="3667125"/>
            <a:ext cx="2047875"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Semantic pages, navigation, sections, forms, tables, dialogs</a:t>
            </a:r>
          </a:p>
        </p:txBody>
      </p:sp>
      <p:sp>
        <p:nvSpPr>
          <p:cNvPr id="11" name="stack-CSS3">
            <a:extLst xmlns:a="http://schemas.openxmlformats.org/drawingml/2006/main">
              <a:ext uri="{FF2B5EF4-FFF2-40B4-BE49-F238E27FC236}">
                <a16:creationId xmlns:a16="http://schemas.microsoft.com/office/drawing/2014/main" id="{A3BB0F3D-38AA-4AA5-A9CF-C47D819D6E00}"/>
              </a:ext>
            </a:extLst>
          </p:cNvPr>
          <p:cNvSpPr>
            <a:spLocks xmlns:a="http://schemas.openxmlformats.org/drawingml/2006/main" noGrp="1"/>
          </p:cNvSpPr>
          <p:nvPr/>
        </p:nvSpPr>
        <p:spPr>
          <a:xfrm xmlns:a="http://schemas.openxmlformats.org/drawingml/2006/main">
            <a:off x="3352800" y="2095500"/>
            <a:ext cx="2514600" cy="3143250"/>
          </a:xfrm>
          <a:prstGeom xmlns:a="http://schemas.openxmlformats.org/drawingml/2006/main" prst="roundRect">
            <a:avLst>
              <a:gd name="adj" fmla="val 3030"/>
            </a:avLst>
          </a:prstGeom>
          <a:solidFill xmlns:a="http://schemas.openxmlformats.org/drawingml/2006/main">
            <a:srgbClr val="FFFEFA"/>
          </a:solidFill>
          <a:ln xmlns:a="http://schemas.openxmlformats.org/drawingml/2006/main" w="9525">
            <a:solidFill>
              <a:srgbClr val="E5E1D8"/>
            </a:solidFill>
            <a:prstDash val="solid"/>
          </a:ln>
        </p:spPr>
      </p:sp>
      <p:sp>
        <p:nvSpPr>
          <p:cNvPr id="12" name="">
            <a:extLst xmlns:a="http://schemas.openxmlformats.org/drawingml/2006/main">
              <a:ext uri="{FF2B5EF4-FFF2-40B4-BE49-F238E27FC236}">
                <a16:creationId xmlns:a16="http://schemas.microsoft.com/office/drawing/2014/main" id="{60D46E15-BD8D-47E2-873C-598388B3F957}"/>
              </a:ext>
            </a:extLst>
          </p:cNvPr>
          <p:cNvSpPr>
            <a:spLocks xmlns:a="http://schemas.openxmlformats.org/drawingml/2006/main" noGrp="1"/>
          </p:cNvSpPr>
          <p:nvPr/>
        </p:nvSpPr>
        <p:spPr>
          <a:xfrm xmlns:a="http://schemas.openxmlformats.org/drawingml/2006/main">
            <a:off x="3562350" y="2324100"/>
            <a:ext cx="1066800" cy="514350"/>
          </a:xfrm>
          <a:prstGeom xmlns:a="http://schemas.openxmlformats.org/drawingml/2006/main" prst="roundRect">
            <a:avLst>
              <a:gd name="adj" fmla="val 14815"/>
            </a:avLst>
          </a:prstGeom>
          <a:solidFill xmlns:a="http://schemas.openxmlformats.org/drawingml/2006/main">
            <a:srgbClr val="12352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D63D50C-9F0B-4BD0-BCA1-D9B9F03817EB}"/>
              </a:ext>
            </a:extLst>
          </p:cNvPr>
          <p:cNvSpPr>
            <a:spLocks xmlns:a="http://schemas.openxmlformats.org/drawingml/2006/main" noGrp="1"/>
          </p:cNvSpPr>
          <p:nvPr/>
        </p:nvSpPr>
        <p:spPr>
          <a:xfrm xmlns:a="http://schemas.openxmlformats.org/drawingml/2006/main">
            <a:off x="3638550" y="2486025"/>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i="0">
                <a:solidFill>
                  <a:srgbClr val="FFFEFA"/>
                </a:solidFill>
              </a:defRPr>
            </a:pPr>
            <a:r>
              <a:rPr sz="825" b="1" i="0">
                <a:solidFill>
                  <a:srgbClr val="FFFEFA"/>
                </a:solidFill>
              </a:rPr>
              <a:t>CSS3</a:t>
            </a:r>
          </a:p>
        </p:txBody>
      </p:sp>
      <p:sp>
        <p:nvSpPr>
          <p:cNvPr id="14" name="">
            <a:extLst xmlns:a="http://schemas.openxmlformats.org/drawingml/2006/main">
              <a:ext uri="{FF2B5EF4-FFF2-40B4-BE49-F238E27FC236}">
                <a16:creationId xmlns:a16="http://schemas.microsoft.com/office/drawing/2014/main" id="{E8858572-4C42-4769-A9DD-F68C2DAAE0A5}"/>
              </a:ext>
            </a:extLst>
          </p:cNvPr>
          <p:cNvSpPr>
            <a:spLocks xmlns:a="http://schemas.openxmlformats.org/drawingml/2006/main" noGrp="1"/>
          </p:cNvSpPr>
          <p:nvPr/>
        </p:nvSpPr>
        <p:spPr>
          <a:xfrm xmlns:a="http://schemas.openxmlformats.org/drawingml/2006/main">
            <a:off x="3562350" y="31432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i="0">
                <a:solidFill>
                  <a:srgbClr val="071B12"/>
                </a:solidFill>
              </a:defRPr>
            </a:pPr>
            <a:r>
              <a:rPr sz="1800" b="1" i="0">
                <a:solidFill>
                  <a:srgbClr val="071B12"/>
                </a:solidFill>
              </a:rPr>
              <a:t>Presentation</a:t>
            </a:r>
          </a:p>
        </p:txBody>
      </p:sp>
      <p:sp>
        <p:nvSpPr>
          <p:cNvPr id="15" name="">
            <a:extLst xmlns:a="http://schemas.openxmlformats.org/drawingml/2006/main">
              <a:ext uri="{FF2B5EF4-FFF2-40B4-BE49-F238E27FC236}">
                <a16:creationId xmlns:a16="http://schemas.microsoft.com/office/drawing/2014/main" id="{6B004B8C-039D-4D06-84E3-143DC70DAF8E}"/>
              </a:ext>
            </a:extLst>
          </p:cNvPr>
          <p:cNvSpPr>
            <a:spLocks xmlns:a="http://schemas.openxmlformats.org/drawingml/2006/main" noGrp="1"/>
          </p:cNvSpPr>
          <p:nvPr/>
        </p:nvSpPr>
        <p:spPr>
          <a:xfrm xmlns:a="http://schemas.openxmlformats.org/drawingml/2006/main">
            <a:off x="3562350" y="3667125"/>
            <a:ext cx="2047875"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Design tokens, component styling, responsive grids, dark mode, RTL</a:t>
            </a:r>
          </a:p>
        </p:txBody>
      </p:sp>
      <p:sp>
        <p:nvSpPr>
          <p:cNvPr id="16" name="stack-JavaScript">
            <a:extLst xmlns:a="http://schemas.openxmlformats.org/drawingml/2006/main">
              <a:ext uri="{FF2B5EF4-FFF2-40B4-BE49-F238E27FC236}">
                <a16:creationId xmlns:a16="http://schemas.microsoft.com/office/drawing/2014/main" id="{259B26B0-15BC-4ACB-90D3-E9D25121B334}"/>
              </a:ext>
            </a:extLst>
          </p:cNvPr>
          <p:cNvSpPr>
            <a:spLocks xmlns:a="http://schemas.openxmlformats.org/drawingml/2006/main" noGrp="1"/>
          </p:cNvSpPr>
          <p:nvPr/>
        </p:nvSpPr>
        <p:spPr>
          <a:xfrm xmlns:a="http://schemas.openxmlformats.org/drawingml/2006/main">
            <a:off x="6096000" y="2095500"/>
            <a:ext cx="2514600" cy="3143250"/>
          </a:xfrm>
          <a:prstGeom xmlns:a="http://schemas.openxmlformats.org/drawingml/2006/main" prst="roundRect">
            <a:avLst>
              <a:gd name="adj" fmla="val 3030"/>
            </a:avLst>
          </a:prstGeom>
          <a:solidFill xmlns:a="http://schemas.openxmlformats.org/drawingml/2006/main">
            <a:srgbClr val="FFFEFA"/>
          </a:solidFill>
          <a:ln xmlns:a="http://schemas.openxmlformats.org/drawingml/2006/main" w="9525">
            <a:solidFill>
              <a:srgbClr val="E5E1D8"/>
            </a:solidFill>
            <a:prstDash val="solid"/>
          </a:ln>
        </p:spPr>
      </p:sp>
      <p:sp>
        <p:nvSpPr>
          <p:cNvPr id="17" name="">
            <a:extLst xmlns:a="http://schemas.openxmlformats.org/drawingml/2006/main">
              <a:ext uri="{FF2B5EF4-FFF2-40B4-BE49-F238E27FC236}">
                <a16:creationId xmlns:a16="http://schemas.microsoft.com/office/drawing/2014/main" id="{EE14032B-6C42-4D69-AA1E-3FCEFFCC983B}"/>
              </a:ext>
            </a:extLst>
          </p:cNvPr>
          <p:cNvSpPr>
            <a:spLocks xmlns:a="http://schemas.openxmlformats.org/drawingml/2006/main" noGrp="1"/>
          </p:cNvSpPr>
          <p:nvPr/>
        </p:nvSpPr>
        <p:spPr>
          <a:xfrm xmlns:a="http://schemas.openxmlformats.org/drawingml/2006/main">
            <a:off x="6305550" y="2324100"/>
            <a:ext cx="1066800" cy="514350"/>
          </a:xfrm>
          <a:prstGeom xmlns:a="http://schemas.openxmlformats.org/drawingml/2006/main" prst="roundRect">
            <a:avLst>
              <a:gd name="adj" fmla="val 14815"/>
            </a:avLst>
          </a:prstGeom>
          <a:solidFill xmlns:a="http://schemas.openxmlformats.org/drawingml/2006/main">
            <a:srgbClr val="12352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9F1E913-A9F3-4239-944C-94B3B38352EC}"/>
              </a:ext>
            </a:extLst>
          </p:cNvPr>
          <p:cNvSpPr>
            <a:spLocks xmlns:a="http://schemas.openxmlformats.org/drawingml/2006/main" noGrp="1"/>
          </p:cNvSpPr>
          <p:nvPr/>
        </p:nvSpPr>
        <p:spPr>
          <a:xfrm xmlns:a="http://schemas.openxmlformats.org/drawingml/2006/main">
            <a:off x="6381750" y="2486025"/>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i="0">
                <a:solidFill>
                  <a:srgbClr val="FFFEFA"/>
                </a:solidFill>
              </a:defRPr>
            </a:pPr>
            <a:r>
              <a:rPr sz="825" b="1" i="0">
                <a:solidFill>
                  <a:srgbClr val="FFFEFA"/>
                </a:solidFill>
              </a:rPr>
              <a:t>JavaScript</a:t>
            </a:r>
          </a:p>
        </p:txBody>
      </p:sp>
      <p:sp>
        <p:nvSpPr>
          <p:cNvPr id="19" name="">
            <a:extLst xmlns:a="http://schemas.openxmlformats.org/drawingml/2006/main">
              <a:ext uri="{FF2B5EF4-FFF2-40B4-BE49-F238E27FC236}">
                <a16:creationId xmlns:a16="http://schemas.microsoft.com/office/drawing/2014/main" id="{BE29C61D-09D0-4A84-8381-10333B8C2CB6}"/>
              </a:ext>
            </a:extLst>
          </p:cNvPr>
          <p:cNvSpPr>
            <a:spLocks xmlns:a="http://schemas.openxmlformats.org/drawingml/2006/main" noGrp="1"/>
          </p:cNvSpPr>
          <p:nvPr/>
        </p:nvSpPr>
        <p:spPr>
          <a:xfrm xmlns:a="http://schemas.openxmlformats.org/drawingml/2006/main">
            <a:off x="6305550" y="31432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i="0">
                <a:solidFill>
                  <a:srgbClr val="071B12"/>
                </a:solidFill>
              </a:defRPr>
            </a:pPr>
            <a:r>
              <a:rPr sz="1800" b="1" i="0">
                <a:solidFill>
                  <a:srgbClr val="071B12"/>
                </a:solidFill>
              </a:rPr>
              <a:t>Behaviour</a:t>
            </a:r>
          </a:p>
        </p:txBody>
      </p:sp>
      <p:sp>
        <p:nvSpPr>
          <p:cNvPr id="20" name="">
            <a:extLst xmlns:a="http://schemas.openxmlformats.org/drawingml/2006/main">
              <a:ext uri="{FF2B5EF4-FFF2-40B4-BE49-F238E27FC236}">
                <a16:creationId xmlns:a16="http://schemas.microsoft.com/office/drawing/2014/main" id="{4CE1DF83-AF86-4EC7-B561-7FFD06E56BE3}"/>
              </a:ext>
            </a:extLst>
          </p:cNvPr>
          <p:cNvSpPr>
            <a:spLocks xmlns:a="http://schemas.openxmlformats.org/drawingml/2006/main" noGrp="1"/>
          </p:cNvSpPr>
          <p:nvPr/>
        </p:nvSpPr>
        <p:spPr>
          <a:xfrm xmlns:a="http://schemas.openxmlformats.org/drawingml/2006/main">
            <a:off x="6305550" y="3667125"/>
            <a:ext cx="2047875"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API loading, filtering, sorting, pagination, charts, preferences</a:t>
            </a:r>
          </a:p>
        </p:txBody>
      </p:sp>
      <p:sp>
        <p:nvSpPr>
          <p:cNvPr id="21" name="stack-Bootstrap 5">
            <a:extLst xmlns:a="http://schemas.openxmlformats.org/drawingml/2006/main">
              <a:ext uri="{FF2B5EF4-FFF2-40B4-BE49-F238E27FC236}">
                <a16:creationId xmlns:a16="http://schemas.microsoft.com/office/drawing/2014/main" id="{8C4A6108-9571-488E-8D1E-58564FF344EB}"/>
              </a:ext>
            </a:extLst>
          </p:cNvPr>
          <p:cNvSpPr>
            <a:spLocks xmlns:a="http://schemas.openxmlformats.org/drawingml/2006/main" noGrp="1"/>
          </p:cNvSpPr>
          <p:nvPr/>
        </p:nvSpPr>
        <p:spPr>
          <a:xfrm xmlns:a="http://schemas.openxmlformats.org/drawingml/2006/main">
            <a:off x="8839200" y="2095500"/>
            <a:ext cx="2514600" cy="3143250"/>
          </a:xfrm>
          <a:prstGeom xmlns:a="http://schemas.openxmlformats.org/drawingml/2006/main" prst="roundRect">
            <a:avLst>
              <a:gd name="adj" fmla="val 3030"/>
            </a:avLst>
          </a:prstGeom>
          <a:solidFill xmlns:a="http://schemas.openxmlformats.org/drawingml/2006/main">
            <a:srgbClr val="FFFEFA"/>
          </a:solidFill>
          <a:ln xmlns:a="http://schemas.openxmlformats.org/drawingml/2006/main" w="9525">
            <a:solidFill>
              <a:srgbClr val="E5E1D8"/>
            </a:solidFill>
            <a:prstDash val="solid"/>
          </a:ln>
        </p:spPr>
      </p:sp>
      <p:sp>
        <p:nvSpPr>
          <p:cNvPr id="22" name="">
            <a:extLst xmlns:a="http://schemas.openxmlformats.org/drawingml/2006/main">
              <a:ext uri="{FF2B5EF4-FFF2-40B4-BE49-F238E27FC236}">
                <a16:creationId xmlns:a16="http://schemas.microsoft.com/office/drawing/2014/main" id="{9709D128-7E7D-4A57-AF29-63DB2CE02BF9}"/>
              </a:ext>
            </a:extLst>
          </p:cNvPr>
          <p:cNvSpPr>
            <a:spLocks xmlns:a="http://schemas.openxmlformats.org/drawingml/2006/main" noGrp="1"/>
          </p:cNvSpPr>
          <p:nvPr/>
        </p:nvSpPr>
        <p:spPr>
          <a:xfrm xmlns:a="http://schemas.openxmlformats.org/drawingml/2006/main">
            <a:off x="9048750" y="2324100"/>
            <a:ext cx="1066800" cy="514350"/>
          </a:xfrm>
          <a:prstGeom xmlns:a="http://schemas.openxmlformats.org/drawingml/2006/main" prst="roundRect">
            <a:avLst>
              <a:gd name="adj" fmla="val 14815"/>
            </a:avLst>
          </a:prstGeom>
          <a:solidFill xmlns:a="http://schemas.openxmlformats.org/drawingml/2006/main">
            <a:srgbClr val="C8A96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AA85107-2705-4C70-BA1C-C7E71CDD67A8}"/>
              </a:ext>
            </a:extLst>
          </p:cNvPr>
          <p:cNvSpPr>
            <a:spLocks xmlns:a="http://schemas.openxmlformats.org/drawingml/2006/main" noGrp="1"/>
          </p:cNvSpPr>
          <p:nvPr/>
        </p:nvSpPr>
        <p:spPr>
          <a:xfrm xmlns:a="http://schemas.openxmlformats.org/drawingml/2006/main">
            <a:off x="9124950" y="2486025"/>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i="0">
                <a:solidFill>
                  <a:srgbClr val="071B12"/>
                </a:solidFill>
              </a:defRPr>
            </a:pPr>
            <a:r>
              <a:rPr sz="825" b="1" i="0">
                <a:solidFill>
                  <a:srgbClr val="071B12"/>
                </a:solidFill>
              </a:rPr>
              <a:t>Bootstrap 5</a:t>
            </a:r>
          </a:p>
        </p:txBody>
      </p:sp>
      <p:sp>
        <p:nvSpPr>
          <p:cNvPr id="24" name="">
            <a:extLst xmlns:a="http://schemas.openxmlformats.org/drawingml/2006/main">
              <a:ext uri="{FF2B5EF4-FFF2-40B4-BE49-F238E27FC236}">
                <a16:creationId xmlns:a16="http://schemas.microsoft.com/office/drawing/2014/main" id="{4FD55E94-B733-41EE-B307-09B7BE71F6BD}"/>
              </a:ext>
            </a:extLst>
          </p:cNvPr>
          <p:cNvSpPr>
            <a:spLocks xmlns:a="http://schemas.openxmlformats.org/drawingml/2006/main" noGrp="1"/>
          </p:cNvSpPr>
          <p:nvPr/>
        </p:nvSpPr>
        <p:spPr>
          <a:xfrm xmlns:a="http://schemas.openxmlformats.org/drawingml/2006/main">
            <a:off x="9048750" y="31432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i="0">
                <a:solidFill>
                  <a:srgbClr val="071B12"/>
                </a:solidFill>
              </a:defRPr>
            </a:pPr>
            <a:r>
              <a:rPr sz="1800" b="1" i="0">
                <a:solidFill>
                  <a:srgbClr val="071B12"/>
                </a:solidFill>
              </a:rPr>
              <a:t>Foundation</a:t>
            </a:r>
          </a:p>
        </p:txBody>
      </p:sp>
      <p:sp>
        <p:nvSpPr>
          <p:cNvPr id="25" name="">
            <a:extLst xmlns:a="http://schemas.openxmlformats.org/drawingml/2006/main">
              <a:ext uri="{FF2B5EF4-FFF2-40B4-BE49-F238E27FC236}">
                <a16:creationId xmlns:a16="http://schemas.microsoft.com/office/drawing/2014/main" id="{4A05AAC2-2651-40C6-8619-19ED2CAE2C96}"/>
              </a:ext>
            </a:extLst>
          </p:cNvPr>
          <p:cNvSpPr>
            <a:spLocks xmlns:a="http://schemas.openxmlformats.org/drawingml/2006/main" noGrp="1"/>
          </p:cNvSpPr>
          <p:nvPr/>
        </p:nvSpPr>
        <p:spPr>
          <a:xfrm xmlns:a="http://schemas.openxmlformats.org/drawingml/2006/main">
            <a:off x="9048750" y="3667125"/>
            <a:ext cx="2047875"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Responsive utilities and consistent cross-device behaviour</a:t>
            </a:r>
          </a:p>
        </p:txBody>
      </p:sp>
      <p:sp>
        <p:nvSpPr>
          <p:cNvPr id="26" name="">
            <a:extLst xmlns:a="http://schemas.openxmlformats.org/drawingml/2006/main">
              <a:ext uri="{FF2B5EF4-FFF2-40B4-BE49-F238E27FC236}">
                <a16:creationId xmlns:a16="http://schemas.microsoft.com/office/drawing/2014/main" id="{C185C646-7B4D-4BC8-98BF-E2BB2186FD80}"/>
              </a:ext>
            </a:extLst>
          </p:cNvPr>
          <p:cNvSpPr>
            <a:spLocks xmlns:a="http://schemas.openxmlformats.org/drawingml/2006/main" noGrp="1"/>
          </p:cNvSpPr>
          <p:nvPr/>
        </p:nvSpPr>
        <p:spPr>
          <a:xfrm xmlns:a="http://schemas.openxmlformats.org/drawingml/2006/main">
            <a:off x="2952750" y="5600700"/>
            <a:ext cx="628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i="0">
                <a:solidFill>
                  <a:srgbClr val="1A4A34"/>
                </a:solidFill>
              </a:defRPr>
            </a:pPr>
            <a:r>
              <a:rPr sz="1275" b="1" i="0">
                <a:solidFill>
                  <a:srgbClr val="1A4A34"/>
                </a:solidFill>
              </a:rPr>
              <a:t>Backend connection: Flask + MySQL through a stable JSON API contract</a:t>
            </a:r>
          </a:p>
        </p:txBody>
      </p:sp>
      <p:sp>
        <p:nvSpPr>
          <p:cNvPr id="27" name="">
            <a:extLst xmlns:a="http://schemas.openxmlformats.org/drawingml/2006/main">
              <a:ext uri="{FF2B5EF4-FFF2-40B4-BE49-F238E27FC236}">
                <a16:creationId xmlns:a16="http://schemas.microsoft.com/office/drawing/2014/main" id="{65A7A430-9BFC-4EE8-A1B5-0BC464CA4E48}"/>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811290199"/>
      </p:ext>
    </p:extLst>
  </p:cSld>
</p:sld>
</file>

<file path=ppt/slides/slide5.xml><?xml version="1.0" encoding="utf-8"?>
<p:sld xmlns:p="http://schemas.openxmlformats.org/presentationml/2006/main">
  <p:cSld>
    <p:bg>
      <p:bgPr>
        <a:solidFill xmlns:a="http://schemas.openxmlformats.org/drawingml/2006/main">
          <a:srgbClr val="071B12"/>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0287948D-514A-4469-BD9C-0E56CBC761E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7E5956D2-4460-45AE-AFC8-AA2FBD2F09CC}"/>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STAGE 1 · HTML</a:t>
            </a:r>
          </a:p>
        </p:txBody>
      </p:sp>
      <p:sp>
        <p:nvSpPr>
          <p:cNvPr id="3" name="slide-number">
            <a:extLst xmlns:a="http://schemas.openxmlformats.org/drawingml/2006/main">
              <a:ext uri="{FF2B5EF4-FFF2-40B4-BE49-F238E27FC236}">
                <a16:creationId xmlns:a16="http://schemas.microsoft.com/office/drawing/2014/main" id="{63D8A006-B97C-4C29-8BCD-CACA4356DEB3}"/>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05</a:t>
            </a:r>
          </a:p>
        </p:txBody>
      </p:sp>
      <p:sp>
        <p:nvSpPr>
          <p:cNvPr id="4" name="">
            <a:extLst xmlns:a="http://schemas.openxmlformats.org/drawingml/2006/main">
              <a:ext uri="{FF2B5EF4-FFF2-40B4-BE49-F238E27FC236}">
                <a16:creationId xmlns:a16="http://schemas.microsoft.com/office/drawing/2014/main" id="{A4EF7F71-DAFD-406B-827A-3899A9F17A4F}"/>
              </a:ext>
            </a:extLst>
          </p:cNvPr>
          <p:cNvSpPr>
            <a:spLocks xmlns:a="http://schemas.openxmlformats.org/drawingml/2006/main" noGrp="1"/>
          </p:cNvSpPr>
          <p:nvPr/>
        </p:nvSpPr>
        <p:spPr>
          <a:xfrm xmlns:a="http://schemas.openxmlformats.org/drawingml/2006/main">
            <a:off x="666750" y="1476375"/>
            <a:ext cx="1238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5400" b="1" i="0">
                <a:solidFill>
                  <a:srgbClr val="C8A96A"/>
                </a:solidFill>
              </a:defRPr>
            </a:pPr>
            <a:r>
              <a:rPr sz="5400" b="1" i="0">
                <a:solidFill>
                  <a:srgbClr val="C8A96A"/>
                </a:solidFill>
              </a:rPr>
              <a:t>01</a:t>
            </a:r>
          </a:p>
        </p:txBody>
      </p:sp>
      <p:sp>
        <p:nvSpPr>
          <p:cNvPr id="5" name="transition-title">
            <a:extLst xmlns:a="http://schemas.openxmlformats.org/drawingml/2006/main">
              <a:ext uri="{FF2B5EF4-FFF2-40B4-BE49-F238E27FC236}">
                <a16:creationId xmlns:a16="http://schemas.microsoft.com/office/drawing/2014/main" id="{C9E539AA-9845-4C68-B262-A6E6B84E66EF}"/>
              </a:ext>
            </a:extLst>
          </p:cNvPr>
          <p:cNvSpPr>
            <a:spLocks xmlns:a="http://schemas.openxmlformats.org/drawingml/2006/main" noGrp="1"/>
          </p:cNvSpPr>
          <p:nvPr/>
        </p:nvSpPr>
        <p:spPr>
          <a:xfrm xmlns:a="http://schemas.openxmlformats.org/drawingml/2006/main">
            <a:off x="2095500" y="1476375"/>
            <a:ext cx="7810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050" b="1" i="0">
                <a:solidFill>
                  <a:srgbClr val="FFFEFA"/>
                </a:solidFill>
              </a:defRPr>
            </a:pPr>
            <a:r>
              <a:rPr sz="4050" b="1" i="0">
                <a:solidFill>
                  <a:srgbClr val="FFFEFA"/>
                </a:solidFill>
              </a:rPr>
              <a:t>Begin with structure</a:t>
            </a:r>
          </a:p>
        </p:txBody>
      </p:sp>
      <p:sp>
        <p:nvSpPr>
          <p:cNvPr id="6" name="">
            <a:extLst xmlns:a="http://schemas.openxmlformats.org/drawingml/2006/main">
              <a:ext uri="{FF2B5EF4-FFF2-40B4-BE49-F238E27FC236}">
                <a16:creationId xmlns:a16="http://schemas.microsoft.com/office/drawing/2014/main" id="{0B532854-A486-4228-BF32-49A6567D1A73}"/>
              </a:ext>
            </a:extLst>
          </p:cNvPr>
          <p:cNvSpPr>
            <a:spLocks xmlns:a="http://schemas.openxmlformats.org/drawingml/2006/main" noGrp="1"/>
          </p:cNvSpPr>
          <p:nvPr/>
        </p:nvSpPr>
        <p:spPr>
          <a:xfrm xmlns:a="http://schemas.openxmlformats.org/drawingml/2006/main">
            <a:off x="2133600" y="2667000"/>
            <a:ext cx="7429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i="0">
                <a:solidFill>
                  <a:srgbClr val="C8D4CD"/>
                </a:solidFill>
              </a:defRPr>
            </a:pPr>
            <a:r>
              <a:rPr sz="1725" b="0" i="0">
                <a:solidFill>
                  <a:srgbClr val="C8D4CD"/>
                </a:solidFill>
              </a:rPr>
              <a:t>Semantic HTML turns a blank browser into a navigable information architecture.</a:t>
            </a:r>
          </a:p>
        </p:txBody>
      </p:sp>
      <p:sp>
        <p:nvSpPr>
          <p:cNvPr id="7" name="dev-code-panel">
            <a:extLst xmlns:a="http://schemas.openxmlformats.org/drawingml/2006/main">
              <a:ext uri="{FF2B5EF4-FFF2-40B4-BE49-F238E27FC236}">
                <a16:creationId xmlns:a16="http://schemas.microsoft.com/office/drawing/2014/main" id="{90DCA068-86B1-4897-B8D6-E33EAB1A4A23}"/>
              </a:ext>
            </a:extLst>
          </p:cNvPr>
          <p:cNvSpPr>
            <a:spLocks xmlns:a="http://schemas.openxmlformats.org/drawingml/2006/main" noGrp="1"/>
          </p:cNvSpPr>
          <p:nvPr/>
        </p:nvSpPr>
        <p:spPr>
          <a:xfrm xmlns:a="http://schemas.openxmlformats.org/drawingml/2006/main">
            <a:off x="6762750" y="3905250"/>
            <a:ext cx="4095750" cy="1714500"/>
          </a:xfrm>
          <a:prstGeom xmlns:a="http://schemas.openxmlformats.org/drawingml/2006/main" prst="roundRect">
            <a:avLst>
              <a:gd name="adj" fmla="val 4444"/>
            </a:avLst>
          </a:prstGeom>
          <a:solidFill xmlns:a="http://schemas.openxmlformats.org/drawingml/2006/main">
            <a:srgbClr val="0A1711"/>
          </a:solidFill>
          <a:ln xmlns:a="http://schemas.openxmlformats.org/drawingml/2006/main" w="9525">
            <a:solidFill>
              <a:srgbClr val="1E3B2D"/>
            </a:solidFill>
            <a:prstDash val="solid"/>
          </a:ln>
        </p:spPr>
      </p:sp>
      <p:sp>
        <p:nvSpPr>
          <p:cNvPr id="8" name="">
            <a:extLst xmlns:a="http://schemas.openxmlformats.org/drawingml/2006/main">
              <a:ext uri="{FF2B5EF4-FFF2-40B4-BE49-F238E27FC236}">
                <a16:creationId xmlns:a16="http://schemas.microsoft.com/office/drawing/2014/main" id="{F9220EF6-721C-47A1-87EE-E657460F275E}"/>
              </a:ext>
            </a:extLst>
          </p:cNvPr>
          <p:cNvSpPr>
            <a:spLocks xmlns:a="http://schemas.openxmlformats.org/drawingml/2006/main" noGrp="1"/>
          </p:cNvSpPr>
          <p:nvPr/>
        </p:nvSpPr>
        <p:spPr>
          <a:xfrm xmlns:a="http://schemas.openxmlformats.org/drawingml/2006/main">
            <a:off x="6762750" y="3905250"/>
            <a:ext cx="409575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0A96FF0-C6ED-4EF5-B118-7D89720776F6}"/>
              </a:ext>
            </a:extLst>
          </p:cNvPr>
          <p:cNvSpPr>
            <a:spLocks xmlns:a="http://schemas.openxmlformats.org/drawingml/2006/main" noGrp="1"/>
          </p:cNvSpPr>
          <p:nvPr/>
        </p:nvSpPr>
        <p:spPr>
          <a:xfrm xmlns:a="http://schemas.openxmlformats.org/drawingml/2006/main">
            <a:off x="6934200" y="4000500"/>
            <a:ext cx="3752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index.html · foundation</a:t>
            </a:r>
          </a:p>
        </p:txBody>
      </p:sp>
      <p:sp>
        <p:nvSpPr>
          <p:cNvPr id="10" name="">
            <a:extLst xmlns:a="http://schemas.openxmlformats.org/drawingml/2006/main">
              <a:ext uri="{FF2B5EF4-FFF2-40B4-BE49-F238E27FC236}">
                <a16:creationId xmlns:a16="http://schemas.microsoft.com/office/drawing/2014/main" id="{15A930DC-632A-44B0-899E-BFCED45E39DF}"/>
              </a:ext>
            </a:extLst>
          </p:cNvPr>
          <p:cNvSpPr>
            <a:spLocks xmlns:a="http://schemas.openxmlformats.org/drawingml/2006/main" noGrp="1"/>
          </p:cNvSpPr>
          <p:nvPr/>
        </p:nvSpPr>
        <p:spPr>
          <a:xfrm xmlns:a="http://schemas.openxmlformats.org/drawingml/2006/main">
            <a:off x="6934200" y="4352925"/>
            <a:ext cx="3810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01  &lt;!doctype html&gt;</a:t>
            </a:r>
          </a:p>
        </p:txBody>
      </p:sp>
      <p:sp>
        <p:nvSpPr>
          <p:cNvPr id="11" name="">
            <a:extLst xmlns:a="http://schemas.openxmlformats.org/drawingml/2006/main">
              <a:ext uri="{FF2B5EF4-FFF2-40B4-BE49-F238E27FC236}">
                <a16:creationId xmlns:a16="http://schemas.microsoft.com/office/drawing/2014/main" id="{726C7944-CD2E-4A58-9A9B-4C8282B759E7}"/>
              </a:ext>
            </a:extLst>
          </p:cNvPr>
          <p:cNvSpPr>
            <a:spLocks xmlns:a="http://schemas.openxmlformats.org/drawingml/2006/main" noGrp="1"/>
          </p:cNvSpPr>
          <p:nvPr/>
        </p:nvSpPr>
        <p:spPr>
          <a:xfrm xmlns:a="http://schemas.openxmlformats.org/drawingml/2006/main">
            <a:off x="6934200" y="4610100"/>
            <a:ext cx="3810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02  &lt;header&gt;…&lt;/header&gt;</a:t>
            </a:r>
          </a:p>
        </p:txBody>
      </p:sp>
      <p:sp>
        <p:nvSpPr>
          <p:cNvPr id="12" name="">
            <a:extLst xmlns:a="http://schemas.openxmlformats.org/drawingml/2006/main">
              <a:ext uri="{FF2B5EF4-FFF2-40B4-BE49-F238E27FC236}">
                <a16:creationId xmlns:a16="http://schemas.microsoft.com/office/drawing/2014/main" id="{3F752CD6-4864-4868-A724-DEAEC9240E8A}"/>
              </a:ext>
            </a:extLst>
          </p:cNvPr>
          <p:cNvSpPr>
            <a:spLocks xmlns:a="http://schemas.openxmlformats.org/drawingml/2006/main" noGrp="1"/>
          </p:cNvSpPr>
          <p:nvPr/>
        </p:nvSpPr>
        <p:spPr>
          <a:xfrm xmlns:a="http://schemas.openxmlformats.org/drawingml/2006/main">
            <a:off x="6934200" y="4867275"/>
            <a:ext cx="3810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03  &lt;main&gt;…&lt;/main&gt;</a:t>
            </a:r>
          </a:p>
        </p:txBody>
      </p:sp>
      <p:sp>
        <p:nvSpPr>
          <p:cNvPr id="13" name="">
            <a:extLst xmlns:a="http://schemas.openxmlformats.org/drawingml/2006/main">
              <a:ext uri="{FF2B5EF4-FFF2-40B4-BE49-F238E27FC236}">
                <a16:creationId xmlns:a16="http://schemas.microsoft.com/office/drawing/2014/main" id="{F740D414-1A91-4D29-B7E3-B4169F459A54}"/>
              </a:ext>
            </a:extLst>
          </p:cNvPr>
          <p:cNvSpPr>
            <a:spLocks xmlns:a="http://schemas.openxmlformats.org/drawingml/2006/main" noGrp="1"/>
          </p:cNvSpPr>
          <p:nvPr/>
        </p:nvSpPr>
        <p:spPr>
          <a:xfrm xmlns:a="http://schemas.openxmlformats.org/drawingml/2006/main">
            <a:off x="6934200" y="5124450"/>
            <a:ext cx="3810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04  &lt;footer&gt;…&lt;/footer&gt;</a:t>
            </a:r>
          </a:p>
        </p:txBody>
      </p:sp>
    </p:spTree>
    <p:extLst>
      <p:ext uri="{BB962C8B-B14F-4D97-AF65-F5344CB8AC3E}">
        <p14:creationId xmlns:p14="http://schemas.microsoft.com/office/powerpoint/2010/main" val="909001133"/>
      </p:ext>
    </p:extLst>
  </p:cSld>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1" name="top-accent">
            <a:extLst xmlns:a="http://schemas.openxmlformats.org/drawingml/2006/main">
              <a:ext uri="{FF2B5EF4-FFF2-40B4-BE49-F238E27FC236}">
                <a16:creationId xmlns:a16="http://schemas.microsoft.com/office/drawing/2014/main" id="{D71FCB96-C5EB-4D3E-81DB-15F0094DA87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270B26EB-97B3-4B13-BFB2-D275A57B71A6}"/>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1 · HTML</a:t>
            </a:r>
          </a:p>
        </p:txBody>
      </p:sp>
      <p:sp>
        <p:nvSpPr>
          <p:cNvPr id="3" name="slide-number">
            <a:extLst xmlns:a="http://schemas.openxmlformats.org/drawingml/2006/main">
              <a:ext uri="{FF2B5EF4-FFF2-40B4-BE49-F238E27FC236}">
                <a16:creationId xmlns:a16="http://schemas.microsoft.com/office/drawing/2014/main" id="{FE4D077A-C186-4753-811B-FD103D1FD5C3}"/>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06</a:t>
            </a:r>
          </a:p>
        </p:txBody>
      </p:sp>
      <p:sp>
        <p:nvSpPr>
          <p:cNvPr id="4" name="slide-title">
            <a:extLst xmlns:a="http://schemas.openxmlformats.org/drawingml/2006/main">
              <a:ext uri="{FF2B5EF4-FFF2-40B4-BE49-F238E27FC236}">
                <a16:creationId xmlns:a16="http://schemas.microsoft.com/office/drawing/2014/main" id="{EA72DCD3-60B4-490C-BC4E-EAF6C56F6B24}"/>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The first render: a valid document, but almost no interface</a:t>
            </a:r>
          </a:p>
        </p:txBody>
      </p:sp>
      <p:sp>
        <p:nvSpPr>
          <p:cNvPr id="5" name="slide-subtitle">
            <a:extLst xmlns:a="http://schemas.openxmlformats.org/drawingml/2006/main">
              <a:ext uri="{FF2B5EF4-FFF2-40B4-BE49-F238E27FC236}">
                <a16:creationId xmlns:a16="http://schemas.microsoft.com/office/drawing/2014/main" id="{DBCBBA57-F4F4-4769-8391-6366CFEA4024}"/>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The browser understands the page before it looks like the final product.</a:t>
            </a:r>
          </a:p>
        </p:txBody>
      </p:sp>
      <p:sp>
        <p:nvSpPr>
          <p:cNvPr id="6" name="dev-code-panel">
            <a:extLst xmlns:a="http://schemas.openxmlformats.org/drawingml/2006/main">
              <a:ext uri="{FF2B5EF4-FFF2-40B4-BE49-F238E27FC236}">
                <a16:creationId xmlns:a16="http://schemas.microsoft.com/office/drawing/2014/main" id="{1710AA1C-BC9E-46A8-A320-3BBF2298D00B}"/>
              </a:ext>
            </a:extLst>
          </p:cNvPr>
          <p:cNvSpPr>
            <a:spLocks xmlns:a="http://schemas.openxmlformats.org/drawingml/2006/main" noGrp="1"/>
          </p:cNvSpPr>
          <p:nvPr/>
        </p:nvSpPr>
        <p:spPr>
          <a:xfrm xmlns:a="http://schemas.openxmlformats.org/drawingml/2006/main">
            <a:off x="609600" y="1809750"/>
            <a:ext cx="4953000" cy="4000500"/>
          </a:xfrm>
          <a:prstGeom xmlns:a="http://schemas.openxmlformats.org/drawingml/2006/main" prst="roundRect">
            <a:avLst>
              <a:gd name="adj" fmla="val 1905"/>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E55B78FD-8794-433B-B99A-8CE0763AB692}"/>
              </a:ext>
            </a:extLst>
          </p:cNvPr>
          <p:cNvSpPr>
            <a:spLocks xmlns:a="http://schemas.openxmlformats.org/drawingml/2006/main" noGrp="1"/>
          </p:cNvSpPr>
          <p:nvPr/>
        </p:nvSpPr>
        <p:spPr>
          <a:xfrm xmlns:a="http://schemas.openxmlformats.org/drawingml/2006/main">
            <a:off x="609600" y="1809750"/>
            <a:ext cx="49530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FBE11B8-E440-4F13-BE4E-33FDC04750D7}"/>
              </a:ext>
            </a:extLst>
          </p:cNvPr>
          <p:cNvSpPr>
            <a:spLocks xmlns:a="http://schemas.openxmlformats.org/drawingml/2006/main" noGrp="1"/>
          </p:cNvSpPr>
          <p:nvPr/>
        </p:nvSpPr>
        <p:spPr>
          <a:xfrm xmlns:a="http://schemas.openxmlformats.org/drawingml/2006/main">
            <a:off x="781050" y="1905000"/>
            <a:ext cx="461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index.html · lines 1–14</a:t>
            </a:r>
          </a:p>
        </p:txBody>
      </p:sp>
      <p:sp>
        <p:nvSpPr>
          <p:cNvPr id="9" name="">
            <a:extLst xmlns:a="http://schemas.openxmlformats.org/drawingml/2006/main">
              <a:ext uri="{FF2B5EF4-FFF2-40B4-BE49-F238E27FC236}">
                <a16:creationId xmlns:a16="http://schemas.microsoft.com/office/drawing/2014/main" id="{407C48B0-8540-44AD-A121-C6C6CEEFF80C}"/>
              </a:ext>
            </a:extLst>
          </p:cNvPr>
          <p:cNvSpPr>
            <a:spLocks xmlns:a="http://schemas.openxmlformats.org/drawingml/2006/main" noGrp="1"/>
          </p:cNvSpPr>
          <p:nvPr/>
        </p:nvSpPr>
        <p:spPr>
          <a:xfrm xmlns:a="http://schemas.openxmlformats.org/drawingml/2006/main">
            <a:off x="781050" y="22574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01  &lt;!doctype html&gt;</a:t>
            </a:r>
          </a:p>
        </p:txBody>
      </p:sp>
      <p:sp>
        <p:nvSpPr>
          <p:cNvPr id="10" name="">
            <a:extLst xmlns:a="http://schemas.openxmlformats.org/drawingml/2006/main">
              <a:ext uri="{FF2B5EF4-FFF2-40B4-BE49-F238E27FC236}">
                <a16:creationId xmlns:a16="http://schemas.microsoft.com/office/drawing/2014/main" id="{3B79EC69-091D-47E0-9677-297528CC8827}"/>
              </a:ext>
            </a:extLst>
          </p:cNvPr>
          <p:cNvSpPr>
            <a:spLocks xmlns:a="http://schemas.openxmlformats.org/drawingml/2006/main" noGrp="1"/>
          </p:cNvSpPr>
          <p:nvPr/>
        </p:nvSpPr>
        <p:spPr>
          <a:xfrm xmlns:a="http://schemas.openxmlformats.org/drawingml/2006/main">
            <a:off x="781050" y="25146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02  &lt;html lang="en" dir="ltr"&gt;</a:t>
            </a:r>
          </a:p>
        </p:txBody>
      </p:sp>
      <p:sp>
        <p:nvSpPr>
          <p:cNvPr id="11" name="">
            <a:extLst xmlns:a="http://schemas.openxmlformats.org/drawingml/2006/main">
              <a:ext uri="{FF2B5EF4-FFF2-40B4-BE49-F238E27FC236}">
                <a16:creationId xmlns:a16="http://schemas.microsoft.com/office/drawing/2014/main" id="{45DCAC36-86F4-49D8-A7C7-DFC435F33E51}"/>
              </a:ext>
            </a:extLst>
          </p:cNvPr>
          <p:cNvSpPr>
            <a:spLocks xmlns:a="http://schemas.openxmlformats.org/drawingml/2006/main" noGrp="1"/>
          </p:cNvSpPr>
          <p:nvPr/>
        </p:nvSpPr>
        <p:spPr>
          <a:xfrm xmlns:a="http://schemas.openxmlformats.org/drawingml/2006/main">
            <a:off x="781050" y="27717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03  &lt;head&gt;</a:t>
            </a:r>
          </a:p>
        </p:txBody>
      </p:sp>
      <p:sp>
        <p:nvSpPr>
          <p:cNvPr id="12" name="">
            <a:extLst xmlns:a="http://schemas.openxmlformats.org/drawingml/2006/main">
              <a:ext uri="{FF2B5EF4-FFF2-40B4-BE49-F238E27FC236}">
                <a16:creationId xmlns:a16="http://schemas.microsoft.com/office/drawing/2014/main" id="{3CB09861-6F4F-4484-9BE5-55B079D14434}"/>
              </a:ext>
            </a:extLst>
          </p:cNvPr>
          <p:cNvSpPr>
            <a:spLocks xmlns:a="http://schemas.openxmlformats.org/drawingml/2006/main" noGrp="1"/>
          </p:cNvSpPr>
          <p:nvPr/>
        </p:nvSpPr>
        <p:spPr>
          <a:xfrm xmlns:a="http://schemas.openxmlformats.org/drawingml/2006/main">
            <a:off x="781050" y="30289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04    &lt;meta charset="utf-8"&gt;</a:t>
            </a:r>
          </a:p>
        </p:txBody>
      </p:sp>
      <p:sp>
        <p:nvSpPr>
          <p:cNvPr id="13" name="">
            <a:extLst xmlns:a="http://schemas.openxmlformats.org/drawingml/2006/main">
              <a:ext uri="{FF2B5EF4-FFF2-40B4-BE49-F238E27FC236}">
                <a16:creationId xmlns:a16="http://schemas.microsoft.com/office/drawing/2014/main" id="{98CEAFB0-E515-449C-936A-B45DD0B2A468}"/>
              </a:ext>
            </a:extLst>
          </p:cNvPr>
          <p:cNvSpPr>
            <a:spLocks xmlns:a="http://schemas.openxmlformats.org/drawingml/2006/main" noGrp="1"/>
          </p:cNvSpPr>
          <p:nvPr/>
        </p:nvSpPr>
        <p:spPr>
          <a:xfrm xmlns:a="http://schemas.openxmlformats.org/drawingml/2006/main">
            <a:off x="781050" y="32861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05    &lt;meta name="viewport"</a:t>
            </a:r>
          </a:p>
        </p:txBody>
      </p:sp>
      <p:sp>
        <p:nvSpPr>
          <p:cNvPr id="14" name="">
            <a:extLst xmlns:a="http://schemas.openxmlformats.org/drawingml/2006/main">
              <a:ext uri="{FF2B5EF4-FFF2-40B4-BE49-F238E27FC236}">
                <a16:creationId xmlns:a16="http://schemas.microsoft.com/office/drawing/2014/main" id="{E8292149-829D-4678-B31E-8DD3BB3BECB3}"/>
              </a:ext>
            </a:extLst>
          </p:cNvPr>
          <p:cNvSpPr>
            <a:spLocks xmlns:a="http://schemas.openxmlformats.org/drawingml/2006/main" noGrp="1"/>
          </p:cNvSpPr>
          <p:nvPr/>
        </p:nvSpPr>
        <p:spPr>
          <a:xfrm xmlns:a="http://schemas.openxmlformats.org/drawingml/2006/main">
            <a:off x="781050" y="35433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06          content="width=device-width"&gt;</a:t>
            </a:r>
          </a:p>
        </p:txBody>
      </p:sp>
      <p:sp>
        <p:nvSpPr>
          <p:cNvPr id="15" name="">
            <a:extLst xmlns:a="http://schemas.openxmlformats.org/drawingml/2006/main">
              <a:ext uri="{FF2B5EF4-FFF2-40B4-BE49-F238E27FC236}">
                <a16:creationId xmlns:a16="http://schemas.microsoft.com/office/drawing/2014/main" id="{3D559D6B-0ACC-4C28-8B7B-ED9389878354}"/>
              </a:ext>
            </a:extLst>
          </p:cNvPr>
          <p:cNvSpPr>
            <a:spLocks xmlns:a="http://schemas.openxmlformats.org/drawingml/2006/main" noGrp="1"/>
          </p:cNvSpPr>
          <p:nvPr/>
        </p:nvSpPr>
        <p:spPr>
          <a:xfrm xmlns:a="http://schemas.openxmlformats.org/drawingml/2006/main">
            <a:off x="781050" y="38004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07    &lt;title&gt;Traditional Governments…&lt;/title&gt;</a:t>
            </a:r>
          </a:p>
        </p:txBody>
      </p:sp>
      <p:sp>
        <p:nvSpPr>
          <p:cNvPr id="16" name="">
            <a:extLst xmlns:a="http://schemas.openxmlformats.org/drawingml/2006/main">
              <a:ext uri="{FF2B5EF4-FFF2-40B4-BE49-F238E27FC236}">
                <a16:creationId xmlns:a16="http://schemas.microsoft.com/office/drawing/2014/main" id="{D8DD6BF7-C820-4484-91D1-B059C064E089}"/>
              </a:ext>
            </a:extLst>
          </p:cNvPr>
          <p:cNvSpPr>
            <a:spLocks xmlns:a="http://schemas.openxmlformats.org/drawingml/2006/main" noGrp="1"/>
          </p:cNvSpPr>
          <p:nvPr/>
        </p:nvSpPr>
        <p:spPr>
          <a:xfrm xmlns:a="http://schemas.openxmlformats.org/drawingml/2006/main">
            <a:off x="781050" y="40576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08  &lt;/head&gt;</a:t>
            </a:r>
          </a:p>
        </p:txBody>
      </p:sp>
      <p:sp>
        <p:nvSpPr>
          <p:cNvPr id="17" name="">
            <a:extLst xmlns:a="http://schemas.openxmlformats.org/drawingml/2006/main">
              <a:ext uri="{FF2B5EF4-FFF2-40B4-BE49-F238E27FC236}">
                <a16:creationId xmlns:a16="http://schemas.microsoft.com/office/drawing/2014/main" id="{ADFA9C3D-7362-4936-8F96-5642C9E7B43F}"/>
              </a:ext>
            </a:extLst>
          </p:cNvPr>
          <p:cNvSpPr>
            <a:spLocks xmlns:a="http://schemas.openxmlformats.org/drawingml/2006/main" noGrp="1"/>
          </p:cNvSpPr>
          <p:nvPr/>
        </p:nvSpPr>
        <p:spPr>
          <a:xfrm xmlns:a="http://schemas.openxmlformats.org/drawingml/2006/main">
            <a:off x="781050" y="43148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09  &lt;body&gt;</a:t>
            </a:r>
          </a:p>
        </p:txBody>
      </p:sp>
      <p:sp>
        <p:nvSpPr>
          <p:cNvPr id="18" name="">
            <a:extLst xmlns:a="http://schemas.openxmlformats.org/drawingml/2006/main">
              <a:ext uri="{FF2B5EF4-FFF2-40B4-BE49-F238E27FC236}">
                <a16:creationId xmlns:a16="http://schemas.microsoft.com/office/drawing/2014/main" id="{0EEDD0D4-6163-4084-BC21-AFB1E2C1C939}"/>
              </a:ext>
            </a:extLst>
          </p:cNvPr>
          <p:cNvSpPr>
            <a:spLocks xmlns:a="http://schemas.openxmlformats.org/drawingml/2006/main" noGrp="1"/>
          </p:cNvSpPr>
          <p:nvPr/>
        </p:nvSpPr>
        <p:spPr>
          <a:xfrm xmlns:a="http://schemas.openxmlformats.org/drawingml/2006/main">
            <a:off x="781050" y="45720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10    &lt;main id="main-content"&gt;&lt;/main&gt;</a:t>
            </a:r>
          </a:p>
        </p:txBody>
      </p:sp>
      <p:sp>
        <p:nvSpPr>
          <p:cNvPr id="19" name="">
            <a:extLst xmlns:a="http://schemas.openxmlformats.org/drawingml/2006/main">
              <a:ext uri="{FF2B5EF4-FFF2-40B4-BE49-F238E27FC236}">
                <a16:creationId xmlns:a16="http://schemas.microsoft.com/office/drawing/2014/main" id="{898A37E8-890B-4AA6-8583-4ABE742EACB8}"/>
              </a:ext>
            </a:extLst>
          </p:cNvPr>
          <p:cNvSpPr>
            <a:spLocks xmlns:a="http://schemas.openxmlformats.org/drawingml/2006/main" noGrp="1"/>
          </p:cNvSpPr>
          <p:nvPr/>
        </p:nvSpPr>
        <p:spPr>
          <a:xfrm xmlns:a="http://schemas.openxmlformats.org/drawingml/2006/main">
            <a:off x="781050" y="48291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11  &lt;/body&gt;</a:t>
            </a:r>
          </a:p>
        </p:txBody>
      </p:sp>
      <p:sp>
        <p:nvSpPr>
          <p:cNvPr id="20" name="">
            <a:extLst xmlns:a="http://schemas.openxmlformats.org/drawingml/2006/main">
              <a:ext uri="{FF2B5EF4-FFF2-40B4-BE49-F238E27FC236}">
                <a16:creationId xmlns:a16="http://schemas.microsoft.com/office/drawing/2014/main" id="{CE4291BB-8B79-4FAE-80EF-16AB5A0E6F73}"/>
              </a:ext>
            </a:extLst>
          </p:cNvPr>
          <p:cNvSpPr>
            <a:spLocks xmlns:a="http://schemas.openxmlformats.org/drawingml/2006/main" noGrp="1"/>
          </p:cNvSpPr>
          <p:nvPr/>
        </p:nvSpPr>
        <p:spPr>
          <a:xfrm xmlns:a="http://schemas.openxmlformats.org/drawingml/2006/main">
            <a:off x="781050" y="50863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12  &lt;/html&gt;</a:t>
            </a:r>
          </a:p>
        </p:txBody>
      </p:sp>
      <p:sp>
        <p:nvSpPr>
          <p:cNvPr id="21" name="dev-browser-frame">
            <a:extLst xmlns:a="http://schemas.openxmlformats.org/drawingml/2006/main">
              <a:ext uri="{FF2B5EF4-FFF2-40B4-BE49-F238E27FC236}">
                <a16:creationId xmlns:a16="http://schemas.microsoft.com/office/drawing/2014/main" id="{99F731A1-96CE-4943-8962-1E4C9461FF09}"/>
              </a:ext>
            </a:extLst>
          </p:cNvPr>
          <p:cNvSpPr>
            <a:spLocks xmlns:a="http://schemas.openxmlformats.org/drawingml/2006/main" noGrp="1"/>
          </p:cNvSpPr>
          <p:nvPr/>
        </p:nvSpPr>
        <p:spPr>
          <a:xfrm xmlns:a="http://schemas.openxmlformats.org/drawingml/2006/main">
            <a:off x="5905500" y="1809750"/>
            <a:ext cx="5676900"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C9D0CB"/>
            </a:solidFill>
            <a:prstDash val="solid"/>
          </a:ln>
        </p:spPr>
      </p:sp>
      <p:sp>
        <p:nvSpPr>
          <p:cNvPr id="22" name="">
            <a:extLst xmlns:a="http://schemas.openxmlformats.org/drawingml/2006/main">
              <a:ext uri="{FF2B5EF4-FFF2-40B4-BE49-F238E27FC236}">
                <a16:creationId xmlns:a16="http://schemas.microsoft.com/office/drawing/2014/main" id="{219D2587-E1D9-4170-A2C6-73D8A3238BC1}"/>
              </a:ext>
            </a:extLst>
          </p:cNvPr>
          <p:cNvSpPr>
            <a:spLocks xmlns:a="http://schemas.openxmlformats.org/drawingml/2006/main" noGrp="1"/>
          </p:cNvSpPr>
          <p:nvPr/>
        </p:nvSpPr>
        <p:spPr>
          <a:xfrm xmlns:a="http://schemas.openxmlformats.org/drawingml/2006/main">
            <a:off x="5905500" y="1809750"/>
            <a:ext cx="5676900" cy="342900"/>
          </a:xfrm>
          <a:prstGeom xmlns:a="http://schemas.openxmlformats.org/drawingml/2006/main" prst="rect">
            <a:avLst/>
          </a:prstGeom>
          <a:solidFill xmlns:a="http://schemas.openxmlformats.org/drawingml/2006/main">
            <a:srgbClr val="EFF2E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B69EED1-0A10-4E65-A592-DA3CC58F9C17}"/>
              </a:ext>
            </a:extLst>
          </p:cNvPr>
          <p:cNvSpPr>
            <a:spLocks xmlns:a="http://schemas.openxmlformats.org/drawingml/2006/main" noGrp="1"/>
          </p:cNvSpPr>
          <p:nvPr/>
        </p:nvSpPr>
        <p:spPr>
          <a:xfrm xmlns:a="http://schemas.openxmlformats.org/drawingml/2006/main">
            <a:off x="6038850" y="1924050"/>
            <a:ext cx="95250" cy="95250"/>
          </a:xfrm>
          <a:prstGeom xmlns:a="http://schemas.openxmlformats.org/drawingml/2006/main" prst="ellipse">
            <a:avLst/>
          </a:prstGeom>
          <a:solidFill xmlns:a="http://schemas.openxmlformats.org/drawingml/2006/main">
            <a:srgbClr val="ED6A5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A162E10-FBEC-4279-902E-637CFCEEF217}"/>
              </a:ext>
            </a:extLst>
          </p:cNvPr>
          <p:cNvSpPr>
            <a:spLocks xmlns:a="http://schemas.openxmlformats.org/drawingml/2006/main" noGrp="1"/>
          </p:cNvSpPr>
          <p:nvPr/>
        </p:nvSpPr>
        <p:spPr>
          <a:xfrm xmlns:a="http://schemas.openxmlformats.org/drawingml/2006/main">
            <a:off x="6229350" y="1924050"/>
            <a:ext cx="95250" cy="95250"/>
          </a:xfrm>
          <a:prstGeom xmlns:a="http://schemas.openxmlformats.org/drawingml/2006/main" prst="ellipse">
            <a:avLst/>
          </a:prstGeom>
          <a:solidFill xmlns:a="http://schemas.openxmlformats.org/drawingml/2006/main">
            <a:srgbClr val="F4BF4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6BA71A6-E535-479C-8657-DCAEE43FD5B3}"/>
              </a:ext>
            </a:extLst>
          </p:cNvPr>
          <p:cNvSpPr>
            <a:spLocks xmlns:a="http://schemas.openxmlformats.org/drawingml/2006/main" noGrp="1"/>
          </p:cNvSpPr>
          <p:nvPr/>
        </p:nvSpPr>
        <p:spPr>
          <a:xfrm xmlns:a="http://schemas.openxmlformats.org/drawingml/2006/main">
            <a:off x="6419850" y="1924050"/>
            <a:ext cx="95250" cy="95250"/>
          </a:xfrm>
          <a:prstGeom xmlns:a="http://schemas.openxmlformats.org/drawingml/2006/main" prst="ellipse">
            <a:avLst/>
          </a:prstGeom>
          <a:solidFill xmlns:a="http://schemas.openxmlformats.org/drawingml/2006/main">
            <a:srgbClr val="61C45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9B3D522-320B-48AA-8D94-FF639A7D1571}"/>
              </a:ext>
            </a:extLst>
          </p:cNvPr>
          <p:cNvSpPr>
            <a:spLocks xmlns:a="http://schemas.openxmlformats.org/drawingml/2006/main" noGrp="1"/>
          </p:cNvSpPr>
          <p:nvPr/>
        </p:nvSpPr>
        <p:spPr>
          <a:xfrm xmlns:a="http://schemas.openxmlformats.org/drawingml/2006/main">
            <a:off x="6762750" y="1885950"/>
            <a:ext cx="4533900" cy="190500"/>
          </a:xfrm>
          <a:prstGeom xmlns:a="http://schemas.openxmlformats.org/drawingml/2006/main" prst="roundRect">
            <a:avLst>
              <a:gd name="adj" fmla="val 40000"/>
            </a:avLst>
          </a:prstGeom>
          <a:solidFill xmlns:a="http://schemas.openxmlformats.org/drawingml/2006/main">
            <a:srgbClr val="FFFF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297BF3A-7450-4A00-A9DA-34CB23B8E003}"/>
              </a:ext>
            </a:extLst>
          </p:cNvPr>
          <p:cNvSpPr>
            <a:spLocks xmlns:a="http://schemas.openxmlformats.org/drawingml/2006/main" noGrp="1"/>
          </p:cNvSpPr>
          <p:nvPr/>
        </p:nvSpPr>
        <p:spPr>
          <a:xfrm xmlns:a="http://schemas.openxmlformats.org/drawingml/2006/main">
            <a:off x="6896100" y="1924050"/>
            <a:ext cx="429577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75" b="0" i="0">
                <a:solidFill>
                  <a:srgbClr val="69746D"/>
                </a:solidFill>
              </a:defRPr>
            </a:pPr>
            <a:r>
              <a:rPr sz="675" b="0" i="0">
                <a:solidFill>
                  <a:srgbClr val="69746D"/>
                </a:solidFill>
              </a:rPr>
              <a:t>localhost:5500/index.html</a:t>
            </a:r>
          </a:p>
        </p:txBody>
      </p:sp>
      <p:sp>
        <p:nvSpPr>
          <p:cNvPr id="28" name="">
            <a:extLst xmlns:a="http://schemas.openxmlformats.org/drawingml/2006/main">
              <a:ext uri="{FF2B5EF4-FFF2-40B4-BE49-F238E27FC236}">
                <a16:creationId xmlns:a16="http://schemas.microsoft.com/office/drawing/2014/main" id="{A59F1409-9BEF-4067-963D-48C848EB5D81}"/>
              </a:ext>
            </a:extLst>
          </p:cNvPr>
          <p:cNvSpPr>
            <a:spLocks xmlns:a="http://schemas.openxmlformats.org/drawingml/2006/main" noGrp="1"/>
          </p:cNvSpPr>
          <p:nvPr/>
        </p:nvSpPr>
        <p:spPr>
          <a:xfrm xmlns:a="http://schemas.openxmlformats.org/drawingml/2006/main">
            <a:off x="6305550" y="2609850"/>
            <a:ext cx="4876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i="0">
                <a:solidFill>
                  <a:srgbClr val="000000"/>
                </a:solidFill>
              </a:defRPr>
            </a:pPr>
            <a:r>
              <a:rPr sz="1800" b="1" i="0">
                <a:solidFill>
                  <a:srgbClr val="000000"/>
                </a:solidFill>
              </a:rPr>
              <a:t>Traditional Governments Database &amp; Explorer</a:t>
            </a:r>
          </a:p>
        </p:txBody>
      </p:sp>
      <p:sp>
        <p:nvSpPr>
          <p:cNvPr id="29" name="">
            <a:extLst xmlns:a="http://schemas.openxmlformats.org/drawingml/2006/main">
              <a:ext uri="{FF2B5EF4-FFF2-40B4-BE49-F238E27FC236}">
                <a16:creationId xmlns:a16="http://schemas.microsoft.com/office/drawing/2014/main" id="{6AF0E9FA-26BA-4609-B944-ED5DC8E25CC7}"/>
              </a:ext>
            </a:extLst>
          </p:cNvPr>
          <p:cNvSpPr>
            <a:spLocks xmlns:a="http://schemas.openxmlformats.org/drawingml/2006/main" noGrp="1"/>
          </p:cNvSpPr>
          <p:nvPr/>
        </p:nvSpPr>
        <p:spPr>
          <a:xfrm xmlns:a="http://schemas.openxmlformats.org/drawingml/2006/main">
            <a:off x="6305550" y="3086100"/>
            <a:ext cx="4876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i="0">
                <a:solidFill>
                  <a:srgbClr val="333333"/>
                </a:solidFill>
              </a:defRPr>
            </a:pPr>
            <a:r>
              <a:rPr sz="1200" b="0" i="0">
                <a:solidFill>
                  <a:srgbClr val="333333"/>
                </a:solidFill>
              </a:rPr>
              <a:t>A blank semantic canvas</a:t>
            </a:r>
          </a:p>
        </p:txBody>
      </p:sp>
      <p:sp>
        <p:nvSpPr>
          <p:cNvPr id="30" name="">
            <a:extLst xmlns:a="http://schemas.openxmlformats.org/drawingml/2006/main">
              <a:ext uri="{FF2B5EF4-FFF2-40B4-BE49-F238E27FC236}">
                <a16:creationId xmlns:a16="http://schemas.microsoft.com/office/drawing/2014/main" id="{462DEA47-EEBD-4061-8E9A-49AD0FA83352}"/>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380319454"/>
      </p:ext>
    </p:extLst>
  </p:cSld>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1" name="top-accent">
            <a:extLst xmlns:a="http://schemas.openxmlformats.org/drawingml/2006/main">
              <a:ext uri="{FF2B5EF4-FFF2-40B4-BE49-F238E27FC236}">
                <a16:creationId xmlns:a16="http://schemas.microsoft.com/office/drawing/2014/main" id="{A2BF5BF4-8523-414E-BA95-35717771938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4CC7FB19-D4D1-4DFA-9EE1-F666160C98E9}"/>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1 · HTML</a:t>
            </a:r>
          </a:p>
        </p:txBody>
      </p:sp>
      <p:sp>
        <p:nvSpPr>
          <p:cNvPr id="3" name="slide-number">
            <a:extLst xmlns:a="http://schemas.openxmlformats.org/drawingml/2006/main">
              <a:ext uri="{FF2B5EF4-FFF2-40B4-BE49-F238E27FC236}">
                <a16:creationId xmlns:a16="http://schemas.microsoft.com/office/drawing/2014/main" id="{75817919-5825-434A-ABF1-CEE3B9AE1C1D}"/>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07</a:t>
            </a:r>
          </a:p>
        </p:txBody>
      </p:sp>
      <p:sp>
        <p:nvSpPr>
          <p:cNvPr id="4" name="slide-title">
            <a:extLst xmlns:a="http://schemas.openxmlformats.org/drawingml/2006/main">
              <a:ext uri="{FF2B5EF4-FFF2-40B4-BE49-F238E27FC236}">
                <a16:creationId xmlns:a16="http://schemas.microsoft.com/office/drawing/2014/main" id="{618FB1A9-3500-4667-BFFB-3C5FC891DBEF}"/>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Add the project message and first user actions</a:t>
            </a:r>
          </a:p>
        </p:txBody>
      </p:sp>
      <p:sp>
        <p:nvSpPr>
          <p:cNvPr id="5" name="slide-subtitle">
            <a:extLst xmlns:a="http://schemas.openxmlformats.org/drawingml/2006/main">
              <a:ext uri="{FF2B5EF4-FFF2-40B4-BE49-F238E27FC236}">
                <a16:creationId xmlns:a16="http://schemas.microsoft.com/office/drawing/2014/main" id="{1807D6FA-A8C5-480C-BFEE-D414695A661E}"/>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The hero establishes purpose and gives users two clear routes into the dataset.</a:t>
            </a:r>
          </a:p>
        </p:txBody>
      </p:sp>
      <p:sp>
        <p:nvSpPr>
          <p:cNvPr id="6" name="dev-code-panel">
            <a:extLst xmlns:a="http://schemas.openxmlformats.org/drawingml/2006/main">
              <a:ext uri="{FF2B5EF4-FFF2-40B4-BE49-F238E27FC236}">
                <a16:creationId xmlns:a16="http://schemas.microsoft.com/office/drawing/2014/main" id="{91BD3E8F-5FF3-46CF-AAE7-A2965214EB45}"/>
              </a:ext>
            </a:extLst>
          </p:cNvPr>
          <p:cNvSpPr>
            <a:spLocks xmlns:a="http://schemas.openxmlformats.org/drawingml/2006/main" noGrp="1"/>
          </p:cNvSpPr>
          <p:nvPr/>
        </p:nvSpPr>
        <p:spPr>
          <a:xfrm xmlns:a="http://schemas.openxmlformats.org/drawingml/2006/main">
            <a:off x="609600" y="1809750"/>
            <a:ext cx="4953000" cy="4000500"/>
          </a:xfrm>
          <a:prstGeom xmlns:a="http://schemas.openxmlformats.org/drawingml/2006/main" prst="roundRect">
            <a:avLst>
              <a:gd name="adj" fmla="val 1905"/>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9A7E074C-0BF4-4A3F-B5A4-79307B1E6229}"/>
              </a:ext>
            </a:extLst>
          </p:cNvPr>
          <p:cNvSpPr>
            <a:spLocks xmlns:a="http://schemas.openxmlformats.org/drawingml/2006/main" noGrp="1"/>
          </p:cNvSpPr>
          <p:nvPr/>
        </p:nvSpPr>
        <p:spPr>
          <a:xfrm xmlns:a="http://schemas.openxmlformats.org/drawingml/2006/main">
            <a:off x="609600" y="1809750"/>
            <a:ext cx="49530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73C77DD-D340-474E-BA8C-BFBC6E0D799A}"/>
              </a:ext>
            </a:extLst>
          </p:cNvPr>
          <p:cNvSpPr>
            <a:spLocks xmlns:a="http://schemas.openxmlformats.org/drawingml/2006/main" noGrp="1"/>
          </p:cNvSpPr>
          <p:nvPr/>
        </p:nvSpPr>
        <p:spPr>
          <a:xfrm xmlns:a="http://schemas.openxmlformats.org/drawingml/2006/main">
            <a:off x="781050" y="1905000"/>
            <a:ext cx="461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index.html · lines 52–66</a:t>
            </a:r>
          </a:p>
        </p:txBody>
      </p:sp>
      <p:sp>
        <p:nvSpPr>
          <p:cNvPr id="9" name="">
            <a:extLst xmlns:a="http://schemas.openxmlformats.org/drawingml/2006/main">
              <a:ext uri="{FF2B5EF4-FFF2-40B4-BE49-F238E27FC236}">
                <a16:creationId xmlns:a16="http://schemas.microsoft.com/office/drawing/2014/main" id="{E1A9664C-38E5-4D0C-A89D-572FBE8F8FDB}"/>
              </a:ext>
            </a:extLst>
          </p:cNvPr>
          <p:cNvSpPr>
            <a:spLocks xmlns:a="http://schemas.openxmlformats.org/drawingml/2006/main" noGrp="1"/>
          </p:cNvSpPr>
          <p:nvPr/>
        </p:nvSpPr>
        <p:spPr>
          <a:xfrm xmlns:a="http://schemas.openxmlformats.org/drawingml/2006/main">
            <a:off x="781050" y="22574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01  &lt;section class="home-hero"&gt;</a:t>
            </a:r>
          </a:p>
        </p:txBody>
      </p:sp>
      <p:sp>
        <p:nvSpPr>
          <p:cNvPr id="10" name="">
            <a:extLst xmlns:a="http://schemas.openxmlformats.org/drawingml/2006/main">
              <a:ext uri="{FF2B5EF4-FFF2-40B4-BE49-F238E27FC236}">
                <a16:creationId xmlns:a16="http://schemas.microsoft.com/office/drawing/2014/main" id="{30677846-DF77-4DB5-91A0-68C396BB771E}"/>
              </a:ext>
            </a:extLst>
          </p:cNvPr>
          <p:cNvSpPr>
            <a:spLocks xmlns:a="http://schemas.openxmlformats.org/drawingml/2006/main" noGrp="1"/>
          </p:cNvSpPr>
          <p:nvPr/>
        </p:nvSpPr>
        <p:spPr>
          <a:xfrm xmlns:a="http://schemas.openxmlformats.org/drawingml/2006/main">
            <a:off x="781050" y="25146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02    &lt;div class="home-hero-content"&gt;</a:t>
            </a:r>
          </a:p>
        </p:txBody>
      </p:sp>
      <p:sp>
        <p:nvSpPr>
          <p:cNvPr id="11" name="">
            <a:extLst xmlns:a="http://schemas.openxmlformats.org/drawingml/2006/main">
              <a:ext uri="{FF2B5EF4-FFF2-40B4-BE49-F238E27FC236}">
                <a16:creationId xmlns:a16="http://schemas.microsoft.com/office/drawing/2014/main" id="{68FE4D66-DEC3-4184-A0B4-6856C766E03A}"/>
              </a:ext>
            </a:extLst>
          </p:cNvPr>
          <p:cNvSpPr>
            <a:spLocks xmlns:a="http://schemas.openxmlformats.org/drawingml/2006/main" noGrp="1"/>
          </p:cNvSpPr>
          <p:nvPr/>
        </p:nvSpPr>
        <p:spPr>
          <a:xfrm xmlns:a="http://schemas.openxmlformats.org/drawingml/2006/main">
            <a:off x="781050" y="27717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03      &lt;h1&gt;</a:t>
            </a:r>
          </a:p>
        </p:txBody>
      </p:sp>
      <p:sp>
        <p:nvSpPr>
          <p:cNvPr id="12" name="">
            <a:extLst xmlns:a="http://schemas.openxmlformats.org/drawingml/2006/main">
              <a:ext uri="{FF2B5EF4-FFF2-40B4-BE49-F238E27FC236}">
                <a16:creationId xmlns:a16="http://schemas.microsoft.com/office/drawing/2014/main" id="{005B373C-8927-4242-ACED-A8726BB1C0CE}"/>
              </a:ext>
            </a:extLst>
          </p:cNvPr>
          <p:cNvSpPr>
            <a:spLocks xmlns:a="http://schemas.openxmlformats.org/drawingml/2006/main" noGrp="1"/>
          </p:cNvSpPr>
          <p:nvPr/>
        </p:nvSpPr>
        <p:spPr>
          <a:xfrm xmlns:a="http://schemas.openxmlformats.org/drawingml/2006/main">
            <a:off x="781050" y="30289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04        &lt;span&gt;Explore Traditional&lt;/span&gt;</a:t>
            </a:r>
          </a:p>
        </p:txBody>
      </p:sp>
      <p:sp>
        <p:nvSpPr>
          <p:cNvPr id="13" name="">
            <a:extLst xmlns:a="http://schemas.openxmlformats.org/drawingml/2006/main">
              <a:ext uri="{FF2B5EF4-FFF2-40B4-BE49-F238E27FC236}">
                <a16:creationId xmlns:a16="http://schemas.microsoft.com/office/drawing/2014/main" id="{62655539-F602-48B6-9528-518CA04657B2}"/>
              </a:ext>
            </a:extLst>
          </p:cNvPr>
          <p:cNvSpPr>
            <a:spLocks xmlns:a="http://schemas.openxmlformats.org/drawingml/2006/main" noGrp="1"/>
          </p:cNvSpPr>
          <p:nvPr/>
        </p:nvSpPr>
        <p:spPr>
          <a:xfrm xmlns:a="http://schemas.openxmlformats.org/drawingml/2006/main">
            <a:off x="781050" y="32861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05        &lt;span&gt;Governments Around the World&lt;/span&gt;</a:t>
            </a:r>
          </a:p>
        </p:txBody>
      </p:sp>
      <p:sp>
        <p:nvSpPr>
          <p:cNvPr id="14" name="">
            <a:extLst xmlns:a="http://schemas.openxmlformats.org/drawingml/2006/main">
              <a:ext uri="{FF2B5EF4-FFF2-40B4-BE49-F238E27FC236}">
                <a16:creationId xmlns:a16="http://schemas.microsoft.com/office/drawing/2014/main" id="{358AC3AD-6453-42D6-840E-CA98E9F4C75F}"/>
              </a:ext>
            </a:extLst>
          </p:cNvPr>
          <p:cNvSpPr>
            <a:spLocks xmlns:a="http://schemas.openxmlformats.org/drawingml/2006/main" noGrp="1"/>
          </p:cNvSpPr>
          <p:nvPr/>
        </p:nvSpPr>
        <p:spPr>
          <a:xfrm xmlns:a="http://schemas.openxmlformats.org/drawingml/2006/main">
            <a:off x="781050" y="35433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06      &lt;/h1&gt;</a:t>
            </a:r>
          </a:p>
        </p:txBody>
      </p:sp>
      <p:sp>
        <p:nvSpPr>
          <p:cNvPr id="15" name="">
            <a:extLst xmlns:a="http://schemas.openxmlformats.org/drawingml/2006/main">
              <a:ext uri="{FF2B5EF4-FFF2-40B4-BE49-F238E27FC236}">
                <a16:creationId xmlns:a16="http://schemas.microsoft.com/office/drawing/2014/main" id="{A2469E62-1D98-4F80-94A4-C4C926ADCB18}"/>
              </a:ext>
            </a:extLst>
          </p:cNvPr>
          <p:cNvSpPr>
            <a:spLocks xmlns:a="http://schemas.openxmlformats.org/drawingml/2006/main" noGrp="1"/>
          </p:cNvSpPr>
          <p:nvPr/>
        </p:nvSpPr>
        <p:spPr>
          <a:xfrm xmlns:a="http://schemas.openxmlformats.org/drawingml/2006/main">
            <a:off x="781050" y="38004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07      &lt;p&gt;A comprehensive database…&lt;/p&gt;</a:t>
            </a:r>
          </a:p>
        </p:txBody>
      </p:sp>
      <p:sp>
        <p:nvSpPr>
          <p:cNvPr id="16" name="">
            <a:extLst xmlns:a="http://schemas.openxmlformats.org/drawingml/2006/main">
              <a:ext uri="{FF2B5EF4-FFF2-40B4-BE49-F238E27FC236}">
                <a16:creationId xmlns:a16="http://schemas.microsoft.com/office/drawing/2014/main" id="{8B332147-90E4-4E74-B4AC-5C48D5869971}"/>
              </a:ext>
            </a:extLst>
          </p:cNvPr>
          <p:cNvSpPr>
            <a:spLocks xmlns:a="http://schemas.openxmlformats.org/drawingml/2006/main" noGrp="1"/>
          </p:cNvSpPr>
          <p:nvPr/>
        </p:nvSpPr>
        <p:spPr>
          <a:xfrm xmlns:a="http://schemas.openxmlformats.org/drawingml/2006/main">
            <a:off x="781050" y="40576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08      &lt;a href="groups.html"&gt;Explore Groups&lt;/a&gt;</a:t>
            </a:r>
          </a:p>
        </p:txBody>
      </p:sp>
      <p:sp>
        <p:nvSpPr>
          <p:cNvPr id="17" name="">
            <a:extLst xmlns:a="http://schemas.openxmlformats.org/drawingml/2006/main">
              <a:ext uri="{FF2B5EF4-FFF2-40B4-BE49-F238E27FC236}">
                <a16:creationId xmlns:a16="http://schemas.microsoft.com/office/drawing/2014/main" id="{9478A995-80E6-4189-9177-D0ED819D4B56}"/>
              </a:ext>
            </a:extLst>
          </p:cNvPr>
          <p:cNvSpPr>
            <a:spLocks xmlns:a="http://schemas.openxmlformats.org/drawingml/2006/main" noGrp="1"/>
          </p:cNvSpPr>
          <p:nvPr/>
        </p:nvSpPr>
        <p:spPr>
          <a:xfrm xmlns:a="http://schemas.openxmlformats.org/drawingml/2006/main">
            <a:off x="781050" y="43148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09      &lt;a href="#distribution-map"&gt;View Map&lt;/a&gt;</a:t>
            </a:r>
          </a:p>
        </p:txBody>
      </p:sp>
      <p:sp>
        <p:nvSpPr>
          <p:cNvPr id="18" name="">
            <a:extLst xmlns:a="http://schemas.openxmlformats.org/drawingml/2006/main">
              <a:ext uri="{FF2B5EF4-FFF2-40B4-BE49-F238E27FC236}">
                <a16:creationId xmlns:a16="http://schemas.microsoft.com/office/drawing/2014/main" id="{A808C487-B540-45E3-848D-CCD2AA51697F}"/>
              </a:ext>
            </a:extLst>
          </p:cNvPr>
          <p:cNvSpPr>
            <a:spLocks xmlns:a="http://schemas.openxmlformats.org/drawingml/2006/main" noGrp="1"/>
          </p:cNvSpPr>
          <p:nvPr/>
        </p:nvSpPr>
        <p:spPr>
          <a:xfrm xmlns:a="http://schemas.openxmlformats.org/drawingml/2006/main">
            <a:off x="781050" y="45720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10    &lt;/div&gt;</a:t>
            </a:r>
          </a:p>
        </p:txBody>
      </p:sp>
      <p:sp>
        <p:nvSpPr>
          <p:cNvPr id="19" name="">
            <a:extLst xmlns:a="http://schemas.openxmlformats.org/drawingml/2006/main">
              <a:ext uri="{FF2B5EF4-FFF2-40B4-BE49-F238E27FC236}">
                <a16:creationId xmlns:a16="http://schemas.microsoft.com/office/drawing/2014/main" id="{720BDC99-DB56-41CD-8128-95749A562621}"/>
              </a:ext>
            </a:extLst>
          </p:cNvPr>
          <p:cNvSpPr>
            <a:spLocks xmlns:a="http://schemas.openxmlformats.org/drawingml/2006/main" noGrp="1"/>
          </p:cNvSpPr>
          <p:nvPr/>
        </p:nvSpPr>
        <p:spPr>
          <a:xfrm xmlns:a="http://schemas.openxmlformats.org/drawingml/2006/main">
            <a:off x="781050" y="48291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11  &lt;/section&gt;</a:t>
            </a:r>
          </a:p>
        </p:txBody>
      </p:sp>
      <p:sp>
        <p:nvSpPr>
          <p:cNvPr id="20" name="dev-browser-frame">
            <a:extLst xmlns:a="http://schemas.openxmlformats.org/drawingml/2006/main">
              <a:ext uri="{FF2B5EF4-FFF2-40B4-BE49-F238E27FC236}">
                <a16:creationId xmlns:a16="http://schemas.microsoft.com/office/drawing/2014/main" id="{4A85BF3E-4665-4559-822E-D088CF8B1292}"/>
              </a:ext>
            </a:extLst>
          </p:cNvPr>
          <p:cNvSpPr>
            <a:spLocks xmlns:a="http://schemas.openxmlformats.org/drawingml/2006/main" noGrp="1"/>
          </p:cNvSpPr>
          <p:nvPr/>
        </p:nvSpPr>
        <p:spPr>
          <a:xfrm xmlns:a="http://schemas.openxmlformats.org/drawingml/2006/main">
            <a:off x="5905500" y="1809750"/>
            <a:ext cx="5676900"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C9D0CB"/>
            </a:solidFill>
            <a:prstDash val="solid"/>
          </a:ln>
        </p:spPr>
      </p:sp>
      <p:sp>
        <p:nvSpPr>
          <p:cNvPr id="21" name="">
            <a:extLst xmlns:a="http://schemas.openxmlformats.org/drawingml/2006/main">
              <a:ext uri="{FF2B5EF4-FFF2-40B4-BE49-F238E27FC236}">
                <a16:creationId xmlns:a16="http://schemas.microsoft.com/office/drawing/2014/main" id="{F15D3248-6951-4ABF-8E09-34BD289CFE1A}"/>
              </a:ext>
            </a:extLst>
          </p:cNvPr>
          <p:cNvSpPr>
            <a:spLocks xmlns:a="http://schemas.openxmlformats.org/drawingml/2006/main" noGrp="1"/>
          </p:cNvSpPr>
          <p:nvPr/>
        </p:nvSpPr>
        <p:spPr>
          <a:xfrm xmlns:a="http://schemas.openxmlformats.org/drawingml/2006/main">
            <a:off x="5905500" y="1809750"/>
            <a:ext cx="5676900" cy="342900"/>
          </a:xfrm>
          <a:prstGeom xmlns:a="http://schemas.openxmlformats.org/drawingml/2006/main" prst="rect">
            <a:avLst/>
          </a:prstGeom>
          <a:solidFill xmlns:a="http://schemas.openxmlformats.org/drawingml/2006/main">
            <a:srgbClr val="EFF2E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7E2CEAA-682F-4104-94CA-6FC3052C5B26}"/>
              </a:ext>
            </a:extLst>
          </p:cNvPr>
          <p:cNvSpPr>
            <a:spLocks xmlns:a="http://schemas.openxmlformats.org/drawingml/2006/main" noGrp="1"/>
          </p:cNvSpPr>
          <p:nvPr/>
        </p:nvSpPr>
        <p:spPr>
          <a:xfrm xmlns:a="http://schemas.openxmlformats.org/drawingml/2006/main">
            <a:off x="6038850" y="1924050"/>
            <a:ext cx="95250" cy="95250"/>
          </a:xfrm>
          <a:prstGeom xmlns:a="http://schemas.openxmlformats.org/drawingml/2006/main" prst="ellipse">
            <a:avLst/>
          </a:prstGeom>
          <a:solidFill xmlns:a="http://schemas.openxmlformats.org/drawingml/2006/main">
            <a:srgbClr val="ED6A5E"/>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36D7F8B-92D4-46B3-BC5C-A5C3036F85C6}"/>
              </a:ext>
            </a:extLst>
          </p:cNvPr>
          <p:cNvSpPr>
            <a:spLocks xmlns:a="http://schemas.openxmlformats.org/drawingml/2006/main" noGrp="1"/>
          </p:cNvSpPr>
          <p:nvPr/>
        </p:nvSpPr>
        <p:spPr>
          <a:xfrm xmlns:a="http://schemas.openxmlformats.org/drawingml/2006/main">
            <a:off x="6229350" y="1924050"/>
            <a:ext cx="95250" cy="95250"/>
          </a:xfrm>
          <a:prstGeom xmlns:a="http://schemas.openxmlformats.org/drawingml/2006/main" prst="ellipse">
            <a:avLst/>
          </a:prstGeom>
          <a:solidFill xmlns:a="http://schemas.openxmlformats.org/drawingml/2006/main">
            <a:srgbClr val="F4BF4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B105C79-9437-4170-9762-D819BDC62294}"/>
              </a:ext>
            </a:extLst>
          </p:cNvPr>
          <p:cNvSpPr>
            <a:spLocks xmlns:a="http://schemas.openxmlformats.org/drawingml/2006/main" noGrp="1"/>
          </p:cNvSpPr>
          <p:nvPr/>
        </p:nvSpPr>
        <p:spPr>
          <a:xfrm xmlns:a="http://schemas.openxmlformats.org/drawingml/2006/main">
            <a:off x="6419850" y="1924050"/>
            <a:ext cx="95250" cy="95250"/>
          </a:xfrm>
          <a:prstGeom xmlns:a="http://schemas.openxmlformats.org/drawingml/2006/main" prst="ellipse">
            <a:avLst/>
          </a:prstGeom>
          <a:solidFill xmlns:a="http://schemas.openxmlformats.org/drawingml/2006/main">
            <a:srgbClr val="61C45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57E5B3F-BB06-40CC-B47E-66A759F3D887}"/>
              </a:ext>
            </a:extLst>
          </p:cNvPr>
          <p:cNvSpPr>
            <a:spLocks xmlns:a="http://schemas.openxmlformats.org/drawingml/2006/main" noGrp="1"/>
          </p:cNvSpPr>
          <p:nvPr/>
        </p:nvSpPr>
        <p:spPr>
          <a:xfrm xmlns:a="http://schemas.openxmlformats.org/drawingml/2006/main">
            <a:off x="6762750" y="1885950"/>
            <a:ext cx="4533900" cy="190500"/>
          </a:xfrm>
          <a:prstGeom xmlns:a="http://schemas.openxmlformats.org/drawingml/2006/main" prst="roundRect">
            <a:avLst>
              <a:gd name="adj" fmla="val 40000"/>
            </a:avLst>
          </a:prstGeom>
          <a:solidFill xmlns:a="http://schemas.openxmlformats.org/drawingml/2006/main">
            <a:srgbClr val="FFFFF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67371BD-0397-4452-B6D4-4CFEA7B3F8DB}"/>
              </a:ext>
            </a:extLst>
          </p:cNvPr>
          <p:cNvSpPr>
            <a:spLocks xmlns:a="http://schemas.openxmlformats.org/drawingml/2006/main" noGrp="1"/>
          </p:cNvSpPr>
          <p:nvPr/>
        </p:nvSpPr>
        <p:spPr>
          <a:xfrm xmlns:a="http://schemas.openxmlformats.org/drawingml/2006/main">
            <a:off x="6896100" y="1924050"/>
            <a:ext cx="429577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75" b="0" i="0">
                <a:solidFill>
                  <a:srgbClr val="69746D"/>
                </a:solidFill>
              </a:defRPr>
            </a:pPr>
            <a:r>
              <a:rPr sz="675" b="0" i="0">
                <a:solidFill>
                  <a:srgbClr val="69746D"/>
                </a:solidFill>
              </a:rPr>
              <a:t>localhost:5500/index.html</a:t>
            </a:r>
          </a:p>
        </p:txBody>
      </p:sp>
      <p:sp>
        <p:nvSpPr>
          <p:cNvPr id="27" name="">
            <a:extLst xmlns:a="http://schemas.openxmlformats.org/drawingml/2006/main">
              <a:ext uri="{FF2B5EF4-FFF2-40B4-BE49-F238E27FC236}">
                <a16:creationId xmlns:a16="http://schemas.microsoft.com/office/drawing/2014/main" id="{3FD76719-7632-41BD-AC74-CFB494D508D8}"/>
              </a:ext>
            </a:extLst>
          </p:cNvPr>
          <p:cNvSpPr>
            <a:spLocks xmlns:a="http://schemas.openxmlformats.org/drawingml/2006/main" noGrp="1"/>
          </p:cNvSpPr>
          <p:nvPr/>
        </p:nvSpPr>
        <p:spPr>
          <a:xfrm xmlns:a="http://schemas.openxmlformats.org/drawingml/2006/main">
            <a:off x="6267450" y="2552700"/>
            <a:ext cx="495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1" i="0">
                <a:solidFill>
                  <a:srgbClr val="000000"/>
                </a:solidFill>
              </a:defRPr>
            </a:pPr>
            <a:r>
              <a:rPr sz="2250" b="1" i="0">
                <a:solidFill>
                  <a:srgbClr val="000000"/>
                </a:solidFill>
              </a:rPr>
              <a:t>Explore Traditional Governments Around the World</a:t>
            </a:r>
          </a:p>
        </p:txBody>
      </p:sp>
      <p:sp>
        <p:nvSpPr>
          <p:cNvPr id="28" name="">
            <a:extLst xmlns:a="http://schemas.openxmlformats.org/drawingml/2006/main">
              <a:ext uri="{FF2B5EF4-FFF2-40B4-BE49-F238E27FC236}">
                <a16:creationId xmlns:a16="http://schemas.microsoft.com/office/drawing/2014/main" id="{22FC223B-2619-4B54-9F8A-44989838F9D7}"/>
              </a:ext>
            </a:extLst>
          </p:cNvPr>
          <p:cNvSpPr>
            <a:spLocks xmlns:a="http://schemas.openxmlformats.org/drawingml/2006/main" noGrp="1"/>
          </p:cNvSpPr>
          <p:nvPr/>
        </p:nvSpPr>
        <p:spPr>
          <a:xfrm xmlns:a="http://schemas.openxmlformats.org/drawingml/2006/main">
            <a:off x="6267450" y="344805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222222"/>
                </a:solidFill>
              </a:defRPr>
            </a:pPr>
            <a:r>
              <a:rPr sz="1275" b="0" i="0">
                <a:solidFill>
                  <a:srgbClr val="222222"/>
                </a:solidFill>
              </a:rPr>
              <a:t>A comprehensive database of traditional communities and their governance systems.</a:t>
            </a:r>
          </a:p>
        </p:txBody>
      </p:sp>
      <p:sp>
        <p:nvSpPr>
          <p:cNvPr id="29" name="">
            <a:extLst xmlns:a="http://schemas.openxmlformats.org/drawingml/2006/main">
              <a:ext uri="{FF2B5EF4-FFF2-40B4-BE49-F238E27FC236}">
                <a16:creationId xmlns:a16="http://schemas.microsoft.com/office/drawing/2014/main" id="{1007F49E-3976-444D-9E16-D4B805AE29FA}"/>
              </a:ext>
            </a:extLst>
          </p:cNvPr>
          <p:cNvSpPr>
            <a:spLocks xmlns:a="http://schemas.openxmlformats.org/drawingml/2006/main" noGrp="1"/>
          </p:cNvSpPr>
          <p:nvPr/>
        </p:nvSpPr>
        <p:spPr>
          <a:xfrm xmlns:a="http://schemas.openxmlformats.org/drawingml/2006/main">
            <a:off x="6267450" y="41529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0000EE"/>
                </a:solidFill>
              </a:defRPr>
            </a:pPr>
            <a:r>
              <a:rPr sz="1275" b="0" i="0">
                <a:solidFill>
                  <a:srgbClr val="0000EE"/>
                </a:solidFill>
              </a:rPr>
              <a:t>Explore Groups     View Map</a:t>
            </a:r>
          </a:p>
        </p:txBody>
      </p:sp>
      <p:sp>
        <p:nvSpPr>
          <p:cNvPr id="30" name="">
            <a:extLst xmlns:a="http://schemas.openxmlformats.org/drawingml/2006/main">
              <a:ext uri="{FF2B5EF4-FFF2-40B4-BE49-F238E27FC236}">
                <a16:creationId xmlns:a16="http://schemas.microsoft.com/office/drawing/2014/main" id="{42FC6E55-6F87-48A5-8157-26D213BB9F63}"/>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535389311"/>
      </p:ext>
    </p:extLst>
  </p:cSld>
</p:sld>
</file>

<file path=ppt/slides/slide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3" name="top-accent">
            <a:extLst xmlns:a="http://schemas.openxmlformats.org/drawingml/2006/main">
              <a:ext uri="{FF2B5EF4-FFF2-40B4-BE49-F238E27FC236}">
                <a16:creationId xmlns:a16="http://schemas.microsoft.com/office/drawing/2014/main" id="{F1E6AF9F-A474-46FC-B8EF-D55BF1FF2C20}"/>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6FABE13D-A66D-4CD1-8755-F2758F2DABBC}"/>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1 · HTML</a:t>
            </a:r>
          </a:p>
        </p:txBody>
      </p:sp>
      <p:sp>
        <p:nvSpPr>
          <p:cNvPr id="3" name="slide-number">
            <a:extLst xmlns:a="http://schemas.openxmlformats.org/drawingml/2006/main">
              <a:ext uri="{FF2B5EF4-FFF2-40B4-BE49-F238E27FC236}">
                <a16:creationId xmlns:a16="http://schemas.microsoft.com/office/drawing/2014/main" id="{6C71CDF1-B208-47F7-A5B3-A6B706C416BF}"/>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08</a:t>
            </a:r>
          </a:p>
        </p:txBody>
      </p:sp>
      <p:sp>
        <p:nvSpPr>
          <p:cNvPr id="4" name="slide-title">
            <a:extLst xmlns:a="http://schemas.openxmlformats.org/drawingml/2006/main">
              <a:ext uri="{FF2B5EF4-FFF2-40B4-BE49-F238E27FC236}">
                <a16:creationId xmlns:a16="http://schemas.microsoft.com/office/drawing/2014/main" id="{B98AB0CA-B5BF-4090-B099-2ABC6A17CB54}"/>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Build a reusable navigation shell</a:t>
            </a:r>
          </a:p>
        </p:txBody>
      </p:sp>
      <p:sp>
        <p:nvSpPr>
          <p:cNvPr id="5" name="slide-subtitle">
            <a:extLst xmlns:a="http://schemas.openxmlformats.org/drawingml/2006/main">
              <a:ext uri="{FF2B5EF4-FFF2-40B4-BE49-F238E27FC236}">
                <a16:creationId xmlns:a16="http://schemas.microsoft.com/office/drawing/2014/main" id="{FD6AD146-BDA2-44DC-A05D-1A7C5A79E022}"/>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One shared navigation model connects every project page and preserves language and theme controls.</a:t>
            </a:r>
          </a:p>
        </p:txBody>
      </p:sp>
      <p:sp>
        <p:nvSpPr>
          <p:cNvPr id="6" name="dev-code-panel">
            <a:extLst xmlns:a="http://schemas.openxmlformats.org/drawingml/2006/main">
              <a:ext uri="{FF2B5EF4-FFF2-40B4-BE49-F238E27FC236}">
                <a16:creationId xmlns:a16="http://schemas.microsoft.com/office/drawing/2014/main" id="{E780EDC3-6214-4A98-9F6A-932AD6E8D1E8}"/>
              </a:ext>
            </a:extLst>
          </p:cNvPr>
          <p:cNvSpPr>
            <a:spLocks xmlns:a="http://schemas.openxmlformats.org/drawingml/2006/main" noGrp="1"/>
          </p:cNvSpPr>
          <p:nvPr/>
        </p:nvSpPr>
        <p:spPr>
          <a:xfrm xmlns:a="http://schemas.openxmlformats.org/drawingml/2006/main">
            <a:off x="609600" y="1809750"/>
            <a:ext cx="4953000" cy="4000500"/>
          </a:xfrm>
          <a:prstGeom xmlns:a="http://schemas.openxmlformats.org/drawingml/2006/main" prst="roundRect">
            <a:avLst>
              <a:gd name="adj" fmla="val 1905"/>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A3213CBF-6CF9-46D6-993A-759933C829E4}"/>
              </a:ext>
            </a:extLst>
          </p:cNvPr>
          <p:cNvSpPr>
            <a:spLocks xmlns:a="http://schemas.openxmlformats.org/drawingml/2006/main" noGrp="1"/>
          </p:cNvSpPr>
          <p:nvPr/>
        </p:nvSpPr>
        <p:spPr>
          <a:xfrm xmlns:a="http://schemas.openxmlformats.org/drawingml/2006/main">
            <a:off x="609600" y="1809750"/>
            <a:ext cx="49530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748BB59-CCF8-4746-9523-9D9BEEDB4341}"/>
              </a:ext>
            </a:extLst>
          </p:cNvPr>
          <p:cNvSpPr>
            <a:spLocks xmlns:a="http://schemas.openxmlformats.org/drawingml/2006/main" noGrp="1"/>
          </p:cNvSpPr>
          <p:nvPr/>
        </p:nvSpPr>
        <p:spPr>
          <a:xfrm xmlns:a="http://schemas.openxmlformats.org/drawingml/2006/main">
            <a:off x="781050" y="1905000"/>
            <a:ext cx="461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index.html · lines 18–47</a:t>
            </a:r>
          </a:p>
        </p:txBody>
      </p:sp>
      <p:sp>
        <p:nvSpPr>
          <p:cNvPr id="9" name="">
            <a:extLst xmlns:a="http://schemas.openxmlformats.org/drawingml/2006/main">
              <a:ext uri="{FF2B5EF4-FFF2-40B4-BE49-F238E27FC236}">
                <a16:creationId xmlns:a16="http://schemas.microsoft.com/office/drawing/2014/main" id="{E600A461-0E66-45D9-980A-98C754BD566A}"/>
              </a:ext>
            </a:extLst>
          </p:cNvPr>
          <p:cNvSpPr>
            <a:spLocks xmlns:a="http://schemas.openxmlformats.org/drawingml/2006/main" noGrp="1"/>
          </p:cNvSpPr>
          <p:nvPr/>
        </p:nvSpPr>
        <p:spPr>
          <a:xfrm xmlns:a="http://schemas.openxmlformats.org/drawingml/2006/main">
            <a:off x="781050" y="22574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01  &lt;header class="site-header"&gt;</a:t>
            </a:r>
          </a:p>
        </p:txBody>
      </p:sp>
      <p:sp>
        <p:nvSpPr>
          <p:cNvPr id="10" name="">
            <a:extLst xmlns:a="http://schemas.openxmlformats.org/drawingml/2006/main">
              <a:ext uri="{FF2B5EF4-FFF2-40B4-BE49-F238E27FC236}">
                <a16:creationId xmlns:a16="http://schemas.microsoft.com/office/drawing/2014/main" id="{0E5D045E-7A37-4F05-8561-FA838FB65D06}"/>
              </a:ext>
            </a:extLst>
          </p:cNvPr>
          <p:cNvSpPr>
            <a:spLocks xmlns:a="http://schemas.openxmlformats.org/drawingml/2006/main" noGrp="1"/>
          </p:cNvSpPr>
          <p:nvPr/>
        </p:nvSpPr>
        <p:spPr>
          <a:xfrm xmlns:a="http://schemas.openxmlformats.org/drawingml/2006/main">
            <a:off x="781050" y="25146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02    &lt;a class="brand" href="index.html"&gt;…&lt;/a&gt;</a:t>
            </a:r>
          </a:p>
        </p:txBody>
      </p:sp>
      <p:sp>
        <p:nvSpPr>
          <p:cNvPr id="11" name="">
            <a:extLst xmlns:a="http://schemas.openxmlformats.org/drawingml/2006/main">
              <a:ext uri="{FF2B5EF4-FFF2-40B4-BE49-F238E27FC236}">
                <a16:creationId xmlns:a16="http://schemas.microsoft.com/office/drawing/2014/main" id="{D0370218-2A73-47BA-87D8-BCD0DFCCE7F2}"/>
              </a:ext>
            </a:extLst>
          </p:cNvPr>
          <p:cNvSpPr>
            <a:spLocks xmlns:a="http://schemas.openxmlformats.org/drawingml/2006/main" noGrp="1"/>
          </p:cNvSpPr>
          <p:nvPr/>
        </p:nvSpPr>
        <p:spPr>
          <a:xfrm xmlns:a="http://schemas.openxmlformats.org/drawingml/2006/main">
            <a:off x="781050" y="27717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03    &lt;button id="navToggle"&gt;…&lt;/button&gt;</a:t>
            </a:r>
          </a:p>
        </p:txBody>
      </p:sp>
      <p:sp>
        <p:nvSpPr>
          <p:cNvPr id="12" name="">
            <a:extLst xmlns:a="http://schemas.openxmlformats.org/drawingml/2006/main">
              <a:ext uri="{FF2B5EF4-FFF2-40B4-BE49-F238E27FC236}">
                <a16:creationId xmlns:a16="http://schemas.microsoft.com/office/drawing/2014/main" id="{889679E5-1DBF-40B4-BABD-6F7AFA054CE3}"/>
              </a:ext>
            </a:extLst>
          </p:cNvPr>
          <p:cNvSpPr>
            <a:spLocks xmlns:a="http://schemas.openxmlformats.org/drawingml/2006/main" noGrp="1"/>
          </p:cNvSpPr>
          <p:nvPr/>
        </p:nvSpPr>
        <p:spPr>
          <a:xfrm xmlns:a="http://schemas.openxmlformats.org/drawingml/2006/main">
            <a:off x="781050" y="30289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04    &lt;nav aria-label="Primary navigation"&gt;</a:t>
            </a:r>
          </a:p>
        </p:txBody>
      </p:sp>
      <p:sp>
        <p:nvSpPr>
          <p:cNvPr id="13" name="">
            <a:extLst xmlns:a="http://schemas.openxmlformats.org/drawingml/2006/main">
              <a:ext uri="{FF2B5EF4-FFF2-40B4-BE49-F238E27FC236}">
                <a16:creationId xmlns:a16="http://schemas.microsoft.com/office/drawing/2014/main" id="{5DD12FF7-CC8E-40C8-9E43-38099094BA93}"/>
              </a:ext>
            </a:extLst>
          </p:cNvPr>
          <p:cNvSpPr>
            <a:spLocks xmlns:a="http://schemas.openxmlformats.org/drawingml/2006/main" noGrp="1"/>
          </p:cNvSpPr>
          <p:nvPr/>
        </p:nvSpPr>
        <p:spPr>
          <a:xfrm xmlns:a="http://schemas.openxmlformats.org/drawingml/2006/main">
            <a:off x="781050" y="32861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05      &lt;a href="index.html"&gt;Home&lt;/a&gt;</a:t>
            </a:r>
          </a:p>
        </p:txBody>
      </p:sp>
      <p:sp>
        <p:nvSpPr>
          <p:cNvPr id="14" name="">
            <a:extLst xmlns:a="http://schemas.openxmlformats.org/drawingml/2006/main">
              <a:ext uri="{FF2B5EF4-FFF2-40B4-BE49-F238E27FC236}">
                <a16:creationId xmlns:a16="http://schemas.microsoft.com/office/drawing/2014/main" id="{FA8DACC8-D41B-4424-A017-3881784DDC35}"/>
              </a:ext>
            </a:extLst>
          </p:cNvPr>
          <p:cNvSpPr>
            <a:spLocks xmlns:a="http://schemas.openxmlformats.org/drawingml/2006/main" noGrp="1"/>
          </p:cNvSpPr>
          <p:nvPr/>
        </p:nvSpPr>
        <p:spPr>
          <a:xfrm xmlns:a="http://schemas.openxmlformats.org/drawingml/2006/main">
            <a:off x="781050" y="35433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06      &lt;a href="groups.html"&gt;Groups&lt;/a&gt;</a:t>
            </a:r>
          </a:p>
        </p:txBody>
      </p:sp>
      <p:sp>
        <p:nvSpPr>
          <p:cNvPr id="15" name="">
            <a:extLst xmlns:a="http://schemas.openxmlformats.org/drawingml/2006/main">
              <a:ext uri="{FF2B5EF4-FFF2-40B4-BE49-F238E27FC236}">
                <a16:creationId xmlns:a16="http://schemas.microsoft.com/office/drawing/2014/main" id="{42B97327-D23F-423D-B814-5FFBDE29B262}"/>
              </a:ext>
            </a:extLst>
          </p:cNvPr>
          <p:cNvSpPr>
            <a:spLocks xmlns:a="http://schemas.openxmlformats.org/drawingml/2006/main" noGrp="1"/>
          </p:cNvSpPr>
          <p:nvPr/>
        </p:nvSpPr>
        <p:spPr>
          <a:xfrm xmlns:a="http://schemas.openxmlformats.org/drawingml/2006/main">
            <a:off x="781050" y="38004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07      &lt;a href="statistics.html"&gt;Statistics&lt;/a&gt;</a:t>
            </a:r>
          </a:p>
        </p:txBody>
      </p:sp>
      <p:sp>
        <p:nvSpPr>
          <p:cNvPr id="16" name="">
            <a:extLst xmlns:a="http://schemas.openxmlformats.org/drawingml/2006/main">
              <a:ext uri="{FF2B5EF4-FFF2-40B4-BE49-F238E27FC236}">
                <a16:creationId xmlns:a16="http://schemas.microsoft.com/office/drawing/2014/main" id="{CB782B2E-76AA-4E5E-B26A-0B65D17F9E6D}"/>
              </a:ext>
            </a:extLst>
          </p:cNvPr>
          <p:cNvSpPr>
            <a:spLocks xmlns:a="http://schemas.openxmlformats.org/drawingml/2006/main" noGrp="1"/>
          </p:cNvSpPr>
          <p:nvPr/>
        </p:nvSpPr>
        <p:spPr>
          <a:xfrm xmlns:a="http://schemas.openxmlformats.org/drawingml/2006/main">
            <a:off x="781050" y="40576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08      &lt;a href="comparison.html"&gt;Comparison&lt;/a&gt;</a:t>
            </a:r>
          </a:p>
        </p:txBody>
      </p:sp>
      <p:sp>
        <p:nvSpPr>
          <p:cNvPr id="17" name="">
            <a:extLst xmlns:a="http://schemas.openxmlformats.org/drawingml/2006/main">
              <a:ext uri="{FF2B5EF4-FFF2-40B4-BE49-F238E27FC236}">
                <a16:creationId xmlns:a16="http://schemas.microsoft.com/office/drawing/2014/main" id="{BDF65D4D-78AE-47F6-AB84-F17DEBF8CF8A}"/>
              </a:ext>
            </a:extLst>
          </p:cNvPr>
          <p:cNvSpPr>
            <a:spLocks xmlns:a="http://schemas.openxmlformats.org/drawingml/2006/main" noGrp="1"/>
          </p:cNvSpPr>
          <p:nvPr/>
        </p:nvSpPr>
        <p:spPr>
          <a:xfrm xmlns:a="http://schemas.openxmlformats.org/drawingml/2006/main">
            <a:off x="781050" y="43148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09    &lt;/nav&gt;</a:t>
            </a:r>
          </a:p>
        </p:txBody>
      </p:sp>
      <p:sp>
        <p:nvSpPr>
          <p:cNvPr id="18" name="">
            <a:extLst xmlns:a="http://schemas.openxmlformats.org/drawingml/2006/main">
              <a:ext uri="{FF2B5EF4-FFF2-40B4-BE49-F238E27FC236}">
                <a16:creationId xmlns:a16="http://schemas.microsoft.com/office/drawing/2014/main" id="{DA52A610-E3DD-4ACC-B788-6D7759050059}"/>
              </a:ext>
            </a:extLst>
          </p:cNvPr>
          <p:cNvSpPr>
            <a:spLocks xmlns:a="http://schemas.openxmlformats.org/drawingml/2006/main" noGrp="1"/>
          </p:cNvSpPr>
          <p:nvPr/>
        </p:nvSpPr>
        <p:spPr>
          <a:xfrm xmlns:a="http://schemas.openxmlformats.org/drawingml/2006/main">
            <a:off x="781050" y="45720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10    &lt;button id="languageSwitch"&gt;…&lt;/button&gt;</a:t>
            </a:r>
          </a:p>
        </p:txBody>
      </p:sp>
      <p:sp>
        <p:nvSpPr>
          <p:cNvPr id="19" name="">
            <a:extLst xmlns:a="http://schemas.openxmlformats.org/drawingml/2006/main">
              <a:ext uri="{FF2B5EF4-FFF2-40B4-BE49-F238E27FC236}">
                <a16:creationId xmlns:a16="http://schemas.microsoft.com/office/drawing/2014/main" id="{0F7925C4-2915-45B4-861A-0C4907E6B24D}"/>
              </a:ext>
            </a:extLst>
          </p:cNvPr>
          <p:cNvSpPr>
            <a:spLocks xmlns:a="http://schemas.openxmlformats.org/drawingml/2006/main" noGrp="1"/>
          </p:cNvSpPr>
          <p:nvPr/>
        </p:nvSpPr>
        <p:spPr>
          <a:xfrm xmlns:a="http://schemas.openxmlformats.org/drawingml/2006/main">
            <a:off x="781050" y="48291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11    &lt;button id="themeSwitch"&gt;…&lt;/button&gt;</a:t>
            </a:r>
          </a:p>
        </p:txBody>
      </p:sp>
      <p:sp>
        <p:nvSpPr>
          <p:cNvPr id="20" name="">
            <a:extLst xmlns:a="http://schemas.openxmlformats.org/drawingml/2006/main">
              <a:ext uri="{FF2B5EF4-FFF2-40B4-BE49-F238E27FC236}">
                <a16:creationId xmlns:a16="http://schemas.microsoft.com/office/drawing/2014/main" id="{70FB942E-B0A5-4AD5-95B2-5314A3BFD84E}"/>
              </a:ext>
            </a:extLst>
          </p:cNvPr>
          <p:cNvSpPr>
            <a:spLocks xmlns:a="http://schemas.openxmlformats.org/drawingml/2006/main" noGrp="1"/>
          </p:cNvSpPr>
          <p:nvPr/>
        </p:nvSpPr>
        <p:spPr>
          <a:xfrm xmlns:a="http://schemas.openxmlformats.org/drawingml/2006/main">
            <a:off x="781050" y="50863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12  &lt;/header&gt;</a:t>
            </a:r>
          </a:p>
        </p:txBody>
      </p:sp>
      <p:sp>
        <p:nvSpPr>
          <p:cNvPr id="21" name="dev-browser-frame">
            <a:extLst xmlns:a="http://schemas.openxmlformats.org/drawingml/2006/main">
              <a:ext uri="{FF2B5EF4-FFF2-40B4-BE49-F238E27FC236}">
                <a16:creationId xmlns:a16="http://schemas.microsoft.com/office/drawing/2014/main" id="{27E37783-33F8-41B6-96F9-94257CC4F693}"/>
              </a:ext>
            </a:extLst>
          </p:cNvPr>
          <p:cNvSpPr>
            <a:spLocks xmlns:a="http://schemas.openxmlformats.org/drawingml/2006/main" noGrp="1"/>
          </p:cNvSpPr>
          <p:nvPr/>
        </p:nvSpPr>
        <p:spPr>
          <a:xfrm xmlns:a="http://schemas.openxmlformats.org/drawingml/2006/main">
            <a:off x="5905500" y="1809750"/>
            <a:ext cx="5676900"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C9D0CB"/>
            </a:solidFill>
            <a:prstDash val="solid"/>
          </a:ln>
        </p:spPr>
      </p:sp>
      <p:sp>
        <p:nvSpPr>
          <p:cNvPr id="22" name="">
            <a:extLst xmlns:a="http://schemas.openxmlformats.org/drawingml/2006/main">
              <a:ext uri="{FF2B5EF4-FFF2-40B4-BE49-F238E27FC236}">
                <a16:creationId xmlns:a16="http://schemas.microsoft.com/office/drawing/2014/main" id="{CAEFA23D-C1DC-4F2B-8C30-12C38D7D06FB}"/>
              </a:ext>
            </a:extLst>
          </p:cNvPr>
          <p:cNvSpPr>
            <a:spLocks xmlns:a="http://schemas.openxmlformats.org/drawingml/2006/main" noGrp="1"/>
          </p:cNvSpPr>
          <p:nvPr/>
        </p:nvSpPr>
        <p:spPr>
          <a:xfrm xmlns:a="http://schemas.openxmlformats.org/drawingml/2006/main">
            <a:off x="5905500" y="1809750"/>
            <a:ext cx="5676900" cy="342900"/>
          </a:xfrm>
          <a:prstGeom xmlns:a="http://schemas.openxmlformats.org/drawingml/2006/main" prst="rect">
            <a:avLst/>
          </a:prstGeom>
          <a:solidFill xmlns:a="http://schemas.openxmlformats.org/drawingml/2006/main">
            <a:srgbClr val="EFF2E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BEB7425-C62D-4301-A0F8-19749920220A}"/>
              </a:ext>
            </a:extLst>
          </p:cNvPr>
          <p:cNvSpPr>
            <a:spLocks xmlns:a="http://schemas.openxmlformats.org/drawingml/2006/main" noGrp="1"/>
          </p:cNvSpPr>
          <p:nvPr/>
        </p:nvSpPr>
        <p:spPr>
          <a:xfrm xmlns:a="http://schemas.openxmlformats.org/drawingml/2006/main">
            <a:off x="6038850" y="1924050"/>
            <a:ext cx="95250" cy="95250"/>
          </a:xfrm>
          <a:prstGeom xmlns:a="http://schemas.openxmlformats.org/drawingml/2006/main" prst="ellipse">
            <a:avLst/>
          </a:prstGeom>
          <a:solidFill xmlns:a="http://schemas.openxmlformats.org/drawingml/2006/main">
            <a:srgbClr val="ED6A5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04824BB-B0F5-4E16-8579-9B1E8C443A87}"/>
              </a:ext>
            </a:extLst>
          </p:cNvPr>
          <p:cNvSpPr>
            <a:spLocks xmlns:a="http://schemas.openxmlformats.org/drawingml/2006/main" noGrp="1"/>
          </p:cNvSpPr>
          <p:nvPr/>
        </p:nvSpPr>
        <p:spPr>
          <a:xfrm xmlns:a="http://schemas.openxmlformats.org/drawingml/2006/main">
            <a:off x="6229350" y="1924050"/>
            <a:ext cx="95250" cy="95250"/>
          </a:xfrm>
          <a:prstGeom xmlns:a="http://schemas.openxmlformats.org/drawingml/2006/main" prst="ellipse">
            <a:avLst/>
          </a:prstGeom>
          <a:solidFill xmlns:a="http://schemas.openxmlformats.org/drawingml/2006/main">
            <a:srgbClr val="F4BF4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7D2630F-75FB-4664-B9B8-A9ECC6A41C62}"/>
              </a:ext>
            </a:extLst>
          </p:cNvPr>
          <p:cNvSpPr>
            <a:spLocks xmlns:a="http://schemas.openxmlformats.org/drawingml/2006/main" noGrp="1"/>
          </p:cNvSpPr>
          <p:nvPr/>
        </p:nvSpPr>
        <p:spPr>
          <a:xfrm xmlns:a="http://schemas.openxmlformats.org/drawingml/2006/main">
            <a:off x="6419850" y="1924050"/>
            <a:ext cx="95250" cy="95250"/>
          </a:xfrm>
          <a:prstGeom xmlns:a="http://schemas.openxmlformats.org/drawingml/2006/main" prst="ellipse">
            <a:avLst/>
          </a:prstGeom>
          <a:solidFill xmlns:a="http://schemas.openxmlformats.org/drawingml/2006/main">
            <a:srgbClr val="61C45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8AE4C70-152A-4598-9FE6-126B8A4E12BF}"/>
              </a:ext>
            </a:extLst>
          </p:cNvPr>
          <p:cNvSpPr>
            <a:spLocks xmlns:a="http://schemas.openxmlformats.org/drawingml/2006/main" noGrp="1"/>
          </p:cNvSpPr>
          <p:nvPr/>
        </p:nvSpPr>
        <p:spPr>
          <a:xfrm xmlns:a="http://schemas.openxmlformats.org/drawingml/2006/main">
            <a:off x="6762750" y="1885950"/>
            <a:ext cx="4533900" cy="190500"/>
          </a:xfrm>
          <a:prstGeom xmlns:a="http://schemas.openxmlformats.org/drawingml/2006/main" prst="roundRect">
            <a:avLst>
              <a:gd name="adj" fmla="val 40000"/>
            </a:avLst>
          </a:prstGeom>
          <a:solidFill xmlns:a="http://schemas.openxmlformats.org/drawingml/2006/main">
            <a:srgbClr val="FFFF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9723FF9-16FA-4D97-ADED-B41DE5BE5E58}"/>
              </a:ext>
            </a:extLst>
          </p:cNvPr>
          <p:cNvSpPr>
            <a:spLocks xmlns:a="http://schemas.openxmlformats.org/drawingml/2006/main" noGrp="1"/>
          </p:cNvSpPr>
          <p:nvPr/>
        </p:nvSpPr>
        <p:spPr>
          <a:xfrm xmlns:a="http://schemas.openxmlformats.org/drawingml/2006/main">
            <a:off x="6896100" y="1924050"/>
            <a:ext cx="429577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75" b="0" i="0">
                <a:solidFill>
                  <a:srgbClr val="69746D"/>
                </a:solidFill>
              </a:defRPr>
            </a:pPr>
            <a:r>
              <a:rPr sz="675" b="0" i="0">
                <a:solidFill>
                  <a:srgbClr val="69746D"/>
                </a:solidFill>
              </a:rPr>
              <a:t>localhost:5500/index.html</a:t>
            </a:r>
          </a:p>
        </p:txBody>
      </p:sp>
      <p:sp>
        <p:nvSpPr>
          <p:cNvPr id="28" name="">
            <a:extLst xmlns:a="http://schemas.openxmlformats.org/drawingml/2006/main">
              <a:ext uri="{FF2B5EF4-FFF2-40B4-BE49-F238E27FC236}">
                <a16:creationId xmlns:a16="http://schemas.microsoft.com/office/drawing/2014/main" id="{3B7F1312-C338-4036-BE45-D99B112202E8}"/>
              </a:ext>
            </a:extLst>
          </p:cNvPr>
          <p:cNvSpPr>
            <a:spLocks xmlns:a="http://schemas.openxmlformats.org/drawingml/2006/main" noGrp="1"/>
          </p:cNvSpPr>
          <p:nvPr/>
        </p:nvSpPr>
        <p:spPr>
          <a:xfrm xmlns:a="http://schemas.openxmlformats.org/drawingml/2006/main">
            <a:off x="6153150" y="23812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000000"/>
                </a:solidFill>
              </a:defRPr>
            </a:pPr>
            <a:r>
              <a:rPr sz="1350" b="1" i="0">
                <a:solidFill>
                  <a:srgbClr val="000000"/>
                </a:solidFill>
              </a:rPr>
              <a:t>Traditional Governments</a:t>
            </a:r>
          </a:p>
        </p:txBody>
      </p:sp>
      <p:sp>
        <p:nvSpPr>
          <p:cNvPr id="29" name="">
            <a:extLst xmlns:a="http://schemas.openxmlformats.org/drawingml/2006/main">
              <a:ext uri="{FF2B5EF4-FFF2-40B4-BE49-F238E27FC236}">
                <a16:creationId xmlns:a16="http://schemas.microsoft.com/office/drawing/2014/main" id="{C02BADE1-65F8-4E8E-A11B-C75BF1DC760E}"/>
              </a:ext>
            </a:extLst>
          </p:cNvPr>
          <p:cNvSpPr>
            <a:spLocks xmlns:a="http://schemas.openxmlformats.org/drawingml/2006/main" noGrp="1"/>
          </p:cNvSpPr>
          <p:nvPr/>
        </p:nvSpPr>
        <p:spPr>
          <a:xfrm xmlns:a="http://schemas.openxmlformats.org/drawingml/2006/main">
            <a:off x="6153150" y="2800350"/>
            <a:ext cx="5181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0000EE"/>
                </a:solidFill>
              </a:defRPr>
            </a:pPr>
            <a:r>
              <a:rPr sz="1125" b="0" i="0">
                <a:solidFill>
                  <a:srgbClr val="0000EE"/>
                </a:solidFill>
              </a:rPr>
              <a:t>Home   Groups   Interactive Map   Statistics   Comparison   About   Contact</a:t>
            </a:r>
          </a:p>
        </p:txBody>
      </p:sp>
      <p:sp>
        <p:nvSpPr>
          <p:cNvPr id="30" name="">
            <a:extLst xmlns:a="http://schemas.openxmlformats.org/drawingml/2006/main">
              <a:ext uri="{FF2B5EF4-FFF2-40B4-BE49-F238E27FC236}">
                <a16:creationId xmlns:a16="http://schemas.microsoft.com/office/drawing/2014/main" id="{00160FD6-D1A7-434A-9252-ADF8CB7912D1}"/>
              </a:ext>
            </a:extLst>
          </p:cNvPr>
          <p:cNvSpPr>
            <a:spLocks xmlns:a="http://schemas.openxmlformats.org/drawingml/2006/main" noGrp="1"/>
          </p:cNvSpPr>
          <p:nvPr/>
        </p:nvSpPr>
        <p:spPr>
          <a:xfrm xmlns:a="http://schemas.openxmlformats.org/drawingml/2006/main">
            <a:off x="6134100" y="3343275"/>
            <a:ext cx="5219700" cy="0"/>
          </a:xfrm>
          <a:prstGeom xmlns:a="http://schemas.openxmlformats.org/drawingml/2006/main" prst="line">
            <a:avLst/>
          </a:prstGeom>
          <a:noFill xmlns:a="http://schemas.openxmlformats.org/drawingml/2006/main"/>
          <a:ln xmlns:a="http://schemas.openxmlformats.org/drawingml/2006/main" w="9525">
            <a:solidFill>
              <a:srgbClr val="A0A0A0"/>
            </a:solidFill>
            <a:prstDash val="solid"/>
          </a:ln>
        </p:spPr>
      </p:sp>
      <p:sp>
        <p:nvSpPr>
          <p:cNvPr id="31" name="">
            <a:extLst xmlns:a="http://schemas.openxmlformats.org/drawingml/2006/main">
              <a:ext uri="{FF2B5EF4-FFF2-40B4-BE49-F238E27FC236}">
                <a16:creationId xmlns:a16="http://schemas.microsoft.com/office/drawing/2014/main" id="{F88C32EB-52DE-463F-A573-5862C0689E64}"/>
              </a:ext>
            </a:extLst>
          </p:cNvPr>
          <p:cNvSpPr>
            <a:spLocks xmlns:a="http://schemas.openxmlformats.org/drawingml/2006/main" noGrp="1"/>
          </p:cNvSpPr>
          <p:nvPr/>
        </p:nvSpPr>
        <p:spPr>
          <a:xfrm xmlns:a="http://schemas.openxmlformats.org/drawingml/2006/main">
            <a:off x="6191250" y="3676650"/>
            <a:ext cx="5105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i="0">
                <a:solidFill>
                  <a:srgbClr val="000000"/>
                </a:solidFill>
              </a:defRPr>
            </a:pPr>
            <a:r>
              <a:rPr sz="2025" b="1" i="0">
                <a:solidFill>
                  <a:srgbClr val="000000"/>
                </a:solidFill>
              </a:rPr>
              <a:t>Explore Traditional Governments Around the World</a:t>
            </a:r>
          </a:p>
        </p:txBody>
      </p:sp>
      <p:sp>
        <p:nvSpPr>
          <p:cNvPr id="32" name="">
            <a:extLst xmlns:a="http://schemas.openxmlformats.org/drawingml/2006/main">
              <a:ext uri="{FF2B5EF4-FFF2-40B4-BE49-F238E27FC236}">
                <a16:creationId xmlns:a16="http://schemas.microsoft.com/office/drawing/2014/main" id="{412AE8AD-54F1-427D-8290-D28174A8223E}"/>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1109074831"/>
      </p:ext>
    </p:extLst>
  </p:cSld>
</p:sld>
</file>

<file path=ppt/slides/slide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41" name="top-accent">
            <a:extLst xmlns:a="http://schemas.openxmlformats.org/drawingml/2006/main">
              <a:ext uri="{FF2B5EF4-FFF2-40B4-BE49-F238E27FC236}">
                <a16:creationId xmlns:a16="http://schemas.microsoft.com/office/drawing/2014/main" id="{DD200CFF-D43F-4A5E-A1FB-84C251191AC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8589FDDD-4E35-427E-99B3-2CE75EF3E334}"/>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1 · HTML</a:t>
            </a:r>
          </a:p>
        </p:txBody>
      </p:sp>
      <p:sp>
        <p:nvSpPr>
          <p:cNvPr id="3" name="slide-number">
            <a:extLst xmlns:a="http://schemas.openxmlformats.org/drawingml/2006/main">
              <a:ext uri="{FF2B5EF4-FFF2-40B4-BE49-F238E27FC236}">
                <a16:creationId xmlns:a16="http://schemas.microsoft.com/office/drawing/2014/main" id="{D7347E72-455E-40EA-A050-19B99518ADDA}"/>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09</a:t>
            </a:r>
          </a:p>
        </p:txBody>
      </p:sp>
      <p:sp>
        <p:nvSpPr>
          <p:cNvPr id="4" name="slide-title">
            <a:extLst xmlns:a="http://schemas.openxmlformats.org/drawingml/2006/main">
              <a:ext uri="{FF2B5EF4-FFF2-40B4-BE49-F238E27FC236}">
                <a16:creationId xmlns:a16="http://schemas.microsoft.com/office/drawing/2014/main" id="{B0381CFC-4A69-44E9-9A1E-8C710EF4198F}"/>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Turn the homepage into a dashboard of information blocks</a:t>
            </a:r>
          </a:p>
        </p:txBody>
      </p:sp>
      <p:sp>
        <p:nvSpPr>
          <p:cNvPr id="5" name="slide-subtitle">
            <a:extLst xmlns:a="http://schemas.openxmlformats.org/drawingml/2006/main">
              <a:ext uri="{FF2B5EF4-FFF2-40B4-BE49-F238E27FC236}">
                <a16:creationId xmlns:a16="http://schemas.microsoft.com/office/drawing/2014/main" id="{31070866-04E1-4733-BEFF-45485C051353}"/>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Statistics, tools, map controls, and a latest-groups table are defined before any styling is applied.</a:t>
            </a:r>
          </a:p>
        </p:txBody>
      </p:sp>
      <p:sp>
        <p:nvSpPr>
          <p:cNvPr id="6" name="dev-code-panel">
            <a:extLst xmlns:a="http://schemas.openxmlformats.org/drawingml/2006/main">
              <a:ext uri="{FF2B5EF4-FFF2-40B4-BE49-F238E27FC236}">
                <a16:creationId xmlns:a16="http://schemas.microsoft.com/office/drawing/2014/main" id="{B6D08E20-0A02-4B03-AB82-B1E2163A96CE}"/>
              </a:ext>
            </a:extLst>
          </p:cNvPr>
          <p:cNvSpPr>
            <a:spLocks xmlns:a="http://schemas.openxmlformats.org/drawingml/2006/main" noGrp="1"/>
          </p:cNvSpPr>
          <p:nvPr/>
        </p:nvSpPr>
        <p:spPr>
          <a:xfrm xmlns:a="http://schemas.openxmlformats.org/drawingml/2006/main">
            <a:off x="609600" y="1809750"/>
            <a:ext cx="4953000" cy="4000500"/>
          </a:xfrm>
          <a:prstGeom xmlns:a="http://schemas.openxmlformats.org/drawingml/2006/main" prst="roundRect">
            <a:avLst>
              <a:gd name="adj" fmla="val 1905"/>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6512F592-6F2F-4930-BAD0-0CE4C61F2F98}"/>
              </a:ext>
            </a:extLst>
          </p:cNvPr>
          <p:cNvSpPr>
            <a:spLocks xmlns:a="http://schemas.openxmlformats.org/drawingml/2006/main" noGrp="1"/>
          </p:cNvSpPr>
          <p:nvPr/>
        </p:nvSpPr>
        <p:spPr>
          <a:xfrm xmlns:a="http://schemas.openxmlformats.org/drawingml/2006/main">
            <a:off x="609600" y="1809750"/>
            <a:ext cx="49530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CA5774E-6566-4E31-A2D1-9CBE4F3911AC}"/>
              </a:ext>
            </a:extLst>
          </p:cNvPr>
          <p:cNvSpPr>
            <a:spLocks xmlns:a="http://schemas.openxmlformats.org/drawingml/2006/main" noGrp="1"/>
          </p:cNvSpPr>
          <p:nvPr/>
        </p:nvSpPr>
        <p:spPr>
          <a:xfrm xmlns:a="http://schemas.openxmlformats.org/drawingml/2006/main">
            <a:off x="781050" y="1905000"/>
            <a:ext cx="461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index.html · lines 68–142</a:t>
            </a:r>
          </a:p>
        </p:txBody>
      </p:sp>
      <p:sp>
        <p:nvSpPr>
          <p:cNvPr id="9" name="">
            <a:extLst xmlns:a="http://schemas.openxmlformats.org/drawingml/2006/main">
              <a:ext uri="{FF2B5EF4-FFF2-40B4-BE49-F238E27FC236}">
                <a16:creationId xmlns:a16="http://schemas.microsoft.com/office/drawing/2014/main" id="{1861EBDB-4845-47DA-A5FE-2CA331B33DA2}"/>
              </a:ext>
            </a:extLst>
          </p:cNvPr>
          <p:cNvSpPr>
            <a:spLocks xmlns:a="http://schemas.openxmlformats.org/drawingml/2006/main" noGrp="1"/>
          </p:cNvSpPr>
          <p:nvPr/>
        </p:nvSpPr>
        <p:spPr>
          <a:xfrm xmlns:a="http://schemas.openxmlformats.org/drawingml/2006/main">
            <a:off x="781050" y="22574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01  &lt;section class="home-stats"&gt;…&lt;/section&gt;</a:t>
            </a:r>
          </a:p>
        </p:txBody>
      </p:sp>
      <p:sp>
        <p:nvSpPr>
          <p:cNvPr id="10" name="">
            <a:extLst xmlns:a="http://schemas.openxmlformats.org/drawingml/2006/main">
              <a:ext uri="{FF2B5EF4-FFF2-40B4-BE49-F238E27FC236}">
                <a16:creationId xmlns:a16="http://schemas.microsoft.com/office/drawing/2014/main" id="{72560B2A-F906-4C8E-99BA-9B26697D6A6A}"/>
              </a:ext>
            </a:extLst>
          </p:cNvPr>
          <p:cNvSpPr>
            <a:spLocks xmlns:a="http://schemas.openxmlformats.org/drawingml/2006/main" noGrp="1"/>
          </p:cNvSpPr>
          <p:nvPr/>
        </p:nvSpPr>
        <p:spPr>
          <a:xfrm xmlns:a="http://schemas.openxmlformats.org/drawingml/2006/main">
            <a:off x="781050" y="25146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02  &lt;section class="home-features"&gt;…&lt;/section&gt;</a:t>
            </a:r>
          </a:p>
        </p:txBody>
      </p:sp>
      <p:sp>
        <p:nvSpPr>
          <p:cNvPr id="11" name="">
            <a:extLst xmlns:a="http://schemas.openxmlformats.org/drawingml/2006/main">
              <a:ext uri="{FF2B5EF4-FFF2-40B4-BE49-F238E27FC236}">
                <a16:creationId xmlns:a16="http://schemas.microsoft.com/office/drawing/2014/main" id="{ABC2B991-68C0-48E8-AA03-967787AD3314}"/>
              </a:ext>
            </a:extLst>
          </p:cNvPr>
          <p:cNvSpPr>
            <a:spLocks xmlns:a="http://schemas.openxmlformats.org/drawingml/2006/main" noGrp="1"/>
          </p:cNvSpPr>
          <p:nvPr/>
        </p:nvSpPr>
        <p:spPr>
          <a:xfrm xmlns:a="http://schemas.openxmlformats.org/drawingml/2006/main">
            <a:off x="781050" y="27717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03  &lt;section class="home-lower-grid"&gt;</a:t>
            </a:r>
          </a:p>
        </p:txBody>
      </p:sp>
      <p:sp>
        <p:nvSpPr>
          <p:cNvPr id="12" name="">
            <a:extLst xmlns:a="http://schemas.openxmlformats.org/drawingml/2006/main">
              <a:ext uri="{FF2B5EF4-FFF2-40B4-BE49-F238E27FC236}">
                <a16:creationId xmlns:a16="http://schemas.microsoft.com/office/drawing/2014/main" id="{5DE1C5EF-4F71-4277-A81C-C795801A16EF}"/>
              </a:ext>
            </a:extLst>
          </p:cNvPr>
          <p:cNvSpPr>
            <a:spLocks xmlns:a="http://schemas.openxmlformats.org/drawingml/2006/main" noGrp="1"/>
          </p:cNvSpPr>
          <p:nvPr/>
        </p:nvSpPr>
        <p:spPr>
          <a:xfrm xmlns:a="http://schemas.openxmlformats.org/drawingml/2006/main">
            <a:off x="781050" y="30289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04    &lt;article id="distribution-map"&gt;</a:t>
            </a:r>
          </a:p>
        </p:txBody>
      </p:sp>
      <p:sp>
        <p:nvSpPr>
          <p:cNvPr id="13" name="">
            <a:extLst xmlns:a="http://schemas.openxmlformats.org/drawingml/2006/main">
              <a:ext uri="{FF2B5EF4-FFF2-40B4-BE49-F238E27FC236}">
                <a16:creationId xmlns:a16="http://schemas.microsoft.com/office/drawing/2014/main" id="{866D26D5-E233-45F2-A861-A3DB4A976D47}"/>
              </a:ext>
            </a:extLst>
          </p:cNvPr>
          <p:cNvSpPr>
            <a:spLocks xmlns:a="http://schemas.openxmlformats.org/drawingml/2006/main" noGrp="1"/>
          </p:cNvSpPr>
          <p:nvPr/>
        </p:nvSpPr>
        <p:spPr>
          <a:xfrm xmlns:a="http://schemas.openxmlformats.org/drawingml/2006/main">
            <a:off x="781050" y="32861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05      &lt;img src="world-map.svg"&gt;</a:t>
            </a:r>
          </a:p>
        </p:txBody>
      </p:sp>
      <p:sp>
        <p:nvSpPr>
          <p:cNvPr id="14" name="">
            <a:extLst xmlns:a="http://schemas.openxmlformats.org/drawingml/2006/main">
              <a:ext uri="{FF2B5EF4-FFF2-40B4-BE49-F238E27FC236}">
                <a16:creationId xmlns:a16="http://schemas.microsoft.com/office/drawing/2014/main" id="{6CC1C556-168F-43B6-A9EA-A763819A5181}"/>
              </a:ext>
            </a:extLst>
          </p:cNvPr>
          <p:cNvSpPr>
            <a:spLocks xmlns:a="http://schemas.openxmlformats.org/drawingml/2006/main" noGrp="1"/>
          </p:cNvSpPr>
          <p:nvPr/>
        </p:nvSpPr>
        <p:spPr>
          <a:xfrm xmlns:a="http://schemas.openxmlformats.org/drawingml/2006/main">
            <a:off x="781050" y="35433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06      &lt;button data-continent="Africa"&gt;…&lt;/button&gt;</a:t>
            </a:r>
          </a:p>
        </p:txBody>
      </p:sp>
      <p:sp>
        <p:nvSpPr>
          <p:cNvPr id="15" name="">
            <a:extLst xmlns:a="http://schemas.openxmlformats.org/drawingml/2006/main">
              <a:ext uri="{FF2B5EF4-FFF2-40B4-BE49-F238E27FC236}">
                <a16:creationId xmlns:a16="http://schemas.microsoft.com/office/drawing/2014/main" id="{E493D02E-F618-4F9F-ABAD-33477A79CA48}"/>
              </a:ext>
            </a:extLst>
          </p:cNvPr>
          <p:cNvSpPr>
            <a:spLocks xmlns:a="http://schemas.openxmlformats.org/drawingml/2006/main" noGrp="1"/>
          </p:cNvSpPr>
          <p:nvPr/>
        </p:nvSpPr>
        <p:spPr>
          <a:xfrm xmlns:a="http://schemas.openxmlformats.org/drawingml/2006/main">
            <a:off x="781050" y="38004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07    &lt;/article&gt;</a:t>
            </a:r>
          </a:p>
        </p:txBody>
      </p:sp>
      <p:sp>
        <p:nvSpPr>
          <p:cNvPr id="16" name="">
            <a:extLst xmlns:a="http://schemas.openxmlformats.org/drawingml/2006/main">
              <a:ext uri="{FF2B5EF4-FFF2-40B4-BE49-F238E27FC236}">
                <a16:creationId xmlns:a16="http://schemas.microsoft.com/office/drawing/2014/main" id="{58F22CF9-90B6-4A55-AB00-D02B2F08C1AA}"/>
              </a:ext>
            </a:extLst>
          </p:cNvPr>
          <p:cNvSpPr>
            <a:spLocks xmlns:a="http://schemas.openxmlformats.org/drawingml/2006/main" noGrp="1"/>
          </p:cNvSpPr>
          <p:nvPr/>
        </p:nvSpPr>
        <p:spPr>
          <a:xfrm xmlns:a="http://schemas.openxmlformats.org/drawingml/2006/main">
            <a:off x="781050" y="40576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08    &lt;article class="home-table-panel"&gt;</a:t>
            </a:r>
          </a:p>
        </p:txBody>
      </p:sp>
      <p:sp>
        <p:nvSpPr>
          <p:cNvPr id="17" name="">
            <a:extLst xmlns:a="http://schemas.openxmlformats.org/drawingml/2006/main">
              <a:ext uri="{FF2B5EF4-FFF2-40B4-BE49-F238E27FC236}">
                <a16:creationId xmlns:a16="http://schemas.microsoft.com/office/drawing/2014/main" id="{BDECC707-5CCA-4350-A2D9-6318534A308B}"/>
              </a:ext>
            </a:extLst>
          </p:cNvPr>
          <p:cNvSpPr>
            <a:spLocks xmlns:a="http://schemas.openxmlformats.org/drawingml/2006/main" noGrp="1"/>
          </p:cNvSpPr>
          <p:nvPr/>
        </p:nvSpPr>
        <p:spPr>
          <a:xfrm xmlns:a="http://schemas.openxmlformats.org/drawingml/2006/main">
            <a:off x="781050" y="43148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09      &lt;table&gt;</a:t>
            </a:r>
          </a:p>
        </p:txBody>
      </p:sp>
      <p:sp>
        <p:nvSpPr>
          <p:cNvPr id="18" name="">
            <a:extLst xmlns:a="http://schemas.openxmlformats.org/drawingml/2006/main">
              <a:ext uri="{FF2B5EF4-FFF2-40B4-BE49-F238E27FC236}">
                <a16:creationId xmlns:a16="http://schemas.microsoft.com/office/drawing/2014/main" id="{CAC6DFAD-8FE0-4C0A-9651-449A2BB324A1}"/>
              </a:ext>
            </a:extLst>
          </p:cNvPr>
          <p:cNvSpPr>
            <a:spLocks xmlns:a="http://schemas.openxmlformats.org/drawingml/2006/main" noGrp="1"/>
          </p:cNvSpPr>
          <p:nvPr/>
        </p:nvSpPr>
        <p:spPr>
          <a:xfrm xmlns:a="http://schemas.openxmlformats.org/drawingml/2006/main">
            <a:off x="781050" y="45720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10        &lt;tbody id="latestGroupsBody"&gt;&lt;/tbody&gt;</a:t>
            </a:r>
          </a:p>
        </p:txBody>
      </p:sp>
      <p:sp>
        <p:nvSpPr>
          <p:cNvPr id="19" name="">
            <a:extLst xmlns:a="http://schemas.openxmlformats.org/drawingml/2006/main">
              <a:ext uri="{FF2B5EF4-FFF2-40B4-BE49-F238E27FC236}">
                <a16:creationId xmlns:a16="http://schemas.microsoft.com/office/drawing/2014/main" id="{0B452BC7-F0E1-4883-8D84-EFD58711A629}"/>
              </a:ext>
            </a:extLst>
          </p:cNvPr>
          <p:cNvSpPr>
            <a:spLocks xmlns:a="http://schemas.openxmlformats.org/drawingml/2006/main" noGrp="1"/>
          </p:cNvSpPr>
          <p:nvPr/>
        </p:nvSpPr>
        <p:spPr>
          <a:xfrm xmlns:a="http://schemas.openxmlformats.org/drawingml/2006/main">
            <a:off x="781050" y="48291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11      &lt;/table&gt;</a:t>
            </a:r>
          </a:p>
        </p:txBody>
      </p:sp>
      <p:sp>
        <p:nvSpPr>
          <p:cNvPr id="20" name="">
            <a:extLst xmlns:a="http://schemas.openxmlformats.org/drawingml/2006/main">
              <a:ext uri="{FF2B5EF4-FFF2-40B4-BE49-F238E27FC236}">
                <a16:creationId xmlns:a16="http://schemas.microsoft.com/office/drawing/2014/main" id="{39DC2F4A-48C7-4474-98DB-F00542605174}"/>
              </a:ext>
            </a:extLst>
          </p:cNvPr>
          <p:cNvSpPr>
            <a:spLocks xmlns:a="http://schemas.openxmlformats.org/drawingml/2006/main" noGrp="1"/>
          </p:cNvSpPr>
          <p:nvPr/>
        </p:nvSpPr>
        <p:spPr>
          <a:xfrm xmlns:a="http://schemas.openxmlformats.org/drawingml/2006/main">
            <a:off x="781050" y="50863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12    &lt;/article&gt;</a:t>
            </a:r>
          </a:p>
        </p:txBody>
      </p:sp>
      <p:sp>
        <p:nvSpPr>
          <p:cNvPr id="21" name="">
            <a:extLst xmlns:a="http://schemas.openxmlformats.org/drawingml/2006/main">
              <a:ext uri="{FF2B5EF4-FFF2-40B4-BE49-F238E27FC236}">
                <a16:creationId xmlns:a16="http://schemas.microsoft.com/office/drawing/2014/main" id="{83F34FFA-A28E-434C-B988-F9DEE2F9AE73}"/>
              </a:ext>
            </a:extLst>
          </p:cNvPr>
          <p:cNvSpPr>
            <a:spLocks xmlns:a="http://schemas.openxmlformats.org/drawingml/2006/main" noGrp="1"/>
          </p:cNvSpPr>
          <p:nvPr/>
        </p:nvSpPr>
        <p:spPr>
          <a:xfrm xmlns:a="http://schemas.openxmlformats.org/drawingml/2006/main">
            <a:off x="781050" y="53435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13  &lt;/section&gt;</a:t>
            </a:r>
          </a:p>
        </p:txBody>
      </p:sp>
      <p:sp>
        <p:nvSpPr>
          <p:cNvPr id="22" name="dev-browser-frame">
            <a:extLst xmlns:a="http://schemas.openxmlformats.org/drawingml/2006/main">
              <a:ext uri="{FF2B5EF4-FFF2-40B4-BE49-F238E27FC236}">
                <a16:creationId xmlns:a16="http://schemas.microsoft.com/office/drawing/2014/main" id="{9854C1F3-1A4B-45F9-86CA-37767B555880}"/>
              </a:ext>
            </a:extLst>
          </p:cNvPr>
          <p:cNvSpPr>
            <a:spLocks xmlns:a="http://schemas.openxmlformats.org/drawingml/2006/main" noGrp="1"/>
          </p:cNvSpPr>
          <p:nvPr/>
        </p:nvSpPr>
        <p:spPr>
          <a:xfrm xmlns:a="http://schemas.openxmlformats.org/drawingml/2006/main">
            <a:off x="5905500" y="1809750"/>
            <a:ext cx="5676900"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C9D0CB"/>
            </a:solidFill>
            <a:prstDash val="solid"/>
          </a:ln>
        </p:spPr>
      </p:sp>
      <p:sp>
        <p:nvSpPr>
          <p:cNvPr id="23" name="">
            <a:extLst xmlns:a="http://schemas.openxmlformats.org/drawingml/2006/main">
              <a:ext uri="{FF2B5EF4-FFF2-40B4-BE49-F238E27FC236}">
                <a16:creationId xmlns:a16="http://schemas.microsoft.com/office/drawing/2014/main" id="{6BBC47E1-1019-40C4-B323-C226A6BC78E3}"/>
              </a:ext>
            </a:extLst>
          </p:cNvPr>
          <p:cNvSpPr>
            <a:spLocks xmlns:a="http://schemas.openxmlformats.org/drawingml/2006/main" noGrp="1"/>
          </p:cNvSpPr>
          <p:nvPr/>
        </p:nvSpPr>
        <p:spPr>
          <a:xfrm xmlns:a="http://schemas.openxmlformats.org/drawingml/2006/main">
            <a:off x="5905500" y="1809750"/>
            <a:ext cx="5676900" cy="342900"/>
          </a:xfrm>
          <a:prstGeom xmlns:a="http://schemas.openxmlformats.org/drawingml/2006/main" prst="rect">
            <a:avLst/>
          </a:prstGeom>
          <a:solidFill xmlns:a="http://schemas.openxmlformats.org/drawingml/2006/main">
            <a:srgbClr val="EFF2E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9B9B2C4-6586-42BC-AC27-5798996C11D2}"/>
              </a:ext>
            </a:extLst>
          </p:cNvPr>
          <p:cNvSpPr>
            <a:spLocks xmlns:a="http://schemas.openxmlformats.org/drawingml/2006/main" noGrp="1"/>
          </p:cNvSpPr>
          <p:nvPr/>
        </p:nvSpPr>
        <p:spPr>
          <a:xfrm xmlns:a="http://schemas.openxmlformats.org/drawingml/2006/main">
            <a:off x="6038850" y="1924050"/>
            <a:ext cx="95250" cy="95250"/>
          </a:xfrm>
          <a:prstGeom xmlns:a="http://schemas.openxmlformats.org/drawingml/2006/main" prst="ellipse">
            <a:avLst/>
          </a:prstGeom>
          <a:solidFill xmlns:a="http://schemas.openxmlformats.org/drawingml/2006/main">
            <a:srgbClr val="ED6A5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E3A50D8-E41D-4579-ADC4-BD90E64C3F53}"/>
              </a:ext>
            </a:extLst>
          </p:cNvPr>
          <p:cNvSpPr>
            <a:spLocks xmlns:a="http://schemas.openxmlformats.org/drawingml/2006/main" noGrp="1"/>
          </p:cNvSpPr>
          <p:nvPr/>
        </p:nvSpPr>
        <p:spPr>
          <a:xfrm xmlns:a="http://schemas.openxmlformats.org/drawingml/2006/main">
            <a:off x="6229350" y="1924050"/>
            <a:ext cx="95250" cy="95250"/>
          </a:xfrm>
          <a:prstGeom xmlns:a="http://schemas.openxmlformats.org/drawingml/2006/main" prst="ellipse">
            <a:avLst/>
          </a:prstGeom>
          <a:solidFill xmlns:a="http://schemas.openxmlformats.org/drawingml/2006/main">
            <a:srgbClr val="F4BF4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3117DC8-B66B-4908-936D-5AF7BFCAA2C6}"/>
              </a:ext>
            </a:extLst>
          </p:cNvPr>
          <p:cNvSpPr>
            <a:spLocks xmlns:a="http://schemas.openxmlformats.org/drawingml/2006/main" noGrp="1"/>
          </p:cNvSpPr>
          <p:nvPr/>
        </p:nvSpPr>
        <p:spPr>
          <a:xfrm xmlns:a="http://schemas.openxmlformats.org/drawingml/2006/main">
            <a:off x="6419850" y="1924050"/>
            <a:ext cx="95250" cy="95250"/>
          </a:xfrm>
          <a:prstGeom xmlns:a="http://schemas.openxmlformats.org/drawingml/2006/main" prst="ellipse">
            <a:avLst/>
          </a:prstGeom>
          <a:solidFill xmlns:a="http://schemas.openxmlformats.org/drawingml/2006/main">
            <a:srgbClr val="61C45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4D1DDCF-E42B-4154-8182-9C474E8A0399}"/>
              </a:ext>
            </a:extLst>
          </p:cNvPr>
          <p:cNvSpPr>
            <a:spLocks xmlns:a="http://schemas.openxmlformats.org/drawingml/2006/main" noGrp="1"/>
          </p:cNvSpPr>
          <p:nvPr/>
        </p:nvSpPr>
        <p:spPr>
          <a:xfrm xmlns:a="http://schemas.openxmlformats.org/drawingml/2006/main">
            <a:off x="6762750" y="1885950"/>
            <a:ext cx="4533900" cy="190500"/>
          </a:xfrm>
          <a:prstGeom xmlns:a="http://schemas.openxmlformats.org/drawingml/2006/main" prst="roundRect">
            <a:avLst>
              <a:gd name="adj" fmla="val 40000"/>
            </a:avLst>
          </a:prstGeom>
          <a:solidFill xmlns:a="http://schemas.openxmlformats.org/drawingml/2006/main">
            <a:srgbClr val="FFFF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7A1B3FE-800C-409F-9E55-FC619B951839}"/>
              </a:ext>
            </a:extLst>
          </p:cNvPr>
          <p:cNvSpPr>
            <a:spLocks xmlns:a="http://schemas.openxmlformats.org/drawingml/2006/main" noGrp="1"/>
          </p:cNvSpPr>
          <p:nvPr/>
        </p:nvSpPr>
        <p:spPr>
          <a:xfrm xmlns:a="http://schemas.openxmlformats.org/drawingml/2006/main">
            <a:off x="6896100" y="1924050"/>
            <a:ext cx="429577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75" b="0" i="0">
                <a:solidFill>
                  <a:srgbClr val="69746D"/>
                </a:solidFill>
              </a:defRPr>
            </a:pPr>
            <a:r>
              <a:rPr sz="675" b="0" i="0">
                <a:solidFill>
                  <a:srgbClr val="69746D"/>
                </a:solidFill>
              </a:rPr>
              <a:t>localhost:5500/index.html</a:t>
            </a:r>
          </a:p>
        </p:txBody>
      </p:sp>
      <p:sp>
        <p:nvSpPr>
          <p:cNvPr id="29" name="">
            <a:extLst xmlns:a="http://schemas.openxmlformats.org/drawingml/2006/main">
              <a:ext uri="{FF2B5EF4-FFF2-40B4-BE49-F238E27FC236}">
                <a16:creationId xmlns:a16="http://schemas.microsoft.com/office/drawing/2014/main" id="{93A974F4-702C-4490-B8A0-CF8DAED4DC28}"/>
              </a:ext>
            </a:extLst>
          </p:cNvPr>
          <p:cNvSpPr>
            <a:spLocks xmlns:a="http://schemas.openxmlformats.org/drawingml/2006/main" noGrp="1"/>
          </p:cNvSpPr>
          <p:nvPr/>
        </p:nvSpPr>
        <p:spPr>
          <a:xfrm xmlns:a="http://schemas.openxmlformats.org/drawingml/2006/main">
            <a:off x="6172200" y="23241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i="0">
                <a:solidFill>
                  <a:srgbClr val="000000"/>
                </a:solidFill>
              </a:defRPr>
            </a:pPr>
            <a:r>
              <a:rPr sz="1500" b="1" i="0">
                <a:solidFill>
                  <a:srgbClr val="000000"/>
                </a:solidFill>
              </a:rPr>
              <a:t>Dataset summary</a:t>
            </a:r>
          </a:p>
        </p:txBody>
      </p:sp>
      <p:sp>
        <p:nvSpPr>
          <p:cNvPr id="30" name="">
            <a:extLst xmlns:a="http://schemas.openxmlformats.org/drawingml/2006/main">
              <a:ext uri="{FF2B5EF4-FFF2-40B4-BE49-F238E27FC236}">
                <a16:creationId xmlns:a16="http://schemas.microsoft.com/office/drawing/2014/main" id="{BD1D4EB0-D69B-42CD-B92E-70D33A45627F}"/>
              </a:ext>
            </a:extLst>
          </p:cNvPr>
          <p:cNvSpPr>
            <a:spLocks xmlns:a="http://schemas.openxmlformats.org/drawingml/2006/main" noGrp="1"/>
          </p:cNvSpPr>
          <p:nvPr/>
        </p:nvSpPr>
        <p:spPr>
          <a:xfrm xmlns:a="http://schemas.openxmlformats.org/drawingml/2006/main">
            <a:off x="6172200" y="2705100"/>
            <a:ext cx="8763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999999"/>
            </a:solidFill>
            <a:prstDash val="solid"/>
          </a:ln>
        </p:spPr>
      </p:sp>
      <p:sp>
        <p:nvSpPr>
          <p:cNvPr id="31" name="">
            <a:extLst xmlns:a="http://schemas.openxmlformats.org/drawingml/2006/main">
              <a:ext uri="{FF2B5EF4-FFF2-40B4-BE49-F238E27FC236}">
                <a16:creationId xmlns:a16="http://schemas.microsoft.com/office/drawing/2014/main" id="{E4B059CB-D2DA-4FBA-B34D-C363313A23D9}"/>
              </a:ext>
            </a:extLst>
          </p:cNvPr>
          <p:cNvSpPr>
            <a:spLocks xmlns:a="http://schemas.openxmlformats.org/drawingml/2006/main" noGrp="1"/>
          </p:cNvSpPr>
          <p:nvPr/>
        </p:nvSpPr>
        <p:spPr>
          <a:xfrm xmlns:a="http://schemas.openxmlformats.org/drawingml/2006/main">
            <a:off x="7153275" y="2705100"/>
            <a:ext cx="8763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999999"/>
            </a:solidFill>
            <a:prstDash val="solid"/>
          </a:ln>
        </p:spPr>
      </p:sp>
      <p:sp>
        <p:nvSpPr>
          <p:cNvPr id="32" name="">
            <a:extLst xmlns:a="http://schemas.openxmlformats.org/drawingml/2006/main">
              <a:ext uri="{FF2B5EF4-FFF2-40B4-BE49-F238E27FC236}">
                <a16:creationId xmlns:a16="http://schemas.microsoft.com/office/drawing/2014/main" id="{F612C644-D21B-49D8-8FD6-FC64E3FE8EFD}"/>
              </a:ext>
            </a:extLst>
          </p:cNvPr>
          <p:cNvSpPr>
            <a:spLocks xmlns:a="http://schemas.openxmlformats.org/drawingml/2006/main" noGrp="1"/>
          </p:cNvSpPr>
          <p:nvPr/>
        </p:nvSpPr>
        <p:spPr>
          <a:xfrm xmlns:a="http://schemas.openxmlformats.org/drawingml/2006/main">
            <a:off x="8134350" y="2705100"/>
            <a:ext cx="8763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999999"/>
            </a:solidFill>
            <a:prstDash val="solid"/>
          </a:ln>
        </p:spPr>
      </p:sp>
      <p:sp>
        <p:nvSpPr>
          <p:cNvPr id="33" name="">
            <a:extLst xmlns:a="http://schemas.openxmlformats.org/drawingml/2006/main">
              <a:ext uri="{FF2B5EF4-FFF2-40B4-BE49-F238E27FC236}">
                <a16:creationId xmlns:a16="http://schemas.microsoft.com/office/drawing/2014/main" id="{7C214972-6D55-41AA-A458-727CF9839EB9}"/>
              </a:ext>
            </a:extLst>
          </p:cNvPr>
          <p:cNvSpPr>
            <a:spLocks xmlns:a="http://schemas.openxmlformats.org/drawingml/2006/main" noGrp="1"/>
          </p:cNvSpPr>
          <p:nvPr/>
        </p:nvSpPr>
        <p:spPr>
          <a:xfrm xmlns:a="http://schemas.openxmlformats.org/drawingml/2006/main">
            <a:off x="9115425" y="2705100"/>
            <a:ext cx="8763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999999"/>
            </a:solidFill>
            <a:prstDash val="solid"/>
          </a:ln>
        </p:spPr>
      </p:sp>
      <p:sp>
        <p:nvSpPr>
          <p:cNvPr id="34" name="">
            <a:extLst xmlns:a="http://schemas.openxmlformats.org/drawingml/2006/main">
              <a:ext uri="{FF2B5EF4-FFF2-40B4-BE49-F238E27FC236}">
                <a16:creationId xmlns:a16="http://schemas.microsoft.com/office/drawing/2014/main" id="{B7AC177A-6702-409A-A2BC-CC5BBB871408}"/>
              </a:ext>
            </a:extLst>
          </p:cNvPr>
          <p:cNvSpPr>
            <a:spLocks xmlns:a="http://schemas.openxmlformats.org/drawingml/2006/main" noGrp="1"/>
          </p:cNvSpPr>
          <p:nvPr/>
        </p:nvSpPr>
        <p:spPr>
          <a:xfrm xmlns:a="http://schemas.openxmlformats.org/drawingml/2006/main">
            <a:off x="10096500" y="2705100"/>
            <a:ext cx="8763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999999"/>
            </a:solidFill>
            <a:prstDash val="solid"/>
          </a:ln>
        </p:spPr>
      </p:sp>
      <p:sp>
        <p:nvSpPr>
          <p:cNvPr id="35" name="">
            <a:extLst xmlns:a="http://schemas.openxmlformats.org/drawingml/2006/main">
              <a:ext uri="{FF2B5EF4-FFF2-40B4-BE49-F238E27FC236}">
                <a16:creationId xmlns:a16="http://schemas.microsoft.com/office/drawing/2014/main" id="{128FF612-DFD0-4085-9F66-09865229F214}"/>
              </a:ext>
            </a:extLst>
          </p:cNvPr>
          <p:cNvSpPr>
            <a:spLocks xmlns:a="http://schemas.openxmlformats.org/drawingml/2006/main" noGrp="1"/>
          </p:cNvSpPr>
          <p:nvPr/>
        </p:nvSpPr>
        <p:spPr>
          <a:xfrm xmlns:a="http://schemas.openxmlformats.org/drawingml/2006/main">
            <a:off x="6172200" y="354330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0000EE"/>
                </a:solidFill>
              </a:defRPr>
            </a:pPr>
            <a:r>
              <a:rPr sz="1125" b="0" i="0">
                <a:solidFill>
                  <a:srgbClr val="0000EE"/>
                </a:solidFill>
              </a:rPr>
              <a:t>Explore Groups     Interactive Map     Statistics     Comparison</a:t>
            </a:r>
          </a:p>
        </p:txBody>
      </p:sp>
      <p:sp>
        <p:nvSpPr>
          <p:cNvPr id="36" name="">
            <a:extLst xmlns:a="http://schemas.openxmlformats.org/drawingml/2006/main">
              <a:ext uri="{FF2B5EF4-FFF2-40B4-BE49-F238E27FC236}">
                <a16:creationId xmlns:a16="http://schemas.microsoft.com/office/drawing/2014/main" id="{F93AF07C-7246-4C52-8BF1-77237F3C118D}"/>
              </a:ext>
            </a:extLst>
          </p:cNvPr>
          <p:cNvSpPr>
            <a:spLocks xmlns:a="http://schemas.openxmlformats.org/drawingml/2006/main" noGrp="1"/>
          </p:cNvSpPr>
          <p:nvPr/>
        </p:nvSpPr>
        <p:spPr>
          <a:xfrm xmlns:a="http://schemas.openxmlformats.org/drawingml/2006/main">
            <a:off x="6172200" y="4057650"/>
            <a:ext cx="2857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999999"/>
            </a:solidFill>
            <a:prstDash val="solid"/>
          </a:ln>
        </p:spPr>
      </p:sp>
      <p:sp>
        <p:nvSpPr>
          <p:cNvPr id="37" name="">
            <a:extLst xmlns:a="http://schemas.openxmlformats.org/drawingml/2006/main">
              <a:ext uri="{FF2B5EF4-FFF2-40B4-BE49-F238E27FC236}">
                <a16:creationId xmlns:a16="http://schemas.microsoft.com/office/drawing/2014/main" id="{68460C35-1FFC-4AEB-A5FD-517B85E2681B}"/>
              </a:ext>
            </a:extLst>
          </p:cNvPr>
          <p:cNvSpPr>
            <a:spLocks xmlns:a="http://schemas.openxmlformats.org/drawingml/2006/main" noGrp="1"/>
          </p:cNvSpPr>
          <p:nvPr/>
        </p:nvSpPr>
        <p:spPr>
          <a:xfrm xmlns:a="http://schemas.openxmlformats.org/drawingml/2006/main">
            <a:off x="6324600" y="458152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333333"/>
                </a:solidFill>
              </a:defRPr>
            </a:pPr>
            <a:r>
              <a:rPr sz="1125" b="0" i="0">
                <a:solidFill>
                  <a:srgbClr val="333333"/>
                </a:solidFill>
              </a:rPr>
              <a:t>World map image + continent buttons</a:t>
            </a:r>
          </a:p>
        </p:txBody>
      </p:sp>
      <p:sp>
        <p:nvSpPr>
          <p:cNvPr id="38" name="">
            <a:extLst xmlns:a="http://schemas.openxmlformats.org/drawingml/2006/main">
              <a:ext uri="{FF2B5EF4-FFF2-40B4-BE49-F238E27FC236}">
                <a16:creationId xmlns:a16="http://schemas.microsoft.com/office/drawing/2014/main" id="{579DC8D4-647E-4DA5-A17D-F17ABEF2149D}"/>
              </a:ext>
            </a:extLst>
          </p:cNvPr>
          <p:cNvSpPr>
            <a:spLocks xmlns:a="http://schemas.openxmlformats.org/drawingml/2006/main" noGrp="1"/>
          </p:cNvSpPr>
          <p:nvPr/>
        </p:nvSpPr>
        <p:spPr>
          <a:xfrm xmlns:a="http://schemas.openxmlformats.org/drawingml/2006/main">
            <a:off x="9182100" y="4057650"/>
            <a:ext cx="2095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999999"/>
            </a:solidFill>
            <a:prstDash val="solid"/>
          </a:ln>
        </p:spPr>
      </p:sp>
      <p:sp>
        <p:nvSpPr>
          <p:cNvPr id="39" name="">
            <a:extLst xmlns:a="http://schemas.openxmlformats.org/drawingml/2006/main">
              <a:ext uri="{FF2B5EF4-FFF2-40B4-BE49-F238E27FC236}">
                <a16:creationId xmlns:a16="http://schemas.microsoft.com/office/drawing/2014/main" id="{CB56C17A-3F9A-4A7E-9126-66D567A58A7F}"/>
              </a:ext>
            </a:extLst>
          </p:cNvPr>
          <p:cNvSpPr>
            <a:spLocks xmlns:a="http://schemas.openxmlformats.org/drawingml/2006/main" noGrp="1"/>
          </p:cNvSpPr>
          <p:nvPr/>
        </p:nvSpPr>
        <p:spPr>
          <a:xfrm xmlns:a="http://schemas.openxmlformats.org/drawingml/2006/main">
            <a:off x="9382125" y="458152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333333"/>
                </a:solidFill>
              </a:defRPr>
            </a:pPr>
            <a:r>
              <a:rPr sz="1125" b="0" i="0">
                <a:solidFill>
                  <a:srgbClr val="333333"/>
                </a:solidFill>
              </a:rPr>
              <a:t>Latest groups table</a:t>
            </a:r>
          </a:p>
        </p:txBody>
      </p:sp>
      <p:sp>
        <p:nvSpPr>
          <p:cNvPr id="40" name="">
            <a:extLst xmlns:a="http://schemas.openxmlformats.org/drawingml/2006/main">
              <a:ext uri="{FF2B5EF4-FFF2-40B4-BE49-F238E27FC236}">
                <a16:creationId xmlns:a16="http://schemas.microsoft.com/office/drawing/2014/main" id="{93E1F784-8D9F-4345-8A40-B6129C992C80}"/>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1042201288"/>
      </p:ext>
    </p:extLst>
  </p:cSld>
</p:sld>
</file>

<file path=ppt/slides/slide1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2" name="top-accent">
            <a:extLst xmlns:a="http://schemas.openxmlformats.org/drawingml/2006/main">
              <a:ext uri="{FF2B5EF4-FFF2-40B4-BE49-F238E27FC236}">
                <a16:creationId xmlns:a16="http://schemas.microsoft.com/office/drawing/2014/main" id="{5758F35E-1056-4055-9B20-9AC66902D88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A505F786-57D3-4978-9A68-1FE23AB2BB59}"/>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1 · HTML</a:t>
            </a:r>
          </a:p>
        </p:txBody>
      </p:sp>
      <p:sp>
        <p:nvSpPr>
          <p:cNvPr id="3" name="slide-number">
            <a:extLst xmlns:a="http://schemas.openxmlformats.org/drawingml/2006/main">
              <a:ext uri="{FF2B5EF4-FFF2-40B4-BE49-F238E27FC236}">
                <a16:creationId xmlns:a16="http://schemas.microsoft.com/office/drawing/2014/main" id="{FD64522D-915A-46FF-81E7-CCAAEA92E746}"/>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10</a:t>
            </a:r>
          </a:p>
        </p:txBody>
      </p:sp>
      <p:sp>
        <p:nvSpPr>
          <p:cNvPr id="4" name="slide-title">
            <a:extLst xmlns:a="http://schemas.openxmlformats.org/drawingml/2006/main">
              <a:ext uri="{FF2B5EF4-FFF2-40B4-BE49-F238E27FC236}">
                <a16:creationId xmlns:a16="http://schemas.microsoft.com/office/drawing/2014/main" id="{52E62D6A-BF7D-45F0-A6C6-488C95E9F7D4}"/>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HTML complete: the application has a full information architecture</a:t>
            </a:r>
          </a:p>
        </p:txBody>
      </p:sp>
      <p:sp>
        <p:nvSpPr>
          <p:cNvPr id="5" name="slide-subtitle">
            <a:extLst xmlns:a="http://schemas.openxmlformats.org/drawingml/2006/main">
              <a:ext uri="{FF2B5EF4-FFF2-40B4-BE49-F238E27FC236}">
                <a16:creationId xmlns:a16="http://schemas.microsoft.com/office/drawing/2014/main" id="{6F1391A4-5B93-41CB-AE47-D5A0E58CD6EB}"/>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Six pages reuse the same header, footer, language hooks, and data-oriented component patterns.</a:t>
            </a:r>
          </a:p>
        </p:txBody>
      </p:sp>
      <p:sp>
        <p:nvSpPr>
          <p:cNvPr id="6" name="page-card-1">
            <a:extLst xmlns:a="http://schemas.openxmlformats.org/drawingml/2006/main">
              <a:ext uri="{FF2B5EF4-FFF2-40B4-BE49-F238E27FC236}">
                <a16:creationId xmlns:a16="http://schemas.microsoft.com/office/drawing/2014/main" id="{7CB4D135-839F-4C03-A469-FE513C34E896}"/>
              </a:ext>
            </a:extLst>
          </p:cNvPr>
          <p:cNvSpPr>
            <a:spLocks xmlns:a="http://schemas.openxmlformats.org/drawingml/2006/main" noGrp="1"/>
          </p:cNvSpPr>
          <p:nvPr/>
        </p:nvSpPr>
        <p:spPr>
          <a:xfrm xmlns:a="http://schemas.openxmlformats.org/drawingml/2006/main">
            <a:off x="704850" y="2047875"/>
            <a:ext cx="33337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E5E1D8"/>
            </a:solidFill>
            <a:prstDash val="solid"/>
          </a:ln>
        </p:spPr>
      </p:sp>
      <p:sp>
        <p:nvSpPr>
          <p:cNvPr id="7" name="">
            <a:extLst xmlns:a="http://schemas.openxmlformats.org/drawingml/2006/main">
              <a:ext uri="{FF2B5EF4-FFF2-40B4-BE49-F238E27FC236}">
                <a16:creationId xmlns:a16="http://schemas.microsoft.com/office/drawing/2014/main" id="{1AE518FA-58AD-4D5C-A907-25DD7A86A269}"/>
              </a:ext>
            </a:extLst>
          </p:cNvPr>
          <p:cNvSpPr>
            <a:spLocks xmlns:a="http://schemas.openxmlformats.org/drawingml/2006/main" noGrp="1"/>
          </p:cNvSpPr>
          <p:nvPr/>
        </p:nvSpPr>
        <p:spPr>
          <a:xfrm xmlns:a="http://schemas.openxmlformats.org/drawingml/2006/main">
            <a:off x="914400" y="223837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C8A96A"/>
                </a:solidFill>
              </a:defRPr>
            </a:pPr>
            <a:r>
              <a:rPr sz="1350" b="1" i="0">
                <a:solidFill>
                  <a:srgbClr val="C8A96A"/>
                </a:solidFill>
              </a:rPr>
              <a:t>01</a:t>
            </a:r>
          </a:p>
        </p:txBody>
      </p:sp>
      <p:sp>
        <p:nvSpPr>
          <p:cNvPr id="8" name="">
            <a:extLst xmlns:a="http://schemas.openxmlformats.org/drawingml/2006/main">
              <a:ext uri="{FF2B5EF4-FFF2-40B4-BE49-F238E27FC236}">
                <a16:creationId xmlns:a16="http://schemas.microsoft.com/office/drawing/2014/main" id="{783E9B5F-41A0-440A-A791-703E63C67F82}"/>
              </a:ext>
            </a:extLst>
          </p:cNvPr>
          <p:cNvSpPr>
            <a:spLocks xmlns:a="http://schemas.openxmlformats.org/drawingml/2006/main" noGrp="1"/>
          </p:cNvSpPr>
          <p:nvPr/>
        </p:nvSpPr>
        <p:spPr>
          <a:xfrm xmlns:a="http://schemas.openxmlformats.org/drawingml/2006/main">
            <a:off x="1447800" y="221932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i="0">
                <a:solidFill>
                  <a:srgbClr val="071B12"/>
                </a:solidFill>
              </a:defRPr>
            </a:pPr>
            <a:r>
              <a:rPr sz="1650" b="1" i="0">
                <a:solidFill>
                  <a:srgbClr val="071B12"/>
                </a:solidFill>
              </a:rPr>
              <a:t>Home</a:t>
            </a:r>
          </a:p>
        </p:txBody>
      </p:sp>
      <p:sp>
        <p:nvSpPr>
          <p:cNvPr id="9" name="">
            <a:extLst xmlns:a="http://schemas.openxmlformats.org/drawingml/2006/main">
              <a:ext uri="{FF2B5EF4-FFF2-40B4-BE49-F238E27FC236}">
                <a16:creationId xmlns:a16="http://schemas.microsoft.com/office/drawing/2014/main" id="{562B01D0-B426-4BAD-B79E-F229766218FA}"/>
              </a:ext>
            </a:extLst>
          </p:cNvPr>
          <p:cNvSpPr>
            <a:spLocks xmlns:a="http://schemas.openxmlformats.org/drawingml/2006/main" noGrp="1"/>
          </p:cNvSpPr>
          <p:nvPr/>
        </p:nvSpPr>
        <p:spPr>
          <a:xfrm xmlns:a="http://schemas.openxmlformats.org/drawingml/2006/main">
            <a:off x="1447800" y="2657475"/>
            <a:ext cx="2266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69746D"/>
                </a:solidFill>
              </a:defRPr>
            </a:pPr>
            <a:r>
              <a:rPr sz="1125" b="0" i="0">
                <a:solidFill>
                  <a:srgbClr val="69746D"/>
                </a:solidFill>
              </a:rPr>
              <a:t>Summary · tools · map · latest records</a:t>
            </a:r>
          </a:p>
        </p:txBody>
      </p:sp>
      <p:sp>
        <p:nvSpPr>
          <p:cNvPr id="10" name="page-card-2">
            <a:extLst xmlns:a="http://schemas.openxmlformats.org/drawingml/2006/main">
              <a:ext uri="{FF2B5EF4-FFF2-40B4-BE49-F238E27FC236}">
                <a16:creationId xmlns:a16="http://schemas.microsoft.com/office/drawing/2014/main" id="{9C52337D-E021-4FEA-B175-330E7A49DC4C}"/>
              </a:ext>
            </a:extLst>
          </p:cNvPr>
          <p:cNvSpPr>
            <a:spLocks xmlns:a="http://schemas.openxmlformats.org/drawingml/2006/main" noGrp="1"/>
          </p:cNvSpPr>
          <p:nvPr/>
        </p:nvSpPr>
        <p:spPr>
          <a:xfrm xmlns:a="http://schemas.openxmlformats.org/drawingml/2006/main">
            <a:off x="4381500" y="2047875"/>
            <a:ext cx="33337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E5E1D8"/>
            </a:solidFill>
            <a:prstDash val="solid"/>
          </a:ln>
        </p:spPr>
      </p:sp>
      <p:sp>
        <p:nvSpPr>
          <p:cNvPr id="11" name="">
            <a:extLst xmlns:a="http://schemas.openxmlformats.org/drawingml/2006/main">
              <a:ext uri="{FF2B5EF4-FFF2-40B4-BE49-F238E27FC236}">
                <a16:creationId xmlns:a16="http://schemas.microsoft.com/office/drawing/2014/main" id="{EF9E586F-0B75-446D-900B-5AA670013079}"/>
              </a:ext>
            </a:extLst>
          </p:cNvPr>
          <p:cNvSpPr>
            <a:spLocks xmlns:a="http://schemas.openxmlformats.org/drawingml/2006/main" noGrp="1"/>
          </p:cNvSpPr>
          <p:nvPr/>
        </p:nvSpPr>
        <p:spPr>
          <a:xfrm xmlns:a="http://schemas.openxmlformats.org/drawingml/2006/main">
            <a:off x="4591050" y="223837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C8A96A"/>
                </a:solidFill>
              </a:defRPr>
            </a:pPr>
            <a:r>
              <a:rPr sz="1350" b="1" i="0">
                <a:solidFill>
                  <a:srgbClr val="C8A96A"/>
                </a:solidFill>
              </a:rPr>
              <a:t>02</a:t>
            </a:r>
          </a:p>
        </p:txBody>
      </p:sp>
      <p:sp>
        <p:nvSpPr>
          <p:cNvPr id="12" name="">
            <a:extLst xmlns:a="http://schemas.openxmlformats.org/drawingml/2006/main">
              <a:ext uri="{FF2B5EF4-FFF2-40B4-BE49-F238E27FC236}">
                <a16:creationId xmlns:a16="http://schemas.microsoft.com/office/drawing/2014/main" id="{0757E76A-7031-41C2-9BB5-0A5727DDE337}"/>
              </a:ext>
            </a:extLst>
          </p:cNvPr>
          <p:cNvSpPr>
            <a:spLocks xmlns:a="http://schemas.openxmlformats.org/drawingml/2006/main" noGrp="1"/>
          </p:cNvSpPr>
          <p:nvPr/>
        </p:nvSpPr>
        <p:spPr>
          <a:xfrm xmlns:a="http://schemas.openxmlformats.org/drawingml/2006/main">
            <a:off x="5124450" y="221932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i="0">
                <a:solidFill>
                  <a:srgbClr val="071B12"/>
                </a:solidFill>
              </a:defRPr>
            </a:pPr>
            <a:r>
              <a:rPr sz="1650" b="1" i="0">
                <a:solidFill>
                  <a:srgbClr val="071B12"/>
                </a:solidFill>
              </a:rPr>
              <a:t>Groups Explorer</a:t>
            </a:r>
          </a:p>
        </p:txBody>
      </p:sp>
      <p:sp>
        <p:nvSpPr>
          <p:cNvPr id="13" name="">
            <a:extLst xmlns:a="http://schemas.openxmlformats.org/drawingml/2006/main">
              <a:ext uri="{FF2B5EF4-FFF2-40B4-BE49-F238E27FC236}">
                <a16:creationId xmlns:a16="http://schemas.microsoft.com/office/drawing/2014/main" id="{74AC0F39-6DE6-418F-A3C3-560E3E5E05CF}"/>
              </a:ext>
            </a:extLst>
          </p:cNvPr>
          <p:cNvSpPr>
            <a:spLocks xmlns:a="http://schemas.openxmlformats.org/drawingml/2006/main" noGrp="1"/>
          </p:cNvSpPr>
          <p:nvPr/>
        </p:nvSpPr>
        <p:spPr>
          <a:xfrm xmlns:a="http://schemas.openxmlformats.org/drawingml/2006/main">
            <a:off x="5124450" y="2657475"/>
            <a:ext cx="2266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69746D"/>
                </a:solidFill>
              </a:defRPr>
            </a:pPr>
            <a:r>
              <a:rPr sz="1125" b="0" i="0">
                <a:solidFill>
                  <a:srgbClr val="69746D"/>
                </a:solidFill>
              </a:rPr>
              <a:t>Search · filters · table · detail dialog</a:t>
            </a:r>
          </a:p>
        </p:txBody>
      </p:sp>
      <p:sp>
        <p:nvSpPr>
          <p:cNvPr id="14" name="page-card-3">
            <a:extLst xmlns:a="http://schemas.openxmlformats.org/drawingml/2006/main">
              <a:ext uri="{FF2B5EF4-FFF2-40B4-BE49-F238E27FC236}">
                <a16:creationId xmlns:a16="http://schemas.microsoft.com/office/drawing/2014/main" id="{ED373E39-1981-45CA-AB58-96A2C19FE9F5}"/>
              </a:ext>
            </a:extLst>
          </p:cNvPr>
          <p:cNvSpPr>
            <a:spLocks xmlns:a="http://schemas.openxmlformats.org/drawingml/2006/main" noGrp="1"/>
          </p:cNvSpPr>
          <p:nvPr/>
        </p:nvSpPr>
        <p:spPr>
          <a:xfrm xmlns:a="http://schemas.openxmlformats.org/drawingml/2006/main">
            <a:off x="8058150" y="2047875"/>
            <a:ext cx="33337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E5E1D8"/>
            </a:solidFill>
            <a:prstDash val="solid"/>
          </a:ln>
        </p:spPr>
      </p:sp>
      <p:sp>
        <p:nvSpPr>
          <p:cNvPr id="15" name="">
            <a:extLst xmlns:a="http://schemas.openxmlformats.org/drawingml/2006/main">
              <a:ext uri="{FF2B5EF4-FFF2-40B4-BE49-F238E27FC236}">
                <a16:creationId xmlns:a16="http://schemas.microsoft.com/office/drawing/2014/main" id="{464478AE-02D1-4C3A-984A-73308CFB3F6F}"/>
              </a:ext>
            </a:extLst>
          </p:cNvPr>
          <p:cNvSpPr>
            <a:spLocks xmlns:a="http://schemas.openxmlformats.org/drawingml/2006/main" noGrp="1"/>
          </p:cNvSpPr>
          <p:nvPr/>
        </p:nvSpPr>
        <p:spPr>
          <a:xfrm xmlns:a="http://schemas.openxmlformats.org/drawingml/2006/main">
            <a:off x="8267700" y="223837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C8A96A"/>
                </a:solidFill>
              </a:defRPr>
            </a:pPr>
            <a:r>
              <a:rPr sz="1350" b="1" i="0">
                <a:solidFill>
                  <a:srgbClr val="C8A96A"/>
                </a:solidFill>
              </a:rPr>
              <a:t>03</a:t>
            </a:r>
          </a:p>
        </p:txBody>
      </p:sp>
      <p:sp>
        <p:nvSpPr>
          <p:cNvPr id="16" name="">
            <a:extLst xmlns:a="http://schemas.openxmlformats.org/drawingml/2006/main">
              <a:ext uri="{FF2B5EF4-FFF2-40B4-BE49-F238E27FC236}">
                <a16:creationId xmlns:a16="http://schemas.microsoft.com/office/drawing/2014/main" id="{F0AA56F1-057B-467E-80CC-F764C6AFAF81}"/>
              </a:ext>
            </a:extLst>
          </p:cNvPr>
          <p:cNvSpPr>
            <a:spLocks xmlns:a="http://schemas.openxmlformats.org/drawingml/2006/main" noGrp="1"/>
          </p:cNvSpPr>
          <p:nvPr/>
        </p:nvSpPr>
        <p:spPr>
          <a:xfrm xmlns:a="http://schemas.openxmlformats.org/drawingml/2006/main">
            <a:off x="8801100" y="221932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i="0">
                <a:solidFill>
                  <a:srgbClr val="071B12"/>
                </a:solidFill>
              </a:defRPr>
            </a:pPr>
            <a:r>
              <a:rPr sz="1650" b="1" i="0">
                <a:solidFill>
                  <a:srgbClr val="071B12"/>
                </a:solidFill>
              </a:rPr>
              <a:t>Statistics</a:t>
            </a:r>
          </a:p>
        </p:txBody>
      </p:sp>
      <p:sp>
        <p:nvSpPr>
          <p:cNvPr id="17" name="">
            <a:extLst xmlns:a="http://schemas.openxmlformats.org/drawingml/2006/main">
              <a:ext uri="{FF2B5EF4-FFF2-40B4-BE49-F238E27FC236}">
                <a16:creationId xmlns:a16="http://schemas.microsoft.com/office/drawing/2014/main" id="{734A5D01-099F-438F-BDF2-8C5E3C1C793E}"/>
              </a:ext>
            </a:extLst>
          </p:cNvPr>
          <p:cNvSpPr>
            <a:spLocks xmlns:a="http://schemas.openxmlformats.org/drawingml/2006/main" noGrp="1"/>
          </p:cNvSpPr>
          <p:nvPr/>
        </p:nvSpPr>
        <p:spPr>
          <a:xfrm xmlns:a="http://schemas.openxmlformats.org/drawingml/2006/main">
            <a:off x="8801100" y="2657475"/>
            <a:ext cx="2266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69746D"/>
                </a:solidFill>
              </a:defRPr>
            </a:pPr>
            <a:r>
              <a:rPr sz="1125" b="0" i="0">
                <a:solidFill>
                  <a:srgbClr val="69746D"/>
                </a:solidFill>
              </a:rPr>
              <a:t>Metrics · Chart.js visualisations</a:t>
            </a:r>
          </a:p>
        </p:txBody>
      </p:sp>
      <p:sp>
        <p:nvSpPr>
          <p:cNvPr id="18" name="page-card-4">
            <a:extLst xmlns:a="http://schemas.openxmlformats.org/drawingml/2006/main">
              <a:ext uri="{FF2B5EF4-FFF2-40B4-BE49-F238E27FC236}">
                <a16:creationId xmlns:a16="http://schemas.microsoft.com/office/drawing/2014/main" id="{2009FA79-64C2-4137-B279-6799CA80D78F}"/>
              </a:ext>
            </a:extLst>
          </p:cNvPr>
          <p:cNvSpPr>
            <a:spLocks xmlns:a="http://schemas.openxmlformats.org/drawingml/2006/main" noGrp="1"/>
          </p:cNvSpPr>
          <p:nvPr/>
        </p:nvSpPr>
        <p:spPr>
          <a:xfrm xmlns:a="http://schemas.openxmlformats.org/drawingml/2006/main">
            <a:off x="704850" y="3667125"/>
            <a:ext cx="33337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E5E1D8"/>
            </a:solidFill>
            <a:prstDash val="solid"/>
          </a:ln>
        </p:spPr>
      </p:sp>
      <p:sp>
        <p:nvSpPr>
          <p:cNvPr id="19" name="">
            <a:extLst xmlns:a="http://schemas.openxmlformats.org/drawingml/2006/main">
              <a:ext uri="{FF2B5EF4-FFF2-40B4-BE49-F238E27FC236}">
                <a16:creationId xmlns:a16="http://schemas.microsoft.com/office/drawing/2014/main" id="{201F93C2-33ED-4B77-96DB-4D5F105C83BB}"/>
              </a:ext>
            </a:extLst>
          </p:cNvPr>
          <p:cNvSpPr>
            <a:spLocks xmlns:a="http://schemas.openxmlformats.org/drawingml/2006/main" noGrp="1"/>
          </p:cNvSpPr>
          <p:nvPr/>
        </p:nvSpPr>
        <p:spPr>
          <a:xfrm xmlns:a="http://schemas.openxmlformats.org/drawingml/2006/main">
            <a:off x="914400" y="38576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C8A96A"/>
                </a:solidFill>
              </a:defRPr>
            </a:pPr>
            <a:r>
              <a:rPr sz="1350" b="1" i="0">
                <a:solidFill>
                  <a:srgbClr val="C8A96A"/>
                </a:solidFill>
              </a:rPr>
              <a:t>04</a:t>
            </a:r>
          </a:p>
        </p:txBody>
      </p:sp>
      <p:sp>
        <p:nvSpPr>
          <p:cNvPr id="20" name="">
            <a:extLst xmlns:a="http://schemas.openxmlformats.org/drawingml/2006/main">
              <a:ext uri="{FF2B5EF4-FFF2-40B4-BE49-F238E27FC236}">
                <a16:creationId xmlns:a16="http://schemas.microsoft.com/office/drawing/2014/main" id="{BF60B716-FBCF-442A-ADA5-14A087979BE7}"/>
              </a:ext>
            </a:extLst>
          </p:cNvPr>
          <p:cNvSpPr>
            <a:spLocks xmlns:a="http://schemas.openxmlformats.org/drawingml/2006/main" noGrp="1"/>
          </p:cNvSpPr>
          <p:nvPr/>
        </p:nvSpPr>
        <p:spPr>
          <a:xfrm xmlns:a="http://schemas.openxmlformats.org/drawingml/2006/main">
            <a:off x="1447800" y="383857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i="0">
                <a:solidFill>
                  <a:srgbClr val="071B12"/>
                </a:solidFill>
              </a:defRPr>
            </a:pPr>
            <a:r>
              <a:rPr sz="1650" b="1" i="0">
                <a:solidFill>
                  <a:srgbClr val="071B12"/>
                </a:solidFill>
              </a:rPr>
              <a:t>Comparison</a:t>
            </a:r>
          </a:p>
        </p:txBody>
      </p:sp>
      <p:sp>
        <p:nvSpPr>
          <p:cNvPr id="21" name="">
            <a:extLst xmlns:a="http://schemas.openxmlformats.org/drawingml/2006/main">
              <a:ext uri="{FF2B5EF4-FFF2-40B4-BE49-F238E27FC236}">
                <a16:creationId xmlns:a16="http://schemas.microsoft.com/office/drawing/2014/main" id="{7ECE2DDC-6F8C-45AE-8A55-E2D3A7C7915A}"/>
              </a:ext>
            </a:extLst>
          </p:cNvPr>
          <p:cNvSpPr>
            <a:spLocks xmlns:a="http://schemas.openxmlformats.org/drawingml/2006/main" noGrp="1"/>
          </p:cNvSpPr>
          <p:nvPr/>
        </p:nvSpPr>
        <p:spPr>
          <a:xfrm xmlns:a="http://schemas.openxmlformats.org/drawingml/2006/main">
            <a:off x="1447800" y="4276725"/>
            <a:ext cx="2266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69746D"/>
                </a:solidFill>
              </a:defRPr>
            </a:pPr>
            <a:r>
              <a:rPr sz="1125" b="0" i="0">
                <a:solidFill>
                  <a:srgbClr val="69746D"/>
                </a:solidFill>
              </a:rPr>
              <a:t>Selectors · profiles · field comparison</a:t>
            </a:r>
          </a:p>
        </p:txBody>
      </p:sp>
      <p:sp>
        <p:nvSpPr>
          <p:cNvPr id="22" name="page-card-5">
            <a:extLst xmlns:a="http://schemas.openxmlformats.org/drawingml/2006/main">
              <a:ext uri="{FF2B5EF4-FFF2-40B4-BE49-F238E27FC236}">
                <a16:creationId xmlns:a16="http://schemas.microsoft.com/office/drawing/2014/main" id="{B2B594F0-677C-4DFC-AB5C-F835B3AFE288}"/>
              </a:ext>
            </a:extLst>
          </p:cNvPr>
          <p:cNvSpPr>
            <a:spLocks xmlns:a="http://schemas.openxmlformats.org/drawingml/2006/main" noGrp="1"/>
          </p:cNvSpPr>
          <p:nvPr/>
        </p:nvSpPr>
        <p:spPr>
          <a:xfrm xmlns:a="http://schemas.openxmlformats.org/drawingml/2006/main">
            <a:off x="4381500" y="3667125"/>
            <a:ext cx="33337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E5E1D8"/>
            </a:solidFill>
            <a:prstDash val="solid"/>
          </a:ln>
        </p:spPr>
      </p:sp>
      <p:sp>
        <p:nvSpPr>
          <p:cNvPr id="23" name="">
            <a:extLst xmlns:a="http://schemas.openxmlformats.org/drawingml/2006/main">
              <a:ext uri="{FF2B5EF4-FFF2-40B4-BE49-F238E27FC236}">
                <a16:creationId xmlns:a16="http://schemas.microsoft.com/office/drawing/2014/main" id="{8BE60F2F-2E08-4FF4-BF0D-2D398C9658A3}"/>
              </a:ext>
            </a:extLst>
          </p:cNvPr>
          <p:cNvSpPr>
            <a:spLocks xmlns:a="http://schemas.openxmlformats.org/drawingml/2006/main" noGrp="1"/>
          </p:cNvSpPr>
          <p:nvPr/>
        </p:nvSpPr>
        <p:spPr>
          <a:xfrm xmlns:a="http://schemas.openxmlformats.org/drawingml/2006/main">
            <a:off x="4591050" y="38576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C8A96A"/>
                </a:solidFill>
              </a:defRPr>
            </a:pPr>
            <a:r>
              <a:rPr sz="1350" b="1" i="0">
                <a:solidFill>
                  <a:srgbClr val="C8A96A"/>
                </a:solidFill>
              </a:rPr>
              <a:t>05</a:t>
            </a:r>
          </a:p>
        </p:txBody>
      </p:sp>
      <p:sp>
        <p:nvSpPr>
          <p:cNvPr id="24" name="">
            <a:extLst xmlns:a="http://schemas.openxmlformats.org/drawingml/2006/main">
              <a:ext uri="{FF2B5EF4-FFF2-40B4-BE49-F238E27FC236}">
                <a16:creationId xmlns:a16="http://schemas.microsoft.com/office/drawing/2014/main" id="{077295A4-11F9-4E71-8BC0-DD4603D30E5B}"/>
              </a:ext>
            </a:extLst>
          </p:cNvPr>
          <p:cNvSpPr>
            <a:spLocks xmlns:a="http://schemas.openxmlformats.org/drawingml/2006/main" noGrp="1"/>
          </p:cNvSpPr>
          <p:nvPr/>
        </p:nvSpPr>
        <p:spPr>
          <a:xfrm xmlns:a="http://schemas.openxmlformats.org/drawingml/2006/main">
            <a:off x="5124450" y="383857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i="0">
                <a:solidFill>
                  <a:srgbClr val="071B12"/>
                </a:solidFill>
              </a:defRPr>
            </a:pPr>
            <a:r>
              <a:rPr sz="1650" b="1" i="0">
                <a:solidFill>
                  <a:srgbClr val="071B12"/>
                </a:solidFill>
              </a:rPr>
              <a:t>About</a:t>
            </a:r>
          </a:p>
        </p:txBody>
      </p:sp>
      <p:sp>
        <p:nvSpPr>
          <p:cNvPr id="25" name="">
            <a:extLst xmlns:a="http://schemas.openxmlformats.org/drawingml/2006/main">
              <a:ext uri="{FF2B5EF4-FFF2-40B4-BE49-F238E27FC236}">
                <a16:creationId xmlns:a16="http://schemas.microsoft.com/office/drawing/2014/main" id="{9C15F307-A5BE-4CC8-9853-5138D956AE87}"/>
              </a:ext>
            </a:extLst>
          </p:cNvPr>
          <p:cNvSpPr>
            <a:spLocks xmlns:a="http://schemas.openxmlformats.org/drawingml/2006/main" noGrp="1"/>
          </p:cNvSpPr>
          <p:nvPr/>
        </p:nvSpPr>
        <p:spPr>
          <a:xfrm xmlns:a="http://schemas.openxmlformats.org/drawingml/2006/main">
            <a:off x="5124450" y="4276725"/>
            <a:ext cx="2266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69746D"/>
                </a:solidFill>
              </a:defRPr>
            </a:pPr>
            <a:r>
              <a:rPr sz="1125" b="0" i="0">
                <a:solidFill>
                  <a:srgbClr val="69746D"/>
                </a:solidFill>
              </a:rPr>
              <a:t>Purpose · methodology · data dictionary</a:t>
            </a:r>
          </a:p>
        </p:txBody>
      </p:sp>
      <p:sp>
        <p:nvSpPr>
          <p:cNvPr id="26" name="page-card-6">
            <a:extLst xmlns:a="http://schemas.openxmlformats.org/drawingml/2006/main">
              <a:ext uri="{FF2B5EF4-FFF2-40B4-BE49-F238E27FC236}">
                <a16:creationId xmlns:a16="http://schemas.microsoft.com/office/drawing/2014/main" id="{076A91B8-E12C-4E5B-AA24-B109FBDBD0D4}"/>
              </a:ext>
            </a:extLst>
          </p:cNvPr>
          <p:cNvSpPr>
            <a:spLocks xmlns:a="http://schemas.openxmlformats.org/drawingml/2006/main" noGrp="1"/>
          </p:cNvSpPr>
          <p:nvPr/>
        </p:nvSpPr>
        <p:spPr>
          <a:xfrm xmlns:a="http://schemas.openxmlformats.org/drawingml/2006/main">
            <a:off x="8058150" y="3667125"/>
            <a:ext cx="3333750" cy="1295400"/>
          </a:xfrm>
          <a:prstGeom xmlns:a="http://schemas.openxmlformats.org/drawingml/2006/main" prst="roundRect">
            <a:avLst>
              <a:gd name="adj" fmla="val 5882"/>
            </a:avLst>
          </a:prstGeom>
          <a:solidFill xmlns:a="http://schemas.openxmlformats.org/drawingml/2006/main">
            <a:srgbClr val="FFFEFA"/>
          </a:solidFill>
          <a:ln xmlns:a="http://schemas.openxmlformats.org/drawingml/2006/main" w="9525">
            <a:solidFill>
              <a:srgbClr val="E5E1D8"/>
            </a:solidFill>
            <a:prstDash val="solid"/>
          </a:ln>
        </p:spPr>
      </p:sp>
      <p:sp>
        <p:nvSpPr>
          <p:cNvPr id="27" name="">
            <a:extLst xmlns:a="http://schemas.openxmlformats.org/drawingml/2006/main">
              <a:ext uri="{FF2B5EF4-FFF2-40B4-BE49-F238E27FC236}">
                <a16:creationId xmlns:a16="http://schemas.microsoft.com/office/drawing/2014/main" id="{5DF00441-F7A3-4905-A741-302C713CB2E4}"/>
              </a:ext>
            </a:extLst>
          </p:cNvPr>
          <p:cNvSpPr>
            <a:spLocks xmlns:a="http://schemas.openxmlformats.org/drawingml/2006/main" noGrp="1"/>
          </p:cNvSpPr>
          <p:nvPr/>
        </p:nvSpPr>
        <p:spPr>
          <a:xfrm xmlns:a="http://schemas.openxmlformats.org/drawingml/2006/main">
            <a:off x="8267700" y="38576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C8A96A"/>
                </a:solidFill>
              </a:defRPr>
            </a:pPr>
            <a:r>
              <a:rPr sz="1350" b="1" i="0">
                <a:solidFill>
                  <a:srgbClr val="C8A96A"/>
                </a:solidFill>
              </a:rPr>
              <a:t>06</a:t>
            </a:r>
          </a:p>
        </p:txBody>
      </p:sp>
      <p:sp>
        <p:nvSpPr>
          <p:cNvPr id="28" name="">
            <a:extLst xmlns:a="http://schemas.openxmlformats.org/drawingml/2006/main">
              <a:ext uri="{FF2B5EF4-FFF2-40B4-BE49-F238E27FC236}">
                <a16:creationId xmlns:a16="http://schemas.microsoft.com/office/drawing/2014/main" id="{33588D99-1017-4319-A965-13F2CD9C4BD5}"/>
              </a:ext>
            </a:extLst>
          </p:cNvPr>
          <p:cNvSpPr>
            <a:spLocks xmlns:a="http://schemas.openxmlformats.org/drawingml/2006/main" noGrp="1"/>
          </p:cNvSpPr>
          <p:nvPr/>
        </p:nvSpPr>
        <p:spPr>
          <a:xfrm xmlns:a="http://schemas.openxmlformats.org/drawingml/2006/main">
            <a:off x="8801100" y="383857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i="0">
                <a:solidFill>
                  <a:srgbClr val="071B12"/>
                </a:solidFill>
              </a:defRPr>
            </a:pPr>
            <a:r>
              <a:rPr sz="1650" b="1" i="0">
                <a:solidFill>
                  <a:srgbClr val="071B12"/>
                </a:solidFill>
              </a:rPr>
              <a:t>Contact</a:t>
            </a:r>
          </a:p>
        </p:txBody>
      </p:sp>
      <p:sp>
        <p:nvSpPr>
          <p:cNvPr id="29" name="">
            <a:extLst xmlns:a="http://schemas.openxmlformats.org/drawingml/2006/main">
              <a:ext uri="{FF2B5EF4-FFF2-40B4-BE49-F238E27FC236}">
                <a16:creationId xmlns:a16="http://schemas.microsoft.com/office/drawing/2014/main" id="{333DE566-8127-46FF-BC93-A4A616D829B9}"/>
              </a:ext>
            </a:extLst>
          </p:cNvPr>
          <p:cNvSpPr>
            <a:spLocks xmlns:a="http://schemas.openxmlformats.org/drawingml/2006/main" noGrp="1"/>
          </p:cNvSpPr>
          <p:nvPr/>
        </p:nvSpPr>
        <p:spPr>
          <a:xfrm xmlns:a="http://schemas.openxmlformats.org/drawingml/2006/main">
            <a:off x="8801100" y="4276725"/>
            <a:ext cx="2266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69746D"/>
                </a:solidFill>
              </a:defRPr>
            </a:pPr>
            <a:r>
              <a:rPr sz="1125" b="0" i="0">
                <a:solidFill>
                  <a:srgbClr val="69746D"/>
                </a:solidFill>
              </a:rPr>
              <a:t>Project contact · validation feedback</a:t>
            </a:r>
          </a:p>
        </p:txBody>
      </p:sp>
      <p:sp>
        <p:nvSpPr>
          <p:cNvPr id="30" name="">
            <a:extLst xmlns:a="http://schemas.openxmlformats.org/drawingml/2006/main">
              <a:ext uri="{FF2B5EF4-FFF2-40B4-BE49-F238E27FC236}">
                <a16:creationId xmlns:a16="http://schemas.microsoft.com/office/drawing/2014/main" id="{857C9319-627A-42E9-97C2-BF2C185C9A9F}"/>
              </a:ext>
            </a:extLst>
          </p:cNvPr>
          <p:cNvSpPr>
            <a:spLocks xmlns:a="http://schemas.openxmlformats.org/drawingml/2006/main" noGrp="1"/>
          </p:cNvSpPr>
          <p:nvPr/>
        </p:nvSpPr>
        <p:spPr>
          <a:xfrm xmlns:a="http://schemas.openxmlformats.org/drawingml/2006/main">
            <a:off x="1714500" y="5619750"/>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i="0">
                <a:solidFill>
                  <a:srgbClr val="1A4A34"/>
                </a:solidFill>
              </a:defRPr>
            </a:pPr>
            <a:r>
              <a:rPr sz="1725" b="1" i="0">
                <a:solidFill>
                  <a:srgbClr val="1A4A34"/>
                </a:solidFill>
              </a:rPr>
              <a:t>Structure is finished. The next task is to give it a coherent visual language.</a:t>
            </a:r>
          </a:p>
        </p:txBody>
      </p:sp>
      <p:sp>
        <p:nvSpPr>
          <p:cNvPr id="31" name="">
            <a:extLst xmlns:a="http://schemas.openxmlformats.org/drawingml/2006/main">
              <a:ext uri="{FF2B5EF4-FFF2-40B4-BE49-F238E27FC236}">
                <a16:creationId xmlns:a16="http://schemas.microsoft.com/office/drawing/2014/main" id="{AF815638-6558-4823-8A1D-A8E8F2914738}"/>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1586199362"/>
      </p:ext>
    </p:extLst>
  </p:cSld>
</p:sld>
</file>

<file path=ppt/slides/slide11.xml><?xml version="1.0" encoding="utf-8"?>
<p:sld xmlns:p="http://schemas.openxmlformats.org/presentationml/2006/main">
  <p:cSld>
    <p:bg>
      <p:bgPr>
        <a:solidFill xmlns:a="http://schemas.openxmlformats.org/drawingml/2006/main">
          <a:srgbClr val="071B12"/>
        </a:solidFill>
      </p:bgPr>
    </p:bg>
    <p:spTree>
      <p:nvGrpSpPr>
        <p:cNvPr id="1" name=""/>
        <p:cNvGrpSpPr/>
        <p:nvPr/>
      </p:nvGrpSpPr>
      <p:grpSpPr>
        <a:xfrm xmlns:a="http://schemas.openxmlformats.org/drawingml/2006/main"/>
      </p:grpSpPr>
      <p:sp>
        <p:nvSpPr>
          <p:cNvPr id="12" name="top-accent">
            <a:extLst xmlns:a="http://schemas.openxmlformats.org/drawingml/2006/main">
              <a:ext uri="{FF2B5EF4-FFF2-40B4-BE49-F238E27FC236}">
                <a16:creationId xmlns:a16="http://schemas.microsoft.com/office/drawing/2014/main" id="{40D29C42-718F-40C4-8C47-C45E0DB991D6}"/>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A8D782D7-F22B-4A07-BFEC-AF874C871106}"/>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STAGE 2 · CSS</a:t>
            </a:r>
          </a:p>
        </p:txBody>
      </p:sp>
      <p:sp>
        <p:nvSpPr>
          <p:cNvPr id="3" name="slide-number">
            <a:extLst xmlns:a="http://schemas.openxmlformats.org/drawingml/2006/main">
              <a:ext uri="{FF2B5EF4-FFF2-40B4-BE49-F238E27FC236}">
                <a16:creationId xmlns:a16="http://schemas.microsoft.com/office/drawing/2014/main" id="{6AC1CC87-F8D3-454C-9C2C-EFEEAB25BAB8}"/>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11</a:t>
            </a:r>
          </a:p>
        </p:txBody>
      </p:sp>
      <p:sp>
        <p:nvSpPr>
          <p:cNvPr id="4" name="">
            <a:extLst xmlns:a="http://schemas.openxmlformats.org/drawingml/2006/main">
              <a:ext uri="{FF2B5EF4-FFF2-40B4-BE49-F238E27FC236}">
                <a16:creationId xmlns:a16="http://schemas.microsoft.com/office/drawing/2014/main" id="{0C0C051C-45F1-41F7-BE4D-8BF0842B2857}"/>
              </a:ext>
            </a:extLst>
          </p:cNvPr>
          <p:cNvSpPr>
            <a:spLocks xmlns:a="http://schemas.openxmlformats.org/drawingml/2006/main" noGrp="1"/>
          </p:cNvSpPr>
          <p:nvPr/>
        </p:nvSpPr>
        <p:spPr>
          <a:xfrm xmlns:a="http://schemas.openxmlformats.org/drawingml/2006/main">
            <a:off x="666750" y="1476375"/>
            <a:ext cx="1238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5400" b="1" i="0">
                <a:solidFill>
                  <a:srgbClr val="C8A96A"/>
                </a:solidFill>
              </a:defRPr>
            </a:pPr>
            <a:r>
              <a:rPr sz="5400" b="1" i="0">
                <a:solidFill>
                  <a:srgbClr val="C8A96A"/>
                </a:solidFill>
              </a:rPr>
              <a:t>02</a:t>
            </a:r>
          </a:p>
        </p:txBody>
      </p:sp>
      <p:sp>
        <p:nvSpPr>
          <p:cNvPr id="5" name="transition-title">
            <a:extLst xmlns:a="http://schemas.openxmlformats.org/drawingml/2006/main">
              <a:ext uri="{FF2B5EF4-FFF2-40B4-BE49-F238E27FC236}">
                <a16:creationId xmlns:a16="http://schemas.microsoft.com/office/drawing/2014/main" id="{3B7B04DF-B832-4133-8715-E453070FF98E}"/>
              </a:ext>
            </a:extLst>
          </p:cNvPr>
          <p:cNvSpPr>
            <a:spLocks xmlns:a="http://schemas.openxmlformats.org/drawingml/2006/main" noGrp="1"/>
          </p:cNvSpPr>
          <p:nvPr/>
        </p:nvSpPr>
        <p:spPr>
          <a:xfrm xmlns:a="http://schemas.openxmlformats.org/drawingml/2006/main">
            <a:off x="2095500" y="1476375"/>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050" b="1" i="0">
                <a:solidFill>
                  <a:srgbClr val="FFFEFA"/>
                </a:solidFill>
              </a:defRPr>
            </a:pPr>
            <a:r>
              <a:rPr sz="4050" b="1" i="0">
                <a:solidFill>
                  <a:srgbClr val="FFFEFA"/>
                </a:solidFill>
              </a:rPr>
              <a:t>Create the visual system</a:t>
            </a:r>
          </a:p>
        </p:txBody>
      </p:sp>
      <p:sp>
        <p:nvSpPr>
          <p:cNvPr id="6" name="">
            <a:extLst xmlns:a="http://schemas.openxmlformats.org/drawingml/2006/main">
              <a:ext uri="{FF2B5EF4-FFF2-40B4-BE49-F238E27FC236}">
                <a16:creationId xmlns:a16="http://schemas.microsoft.com/office/drawing/2014/main" id="{D687F49D-44B9-4E7D-A204-07A127E657EC}"/>
              </a:ext>
            </a:extLst>
          </p:cNvPr>
          <p:cNvSpPr>
            <a:spLocks xmlns:a="http://schemas.openxmlformats.org/drawingml/2006/main" noGrp="1"/>
          </p:cNvSpPr>
          <p:nvPr/>
        </p:nvSpPr>
        <p:spPr>
          <a:xfrm xmlns:a="http://schemas.openxmlformats.org/drawingml/2006/main">
            <a:off x="2133600" y="2667000"/>
            <a:ext cx="7810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i="0">
                <a:solidFill>
                  <a:srgbClr val="C8D4CD"/>
                </a:solidFill>
              </a:defRPr>
            </a:pPr>
            <a:r>
              <a:rPr sz="1725" b="0" i="0">
                <a:solidFill>
                  <a:srgbClr val="C8D4CD"/>
                </a:solidFill>
              </a:rPr>
              <a:t>CSS transforms semantic blocks into a premium academic interface — without changing the information architecture.</a:t>
            </a:r>
          </a:p>
        </p:txBody>
      </p:sp>
      <p:sp>
        <p:nvSpPr>
          <p:cNvPr id="7" name="">
            <a:extLst xmlns:a="http://schemas.openxmlformats.org/drawingml/2006/main">
              <a:ext uri="{FF2B5EF4-FFF2-40B4-BE49-F238E27FC236}">
                <a16:creationId xmlns:a16="http://schemas.microsoft.com/office/drawing/2014/main" id="{3535CF65-F76E-4581-9455-0102C5A06FDB}"/>
              </a:ext>
            </a:extLst>
          </p:cNvPr>
          <p:cNvSpPr>
            <a:spLocks xmlns:a="http://schemas.openxmlformats.org/drawingml/2006/main" noGrp="1"/>
          </p:cNvSpPr>
          <p:nvPr/>
        </p:nvSpPr>
        <p:spPr>
          <a:xfrm xmlns:a="http://schemas.openxmlformats.org/drawingml/2006/main">
            <a:off x="7239000" y="4191000"/>
            <a:ext cx="514350" cy="514350"/>
          </a:xfrm>
          <a:prstGeom xmlns:a="http://schemas.openxmlformats.org/drawingml/2006/main" prst="ellipse">
            <a:avLst/>
          </a:prstGeom>
          <a:solidFill xmlns:a="http://schemas.openxmlformats.org/drawingml/2006/main">
            <a:srgbClr val="071B12"/>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13D9DEAF-094C-43DD-8025-060FB98A2FC3}"/>
              </a:ext>
            </a:extLst>
          </p:cNvPr>
          <p:cNvSpPr>
            <a:spLocks xmlns:a="http://schemas.openxmlformats.org/drawingml/2006/main" noGrp="1"/>
          </p:cNvSpPr>
          <p:nvPr/>
        </p:nvSpPr>
        <p:spPr>
          <a:xfrm xmlns:a="http://schemas.openxmlformats.org/drawingml/2006/main">
            <a:off x="7924800" y="4191000"/>
            <a:ext cx="514350" cy="514350"/>
          </a:xfrm>
          <a:prstGeom xmlns:a="http://schemas.openxmlformats.org/drawingml/2006/main" prst="ellipse">
            <a:avLst/>
          </a:prstGeom>
          <a:solidFill xmlns:a="http://schemas.openxmlformats.org/drawingml/2006/main">
            <a:srgbClr val="123524"/>
          </a:solidFill>
          <a:ln xmlns:a="http://schemas.openxmlformats.org/drawingml/2006/main" w="9525">
            <a:solidFill>
              <a:srgbClr val="FFFFFF"/>
            </a:solidFill>
            <a:prstDash val="solid"/>
          </a:ln>
        </p:spPr>
      </p:sp>
      <p:sp>
        <p:nvSpPr>
          <p:cNvPr id="9" name="">
            <a:extLst xmlns:a="http://schemas.openxmlformats.org/drawingml/2006/main">
              <a:ext uri="{FF2B5EF4-FFF2-40B4-BE49-F238E27FC236}">
                <a16:creationId xmlns:a16="http://schemas.microsoft.com/office/drawing/2014/main" id="{D0CA8CA0-824B-46C6-9F80-7AF95DCEE491}"/>
              </a:ext>
            </a:extLst>
          </p:cNvPr>
          <p:cNvSpPr>
            <a:spLocks xmlns:a="http://schemas.openxmlformats.org/drawingml/2006/main" noGrp="1"/>
          </p:cNvSpPr>
          <p:nvPr/>
        </p:nvSpPr>
        <p:spPr>
          <a:xfrm xmlns:a="http://schemas.openxmlformats.org/drawingml/2006/main">
            <a:off x="8610600" y="4191000"/>
            <a:ext cx="514350" cy="514350"/>
          </a:xfrm>
          <a:prstGeom xmlns:a="http://schemas.openxmlformats.org/drawingml/2006/main" prst="ellipse">
            <a:avLst/>
          </a:prstGeom>
          <a:solidFill xmlns:a="http://schemas.openxmlformats.org/drawingml/2006/main">
            <a:srgbClr val="C8A96A"/>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E3C7D8FF-1274-4F08-B988-D676C2AFEE63}"/>
              </a:ext>
            </a:extLst>
          </p:cNvPr>
          <p:cNvSpPr>
            <a:spLocks xmlns:a="http://schemas.openxmlformats.org/drawingml/2006/main" noGrp="1"/>
          </p:cNvSpPr>
          <p:nvPr/>
        </p:nvSpPr>
        <p:spPr>
          <a:xfrm xmlns:a="http://schemas.openxmlformats.org/drawingml/2006/main">
            <a:off x="9296400" y="4191000"/>
            <a:ext cx="514350" cy="514350"/>
          </a:xfrm>
          <a:prstGeom xmlns:a="http://schemas.openxmlformats.org/drawingml/2006/main" prst="ellipse">
            <a:avLst/>
          </a:prstGeom>
          <a:solidFill xmlns:a="http://schemas.openxmlformats.org/drawingml/2006/main">
            <a:srgbClr val="F8F7F3"/>
          </a:solidFill>
          <a:ln xmlns:a="http://schemas.openxmlformats.org/drawingml/2006/main" w="9525">
            <a:solidFill>
              <a:srgbClr val="FFFFFF"/>
            </a:solidFill>
            <a:prstDash val="solid"/>
          </a:ln>
        </p:spPr>
      </p:sp>
      <p:sp>
        <p:nvSpPr>
          <p:cNvPr id="11" name="">
            <a:extLst xmlns:a="http://schemas.openxmlformats.org/drawingml/2006/main">
              <a:ext uri="{FF2B5EF4-FFF2-40B4-BE49-F238E27FC236}">
                <a16:creationId xmlns:a16="http://schemas.microsoft.com/office/drawing/2014/main" id="{57593BB9-498C-4AA4-92A5-4FDC009AD588}"/>
              </a:ext>
            </a:extLst>
          </p:cNvPr>
          <p:cNvSpPr>
            <a:spLocks xmlns:a="http://schemas.openxmlformats.org/drawingml/2006/main" noGrp="1"/>
          </p:cNvSpPr>
          <p:nvPr/>
        </p:nvSpPr>
        <p:spPr>
          <a:xfrm xmlns:a="http://schemas.openxmlformats.org/drawingml/2006/main">
            <a:off x="9982200" y="4191000"/>
            <a:ext cx="514350" cy="514350"/>
          </a:xfrm>
          <a:prstGeom xmlns:a="http://schemas.openxmlformats.org/drawingml/2006/main" prst="ellipse">
            <a:avLst/>
          </a:prstGeom>
          <a:solidFill xmlns:a="http://schemas.openxmlformats.org/drawingml/2006/main">
            <a:srgbClr val="FFFEFA"/>
          </a:solidFill>
          <a:ln xmlns:a="http://schemas.openxmlformats.org/drawingml/2006/main" w="9525">
            <a:solidFill>
              <a:srgbClr val="FFFFFF"/>
            </a:solidFill>
            <a:prstDash val="solid"/>
          </a:ln>
        </p:spPr>
      </p:sp>
    </p:spTree>
    <p:extLst>
      <p:ext uri="{BB962C8B-B14F-4D97-AF65-F5344CB8AC3E}">
        <p14:creationId xmlns:p14="http://schemas.microsoft.com/office/powerpoint/2010/main" val="1987923306"/>
      </p:ext>
    </p:extLst>
  </p:cSld>
</p:sld>
</file>

<file path=ppt/slides/slide1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40" name="top-accent">
            <a:extLst xmlns:a="http://schemas.openxmlformats.org/drawingml/2006/main">
              <a:ext uri="{FF2B5EF4-FFF2-40B4-BE49-F238E27FC236}">
                <a16:creationId xmlns:a16="http://schemas.microsoft.com/office/drawing/2014/main" id="{CDC27960-57D9-486E-BD87-ACBFAF4C2A7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E647FE7E-0A91-49DF-9024-670EE8832914}"/>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2 · CSS</a:t>
            </a:r>
          </a:p>
        </p:txBody>
      </p:sp>
      <p:sp>
        <p:nvSpPr>
          <p:cNvPr id="3" name="slide-number">
            <a:extLst xmlns:a="http://schemas.openxmlformats.org/drawingml/2006/main">
              <a:ext uri="{FF2B5EF4-FFF2-40B4-BE49-F238E27FC236}">
                <a16:creationId xmlns:a16="http://schemas.microsoft.com/office/drawing/2014/main" id="{8C6D161C-4CF8-4E34-A768-6EE64FB2F1BE}"/>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12</a:t>
            </a:r>
          </a:p>
        </p:txBody>
      </p:sp>
      <p:sp>
        <p:nvSpPr>
          <p:cNvPr id="4" name="slide-title">
            <a:extLst xmlns:a="http://schemas.openxmlformats.org/drawingml/2006/main">
              <a:ext uri="{FF2B5EF4-FFF2-40B4-BE49-F238E27FC236}">
                <a16:creationId xmlns:a16="http://schemas.microsoft.com/office/drawing/2014/main" id="{5001B56E-B60A-482E-BFE8-C2DDED5CE62B}"/>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Start with tokens, not isolated declarations</a:t>
            </a:r>
          </a:p>
        </p:txBody>
      </p:sp>
      <p:sp>
        <p:nvSpPr>
          <p:cNvPr id="5" name="slide-subtitle">
            <a:extLst xmlns:a="http://schemas.openxmlformats.org/drawingml/2006/main">
              <a:ext uri="{FF2B5EF4-FFF2-40B4-BE49-F238E27FC236}">
                <a16:creationId xmlns:a16="http://schemas.microsoft.com/office/drawing/2014/main" id="{B8AF69F9-620C-48D1-9288-62AD525E8E4F}"/>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Shared variables make color, spacing, radius, shadow, and motion consistent across the entire multi-page site.</a:t>
            </a:r>
          </a:p>
        </p:txBody>
      </p:sp>
      <p:sp>
        <p:nvSpPr>
          <p:cNvPr id="6" name="dev-code-panel">
            <a:extLst xmlns:a="http://schemas.openxmlformats.org/drawingml/2006/main">
              <a:ext uri="{FF2B5EF4-FFF2-40B4-BE49-F238E27FC236}">
                <a16:creationId xmlns:a16="http://schemas.microsoft.com/office/drawing/2014/main" id="{4C1223E3-276B-421B-8CA0-40DD799FDF90}"/>
              </a:ext>
            </a:extLst>
          </p:cNvPr>
          <p:cNvSpPr>
            <a:spLocks xmlns:a="http://schemas.openxmlformats.org/drawingml/2006/main" noGrp="1"/>
          </p:cNvSpPr>
          <p:nvPr/>
        </p:nvSpPr>
        <p:spPr>
          <a:xfrm xmlns:a="http://schemas.openxmlformats.org/drawingml/2006/main">
            <a:off x="609600" y="1809750"/>
            <a:ext cx="4953000" cy="4000500"/>
          </a:xfrm>
          <a:prstGeom xmlns:a="http://schemas.openxmlformats.org/drawingml/2006/main" prst="roundRect">
            <a:avLst>
              <a:gd name="adj" fmla="val 1905"/>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0C2F0819-9F9B-41F8-AD50-12D00F4BCA54}"/>
              </a:ext>
            </a:extLst>
          </p:cNvPr>
          <p:cNvSpPr>
            <a:spLocks xmlns:a="http://schemas.openxmlformats.org/drawingml/2006/main" noGrp="1"/>
          </p:cNvSpPr>
          <p:nvPr/>
        </p:nvSpPr>
        <p:spPr>
          <a:xfrm xmlns:a="http://schemas.openxmlformats.org/drawingml/2006/main">
            <a:off x="609600" y="1809750"/>
            <a:ext cx="49530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6AFB81A-C212-45FD-990D-977C5D2D18A9}"/>
              </a:ext>
            </a:extLst>
          </p:cNvPr>
          <p:cNvSpPr>
            <a:spLocks xmlns:a="http://schemas.openxmlformats.org/drawingml/2006/main" noGrp="1"/>
          </p:cNvSpPr>
          <p:nvPr/>
        </p:nvSpPr>
        <p:spPr>
          <a:xfrm xmlns:a="http://schemas.openxmlformats.org/drawingml/2006/main">
            <a:off x="781050" y="1905000"/>
            <a:ext cx="461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css/style.css · lines 6–27</a:t>
            </a:r>
          </a:p>
        </p:txBody>
      </p:sp>
      <p:sp>
        <p:nvSpPr>
          <p:cNvPr id="9" name="">
            <a:extLst xmlns:a="http://schemas.openxmlformats.org/drawingml/2006/main">
              <a:ext uri="{FF2B5EF4-FFF2-40B4-BE49-F238E27FC236}">
                <a16:creationId xmlns:a16="http://schemas.microsoft.com/office/drawing/2014/main" id="{A0BB095D-748D-419F-A9E7-A700A93F954D}"/>
              </a:ext>
            </a:extLst>
          </p:cNvPr>
          <p:cNvSpPr>
            <a:spLocks xmlns:a="http://schemas.openxmlformats.org/drawingml/2006/main" noGrp="1"/>
          </p:cNvSpPr>
          <p:nvPr/>
        </p:nvSpPr>
        <p:spPr>
          <a:xfrm xmlns:a="http://schemas.openxmlformats.org/drawingml/2006/main">
            <a:off x="781050" y="22574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01  :root {</a:t>
            </a:r>
          </a:p>
        </p:txBody>
      </p:sp>
      <p:sp>
        <p:nvSpPr>
          <p:cNvPr id="10" name="">
            <a:extLst xmlns:a="http://schemas.openxmlformats.org/drawingml/2006/main">
              <a:ext uri="{FF2B5EF4-FFF2-40B4-BE49-F238E27FC236}">
                <a16:creationId xmlns:a16="http://schemas.microsoft.com/office/drawing/2014/main" id="{744E66BA-B642-411C-BE3F-BE7F85E8B970}"/>
              </a:ext>
            </a:extLst>
          </p:cNvPr>
          <p:cNvSpPr>
            <a:spLocks xmlns:a="http://schemas.openxmlformats.org/drawingml/2006/main" noGrp="1"/>
          </p:cNvSpPr>
          <p:nvPr/>
        </p:nvSpPr>
        <p:spPr>
          <a:xfrm xmlns:a="http://schemas.openxmlformats.org/drawingml/2006/main">
            <a:off x="781050" y="25146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02    --forest-950: #071b12;</a:t>
            </a:r>
          </a:p>
        </p:txBody>
      </p:sp>
      <p:sp>
        <p:nvSpPr>
          <p:cNvPr id="11" name="">
            <a:extLst xmlns:a="http://schemas.openxmlformats.org/drawingml/2006/main">
              <a:ext uri="{FF2B5EF4-FFF2-40B4-BE49-F238E27FC236}">
                <a16:creationId xmlns:a16="http://schemas.microsoft.com/office/drawing/2014/main" id="{9194FA5C-6CD8-4D39-90F7-7155DFA599EC}"/>
              </a:ext>
            </a:extLst>
          </p:cNvPr>
          <p:cNvSpPr>
            <a:spLocks xmlns:a="http://schemas.openxmlformats.org/drawingml/2006/main" noGrp="1"/>
          </p:cNvSpPr>
          <p:nvPr/>
        </p:nvSpPr>
        <p:spPr>
          <a:xfrm xmlns:a="http://schemas.openxmlformats.org/drawingml/2006/main">
            <a:off x="781050" y="27717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03    --forest-800: #123524;</a:t>
            </a:r>
          </a:p>
        </p:txBody>
      </p:sp>
      <p:sp>
        <p:nvSpPr>
          <p:cNvPr id="12" name="">
            <a:extLst xmlns:a="http://schemas.openxmlformats.org/drawingml/2006/main">
              <a:ext uri="{FF2B5EF4-FFF2-40B4-BE49-F238E27FC236}">
                <a16:creationId xmlns:a16="http://schemas.microsoft.com/office/drawing/2014/main" id="{7BBF6893-2D55-45C8-8955-C40399AB3377}"/>
              </a:ext>
            </a:extLst>
          </p:cNvPr>
          <p:cNvSpPr>
            <a:spLocks xmlns:a="http://schemas.openxmlformats.org/drawingml/2006/main" noGrp="1"/>
          </p:cNvSpPr>
          <p:nvPr/>
        </p:nvSpPr>
        <p:spPr>
          <a:xfrm xmlns:a="http://schemas.openxmlformats.org/drawingml/2006/main">
            <a:off x="781050" y="30289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04    --gold-500: #c8a96a;</a:t>
            </a:r>
          </a:p>
        </p:txBody>
      </p:sp>
      <p:sp>
        <p:nvSpPr>
          <p:cNvPr id="13" name="">
            <a:extLst xmlns:a="http://schemas.openxmlformats.org/drawingml/2006/main">
              <a:ext uri="{FF2B5EF4-FFF2-40B4-BE49-F238E27FC236}">
                <a16:creationId xmlns:a16="http://schemas.microsoft.com/office/drawing/2014/main" id="{E99E42C0-39B2-4D55-A6B3-3475FE7155FC}"/>
              </a:ext>
            </a:extLst>
          </p:cNvPr>
          <p:cNvSpPr>
            <a:spLocks xmlns:a="http://schemas.openxmlformats.org/drawingml/2006/main" noGrp="1"/>
          </p:cNvSpPr>
          <p:nvPr/>
        </p:nvSpPr>
        <p:spPr>
          <a:xfrm xmlns:a="http://schemas.openxmlformats.org/drawingml/2006/main">
            <a:off x="781050" y="32861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05    --warm-white: #f7f5ef;</a:t>
            </a:r>
          </a:p>
        </p:txBody>
      </p:sp>
      <p:sp>
        <p:nvSpPr>
          <p:cNvPr id="14" name="">
            <a:extLst xmlns:a="http://schemas.openxmlformats.org/drawingml/2006/main">
              <a:ext uri="{FF2B5EF4-FFF2-40B4-BE49-F238E27FC236}">
                <a16:creationId xmlns:a16="http://schemas.microsoft.com/office/drawing/2014/main" id="{1530336C-809F-4DD8-A503-B08EDAC3094B}"/>
              </a:ext>
            </a:extLst>
          </p:cNvPr>
          <p:cNvSpPr>
            <a:spLocks xmlns:a="http://schemas.openxmlformats.org/drawingml/2006/main" noGrp="1"/>
          </p:cNvSpPr>
          <p:nvPr/>
        </p:nvSpPr>
        <p:spPr>
          <a:xfrm xmlns:a="http://schemas.openxmlformats.org/drawingml/2006/main">
            <a:off x="781050" y="35433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06    --paper: #fffefa;</a:t>
            </a:r>
          </a:p>
        </p:txBody>
      </p:sp>
      <p:sp>
        <p:nvSpPr>
          <p:cNvPr id="15" name="">
            <a:extLst xmlns:a="http://schemas.openxmlformats.org/drawingml/2006/main">
              <a:ext uri="{FF2B5EF4-FFF2-40B4-BE49-F238E27FC236}">
                <a16:creationId xmlns:a16="http://schemas.microsoft.com/office/drawing/2014/main" id="{1654704C-685D-47C0-9570-1BF0ADB2364F}"/>
              </a:ext>
            </a:extLst>
          </p:cNvPr>
          <p:cNvSpPr>
            <a:spLocks xmlns:a="http://schemas.openxmlformats.org/drawingml/2006/main" noGrp="1"/>
          </p:cNvSpPr>
          <p:nvPr/>
        </p:nvSpPr>
        <p:spPr>
          <a:xfrm xmlns:a="http://schemas.openxmlformats.org/drawingml/2006/main">
            <a:off x="781050" y="38004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07    --ink: #1d2922;</a:t>
            </a:r>
          </a:p>
        </p:txBody>
      </p:sp>
      <p:sp>
        <p:nvSpPr>
          <p:cNvPr id="16" name="">
            <a:extLst xmlns:a="http://schemas.openxmlformats.org/drawingml/2006/main">
              <a:ext uri="{FF2B5EF4-FFF2-40B4-BE49-F238E27FC236}">
                <a16:creationId xmlns:a16="http://schemas.microsoft.com/office/drawing/2014/main" id="{F0395761-D605-4172-9C13-A4F0D8A3249F}"/>
              </a:ext>
            </a:extLst>
          </p:cNvPr>
          <p:cNvSpPr>
            <a:spLocks xmlns:a="http://schemas.openxmlformats.org/drawingml/2006/main" noGrp="1"/>
          </p:cNvSpPr>
          <p:nvPr/>
        </p:nvSpPr>
        <p:spPr>
          <a:xfrm xmlns:a="http://schemas.openxmlformats.org/drawingml/2006/main">
            <a:off x="781050" y="40576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08    --muted: #69746d;</a:t>
            </a:r>
          </a:p>
        </p:txBody>
      </p:sp>
      <p:sp>
        <p:nvSpPr>
          <p:cNvPr id="17" name="">
            <a:extLst xmlns:a="http://schemas.openxmlformats.org/drawingml/2006/main">
              <a:ext uri="{FF2B5EF4-FFF2-40B4-BE49-F238E27FC236}">
                <a16:creationId xmlns:a16="http://schemas.microsoft.com/office/drawing/2014/main" id="{EED799D3-52DA-4BCC-B354-9770CF754D00}"/>
              </a:ext>
            </a:extLst>
          </p:cNvPr>
          <p:cNvSpPr>
            <a:spLocks xmlns:a="http://schemas.openxmlformats.org/drawingml/2006/main" noGrp="1"/>
          </p:cNvSpPr>
          <p:nvPr/>
        </p:nvSpPr>
        <p:spPr>
          <a:xfrm xmlns:a="http://schemas.openxmlformats.org/drawingml/2006/main">
            <a:off x="781050" y="43148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09    --shadow-sm: 0 8px 26px rgba(15,42,29,.065);</a:t>
            </a:r>
          </a:p>
        </p:txBody>
      </p:sp>
      <p:sp>
        <p:nvSpPr>
          <p:cNvPr id="18" name="">
            <a:extLst xmlns:a="http://schemas.openxmlformats.org/drawingml/2006/main">
              <a:ext uri="{FF2B5EF4-FFF2-40B4-BE49-F238E27FC236}">
                <a16:creationId xmlns:a16="http://schemas.microsoft.com/office/drawing/2014/main" id="{F4282E25-0FD3-4244-9A80-89BF97E4CF6A}"/>
              </a:ext>
            </a:extLst>
          </p:cNvPr>
          <p:cNvSpPr>
            <a:spLocks xmlns:a="http://schemas.openxmlformats.org/drawingml/2006/main" noGrp="1"/>
          </p:cNvSpPr>
          <p:nvPr/>
        </p:nvSpPr>
        <p:spPr>
          <a:xfrm xmlns:a="http://schemas.openxmlformats.org/drawingml/2006/main">
            <a:off x="781050" y="45720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10    --radius-md: 14px;</a:t>
            </a:r>
          </a:p>
        </p:txBody>
      </p:sp>
      <p:sp>
        <p:nvSpPr>
          <p:cNvPr id="19" name="">
            <a:extLst xmlns:a="http://schemas.openxmlformats.org/drawingml/2006/main">
              <a:ext uri="{FF2B5EF4-FFF2-40B4-BE49-F238E27FC236}">
                <a16:creationId xmlns:a16="http://schemas.microsoft.com/office/drawing/2014/main" id="{99CCDC35-E5F3-4FD4-89CB-19BFF462B661}"/>
              </a:ext>
            </a:extLst>
          </p:cNvPr>
          <p:cNvSpPr>
            <a:spLocks xmlns:a="http://schemas.openxmlformats.org/drawingml/2006/main" noGrp="1"/>
          </p:cNvSpPr>
          <p:nvPr/>
        </p:nvSpPr>
        <p:spPr>
          <a:xfrm xmlns:a="http://schemas.openxmlformats.org/drawingml/2006/main">
            <a:off x="781050" y="48291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11    --transition: 180ms ease;</a:t>
            </a:r>
          </a:p>
        </p:txBody>
      </p:sp>
      <p:sp>
        <p:nvSpPr>
          <p:cNvPr id="20" name="">
            <a:extLst xmlns:a="http://schemas.openxmlformats.org/drawingml/2006/main">
              <a:ext uri="{FF2B5EF4-FFF2-40B4-BE49-F238E27FC236}">
                <a16:creationId xmlns:a16="http://schemas.microsoft.com/office/drawing/2014/main" id="{5A856900-3585-49AA-9B13-D56A3A0B43D3}"/>
              </a:ext>
            </a:extLst>
          </p:cNvPr>
          <p:cNvSpPr>
            <a:spLocks xmlns:a="http://schemas.openxmlformats.org/drawingml/2006/main" noGrp="1"/>
          </p:cNvSpPr>
          <p:nvPr/>
        </p:nvSpPr>
        <p:spPr>
          <a:xfrm xmlns:a="http://schemas.openxmlformats.org/drawingml/2006/main">
            <a:off x="781050" y="50863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12  }</a:t>
            </a:r>
          </a:p>
        </p:txBody>
      </p:sp>
      <p:sp>
        <p:nvSpPr>
          <p:cNvPr id="21" name="dev-browser-frame">
            <a:extLst xmlns:a="http://schemas.openxmlformats.org/drawingml/2006/main">
              <a:ext uri="{FF2B5EF4-FFF2-40B4-BE49-F238E27FC236}">
                <a16:creationId xmlns:a16="http://schemas.microsoft.com/office/drawing/2014/main" id="{08088DE9-76BB-4E90-961C-42215119034C}"/>
              </a:ext>
            </a:extLst>
          </p:cNvPr>
          <p:cNvSpPr>
            <a:spLocks xmlns:a="http://schemas.openxmlformats.org/drawingml/2006/main" noGrp="1"/>
          </p:cNvSpPr>
          <p:nvPr/>
        </p:nvSpPr>
        <p:spPr>
          <a:xfrm xmlns:a="http://schemas.openxmlformats.org/drawingml/2006/main">
            <a:off x="5905500" y="1809750"/>
            <a:ext cx="5676900" cy="4000500"/>
          </a:xfrm>
          <a:prstGeom xmlns:a="http://schemas.openxmlformats.org/drawingml/2006/main" prst="roundRect">
            <a:avLst>
              <a:gd name="adj" fmla="val 1905"/>
            </a:avLst>
          </a:prstGeom>
          <a:solidFill xmlns:a="http://schemas.openxmlformats.org/drawingml/2006/main">
            <a:srgbClr val="FFFEFA"/>
          </a:solidFill>
          <a:ln xmlns:a="http://schemas.openxmlformats.org/drawingml/2006/main" w="9525">
            <a:solidFill>
              <a:srgbClr val="E5E1D8"/>
            </a:solidFill>
            <a:prstDash val="solid"/>
          </a:ln>
        </p:spPr>
      </p:sp>
      <p:sp>
        <p:nvSpPr>
          <p:cNvPr id="22" name="">
            <a:extLst xmlns:a="http://schemas.openxmlformats.org/drawingml/2006/main">
              <a:ext uri="{FF2B5EF4-FFF2-40B4-BE49-F238E27FC236}">
                <a16:creationId xmlns:a16="http://schemas.microsoft.com/office/drawing/2014/main" id="{E2602B82-132A-4A6C-B296-509499CDC3BA}"/>
              </a:ext>
            </a:extLst>
          </p:cNvPr>
          <p:cNvSpPr>
            <a:spLocks xmlns:a="http://schemas.openxmlformats.org/drawingml/2006/main" noGrp="1"/>
          </p:cNvSpPr>
          <p:nvPr/>
        </p:nvSpPr>
        <p:spPr>
          <a:xfrm xmlns:a="http://schemas.openxmlformats.org/drawingml/2006/main">
            <a:off x="6229350" y="20955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1A4A34"/>
                </a:solidFill>
              </a:defRPr>
            </a:pPr>
            <a:r>
              <a:rPr sz="975" b="1" i="0">
                <a:solidFill>
                  <a:srgbClr val="1A4A34"/>
                </a:solidFill>
              </a:rPr>
              <a:t>PROJECT PALETTE</a:t>
            </a:r>
          </a:p>
        </p:txBody>
      </p:sp>
      <p:sp>
        <p:nvSpPr>
          <p:cNvPr id="23" name="">
            <a:extLst xmlns:a="http://schemas.openxmlformats.org/drawingml/2006/main">
              <a:ext uri="{FF2B5EF4-FFF2-40B4-BE49-F238E27FC236}">
                <a16:creationId xmlns:a16="http://schemas.microsoft.com/office/drawing/2014/main" id="{2874E8F8-5EED-4F00-A6C3-8204E1BD06E4}"/>
              </a:ext>
            </a:extLst>
          </p:cNvPr>
          <p:cNvSpPr>
            <a:spLocks xmlns:a="http://schemas.openxmlformats.org/drawingml/2006/main" noGrp="1"/>
          </p:cNvSpPr>
          <p:nvPr/>
        </p:nvSpPr>
        <p:spPr>
          <a:xfrm xmlns:a="http://schemas.openxmlformats.org/drawingml/2006/main">
            <a:off x="6229350" y="2533650"/>
            <a:ext cx="819150" cy="361950"/>
          </a:xfrm>
          <a:prstGeom xmlns:a="http://schemas.openxmlformats.org/drawingml/2006/main" prst="roundRect">
            <a:avLst>
              <a:gd name="adj" fmla="val 21053"/>
            </a:avLst>
          </a:prstGeom>
          <a:solidFill xmlns:a="http://schemas.openxmlformats.org/drawingml/2006/main">
            <a:srgbClr val="071B12"/>
          </a:solidFill>
          <a:ln xmlns:a="http://schemas.openxmlformats.org/drawingml/2006/main" w="9525">
            <a:solidFill>
              <a:srgbClr val="071B12"/>
            </a:solidFill>
            <a:prstDash val="solid"/>
          </a:ln>
        </p:spPr>
      </p:sp>
      <p:sp>
        <p:nvSpPr>
          <p:cNvPr id="24" name="">
            <a:extLst xmlns:a="http://schemas.openxmlformats.org/drawingml/2006/main">
              <a:ext uri="{FF2B5EF4-FFF2-40B4-BE49-F238E27FC236}">
                <a16:creationId xmlns:a16="http://schemas.microsoft.com/office/drawing/2014/main" id="{672BFF60-C11B-4388-BD12-7D410164186F}"/>
              </a:ext>
            </a:extLst>
          </p:cNvPr>
          <p:cNvSpPr>
            <a:spLocks xmlns:a="http://schemas.openxmlformats.org/drawingml/2006/main" noGrp="1"/>
          </p:cNvSpPr>
          <p:nvPr/>
        </p:nvSpPr>
        <p:spPr>
          <a:xfrm xmlns:a="http://schemas.openxmlformats.org/drawingml/2006/main">
            <a:off x="7239000" y="26003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i="0">
                <a:solidFill>
                  <a:srgbClr val="1D2922"/>
                </a:solidFill>
              </a:defRPr>
            </a:pPr>
            <a:r>
              <a:rPr sz="1200" b="1" i="0">
                <a:solidFill>
                  <a:srgbClr val="1D2922"/>
                </a:solidFill>
              </a:rPr>
              <a:t>Forest 950</a:t>
            </a:r>
          </a:p>
        </p:txBody>
      </p:sp>
      <p:sp>
        <p:nvSpPr>
          <p:cNvPr id="25" name="">
            <a:extLst xmlns:a="http://schemas.openxmlformats.org/drawingml/2006/main">
              <a:ext uri="{FF2B5EF4-FFF2-40B4-BE49-F238E27FC236}">
                <a16:creationId xmlns:a16="http://schemas.microsoft.com/office/drawing/2014/main" id="{D03184C7-01D9-45E0-9E78-1035C7838EEE}"/>
              </a:ext>
            </a:extLst>
          </p:cNvPr>
          <p:cNvSpPr>
            <a:spLocks xmlns:a="http://schemas.openxmlformats.org/drawingml/2006/main" noGrp="1"/>
          </p:cNvSpPr>
          <p:nvPr/>
        </p:nvSpPr>
        <p:spPr>
          <a:xfrm xmlns:a="http://schemas.openxmlformats.org/drawingml/2006/main">
            <a:off x="8839200" y="260032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9746D"/>
                </a:solidFill>
              </a:defRPr>
            </a:pPr>
            <a:r>
              <a:rPr sz="1050" b="0" i="0">
                <a:solidFill>
                  <a:srgbClr val="69746D"/>
                </a:solidFill>
              </a:rPr>
              <a:t>#071B12</a:t>
            </a:r>
          </a:p>
        </p:txBody>
      </p:sp>
      <p:sp>
        <p:nvSpPr>
          <p:cNvPr id="26" name="">
            <a:extLst xmlns:a="http://schemas.openxmlformats.org/drawingml/2006/main">
              <a:ext uri="{FF2B5EF4-FFF2-40B4-BE49-F238E27FC236}">
                <a16:creationId xmlns:a16="http://schemas.microsoft.com/office/drawing/2014/main" id="{6F87D89A-86DB-4075-9CE6-2927D7818BA2}"/>
              </a:ext>
            </a:extLst>
          </p:cNvPr>
          <p:cNvSpPr>
            <a:spLocks xmlns:a="http://schemas.openxmlformats.org/drawingml/2006/main" noGrp="1"/>
          </p:cNvSpPr>
          <p:nvPr/>
        </p:nvSpPr>
        <p:spPr>
          <a:xfrm xmlns:a="http://schemas.openxmlformats.org/drawingml/2006/main">
            <a:off x="6229350" y="3105150"/>
            <a:ext cx="819150" cy="361950"/>
          </a:xfrm>
          <a:prstGeom xmlns:a="http://schemas.openxmlformats.org/drawingml/2006/main" prst="roundRect">
            <a:avLst>
              <a:gd name="adj" fmla="val 21053"/>
            </a:avLst>
          </a:prstGeom>
          <a:solidFill xmlns:a="http://schemas.openxmlformats.org/drawingml/2006/main">
            <a:srgbClr val="123524"/>
          </a:solidFill>
          <a:ln xmlns:a="http://schemas.openxmlformats.org/drawingml/2006/main" w="9525">
            <a:solidFill>
              <a:srgbClr val="123524"/>
            </a:solidFill>
            <a:prstDash val="solid"/>
          </a:ln>
        </p:spPr>
      </p:sp>
      <p:sp>
        <p:nvSpPr>
          <p:cNvPr id="27" name="">
            <a:extLst xmlns:a="http://schemas.openxmlformats.org/drawingml/2006/main">
              <a:ext uri="{FF2B5EF4-FFF2-40B4-BE49-F238E27FC236}">
                <a16:creationId xmlns:a16="http://schemas.microsoft.com/office/drawing/2014/main" id="{A7590995-200C-4F3D-9A39-129F0036A748}"/>
              </a:ext>
            </a:extLst>
          </p:cNvPr>
          <p:cNvSpPr>
            <a:spLocks xmlns:a="http://schemas.openxmlformats.org/drawingml/2006/main" noGrp="1"/>
          </p:cNvSpPr>
          <p:nvPr/>
        </p:nvSpPr>
        <p:spPr>
          <a:xfrm xmlns:a="http://schemas.openxmlformats.org/drawingml/2006/main">
            <a:off x="7239000" y="31718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i="0">
                <a:solidFill>
                  <a:srgbClr val="1D2922"/>
                </a:solidFill>
              </a:defRPr>
            </a:pPr>
            <a:r>
              <a:rPr sz="1200" b="1" i="0">
                <a:solidFill>
                  <a:srgbClr val="1D2922"/>
                </a:solidFill>
              </a:rPr>
              <a:t>Forest 800</a:t>
            </a:r>
          </a:p>
        </p:txBody>
      </p:sp>
      <p:sp>
        <p:nvSpPr>
          <p:cNvPr id="28" name="">
            <a:extLst xmlns:a="http://schemas.openxmlformats.org/drawingml/2006/main">
              <a:ext uri="{FF2B5EF4-FFF2-40B4-BE49-F238E27FC236}">
                <a16:creationId xmlns:a16="http://schemas.microsoft.com/office/drawing/2014/main" id="{DC9E3C53-2D9D-4860-A6C2-831851A7A03B}"/>
              </a:ext>
            </a:extLst>
          </p:cNvPr>
          <p:cNvSpPr>
            <a:spLocks xmlns:a="http://schemas.openxmlformats.org/drawingml/2006/main" noGrp="1"/>
          </p:cNvSpPr>
          <p:nvPr/>
        </p:nvSpPr>
        <p:spPr>
          <a:xfrm xmlns:a="http://schemas.openxmlformats.org/drawingml/2006/main">
            <a:off x="8839200" y="317182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9746D"/>
                </a:solidFill>
              </a:defRPr>
            </a:pPr>
            <a:r>
              <a:rPr sz="1050" b="0" i="0">
                <a:solidFill>
                  <a:srgbClr val="69746D"/>
                </a:solidFill>
              </a:rPr>
              <a:t>#123524</a:t>
            </a:r>
          </a:p>
        </p:txBody>
      </p:sp>
      <p:sp>
        <p:nvSpPr>
          <p:cNvPr id="29" name="">
            <a:extLst xmlns:a="http://schemas.openxmlformats.org/drawingml/2006/main">
              <a:ext uri="{FF2B5EF4-FFF2-40B4-BE49-F238E27FC236}">
                <a16:creationId xmlns:a16="http://schemas.microsoft.com/office/drawing/2014/main" id="{802E28B6-BB77-4A48-AEA6-22E9678BF28C}"/>
              </a:ext>
            </a:extLst>
          </p:cNvPr>
          <p:cNvSpPr>
            <a:spLocks xmlns:a="http://schemas.openxmlformats.org/drawingml/2006/main" noGrp="1"/>
          </p:cNvSpPr>
          <p:nvPr/>
        </p:nvSpPr>
        <p:spPr>
          <a:xfrm xmlns:a="http://schemas.openxmlformats.org/drawingml/2006/main">
            <a:off x="6229350" y="3676650"/>
            <a:ext cx="819150" cy="361950"/>
          </a:xfrm>
          <a:prstGeom xmlns:a="http://schemas.openxmlformats.org/drawingml/2006/main" prst="roundRect">
            <a:avLst>
              <a:gd name="adj" fmla="val 21053"/>
            </a:avLst>
          </a:prstGeom>
          <a:solidFill xmlns:a="http://schemas.openxmlformats.org/drawingml/2006/main">
            <a:srgbClr val="C8A96A"/>
          </a:solidFill>
          <a:ln xmlns:a="http://schemas.openxmlformats.org/drawingml/2006/main" w="9525">
            <a:solidFill>
              <a:srgbClr val="C8A96A"/>
            </a:solidFill>
            <a:prstDash val="solid"/>
          </a:ln>
        </p:spPr>
      </p:sp>
      <p:sp>
        <p:nvSpPr>
          <p:cNvPr id="30" name="">
            <a:extLst xmlns:a="http://schemas.openxmlformats.org/drawingml/2006/main">
              <a:ext uri="{FF2B5EF4-FFF2-40B4-BE49-F238E27FC236}">
                <a16:creationId xmlns:a16="http://schemas.microsoft.com/office/drawing/2014/main" id="{491BEA9E-ECC0-40C3-93D9-C42367BBEEF2}"/>
              </a:ext>
            </a:extLst>
          </p:cNvPr>
          <p:cNvSpPr>
            <a:spLocks xmlns:a="http://schemas.openxmlformats.org/drawingml/2006/main" noGrp="1"/>
          </p:cNvSpPr>
          <p:nvPr/>
        </p:nvSpPr>
        <p:spPr>
          <a:xfrm xmlns:a="http://schemas.openxmlformats.org/drawingml/2006/main">
            <a:off x="7239000" y="37433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i="0">
                <a:solidFill>
                  <a:srgbClr val="1D2922"/>
                </a:solidFill>
              </a:defRPr>
            </a:pPr>
            <a:r>
              <a:rPr sz="1200" b="1" i="0">
                <a:solidFill>
                  <a:srgbClr val="1D2922"/>
                </a:solidFill>
              </a:rPr>
              <a:t>Gold 500</a:t>
            </a:r>
          </a:p>
        </p:txBody>
      </p:sp>
      <p:sp>
        <p:nvSpPr>
          <p:cNvPr id="31" name="">
            <a:extLst xmlns:a="http://schemas.openxmlformats.org/drawingml/2006/main">
              <a:ext uri="{FF2B5EF4-FFF2-40B4-BE49-F238E27FC236}">
                <a16:creationId xmlns:a16="http://schemas.microsoft.com/office/drawing/2014/main" id="{30D77AD5-A970-4F67-9377-D23C6C2D24F5}"/>
              </a:ext>
            </a:extLst>
          </p:cNvPr>
          <p:cNvSpPr>
            <a:spLocks xmlns:a="http://schemas.openxmlformats.org/drawingml/2006/main" noGrp="1"/>
          </p:cNvSpPr>
          <p:nvPr/>
        </p:nvSpPr>
        <p:spPr>
          <a:xfrm xmlns:a="http://schemas.openxmlformats.org/drawingml/2006/main">
            <a:off x="8839200" y="374332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9746D"/>
                </a:solidFill>
              </a:defRPr>
            </a:pPr>
            <a:r>
              <a:rPr sz="1050" b="0" i="0">
                <a:solidFill>
                  <a:srgbClr val="69746D"/>
                </a:solidFill>
              </a:rPr>
              <a:t>#C8A96A</a:t>
            </a:r>
          </a:p>
        </p:txBody>
      </p:sp>
      <p:sp>
        <p:nvSpPr>
          <p:cNvPr id="32" name="">
            <a:extLst xmlns:a="http://schemas.openxmlformats.org/drawingml/2006/main">
              <a:ext uri="{FF2B5EF4-FFF2-40B4-BE49-F238E27FC236}">
                <a16:creationId xmlns:a16="http://schemas.microsoft.com/office/drawing/2014/main" id="{A3462780-4271-4CE3-B925-7E86468BADEF}"/>
              </a:ext>
            </a:extLst>
          </p:cNvPr>
          <p:cNvSpPr>
            <a:spLocks xmlns:a="http://schemas.openxmlformats.org/drawingml/2006/main" noGrp="1"/>
          </p:cNvSpPr>
          <p:nvPr/>
        </p:nvSpPr>
        <p:spPr>
          <a:xfrm xmlns:a="http://schemas.openxmlformats.org/drawingml/2006/main">
            <a:off x="6229350" y="4248150"/>
            <a:ext cx="819150" cy="361950"/>
          </a:xfrm>
          <a:prstGeom xmlns:a="http://schemas.openxmlformats.org/drawingml/2006/main" prst="roundRect">
            <a:avLst>
              <a:gd name="adj" fmla="val 21053"/>
            </a:avLst>
          </a:prstGeom>
          <a:solidFill xmlns:a="http://schemas.openxmlformats.org/drawingml/2006/main">
            <a:srgbClr val="F8F7F3"/>
          </a:solidFill>
          <a:ln xmlns:a="http://schemas.openxmlformats.org/drawingml/2006/main" w="9525">
            <a:solidFill>
              <a:srgbClr val="F8F7F3"/>
            </a:solidFill>
            <a:prstDash val="solid"/>
          </a:ln>
        </p:spPr>
      </p:sp>
      <p:sp>
        <p:nvSpPr>
          <p:cNvPr id="33" name="">
            <a:extLst xmlns:a="http://schemas.openxmlformats.org/drawingml/2006/main">
              <a:ext uri="{FF2B5EF4-FFF2-40B4-BE49-F238E27FC236}">
                <a16:creationId xmlns:a16="http://schemas.microsoft.com/office/drawing/2014/main" id="{EECE7DDA-54CD-4508-9BC5-7DCA7FC54CC4}"/>
              </a:ext>
            </a:extLst>
          </p:cNvPr>
          <p:cNvSpPr>
            <a:spLocks xmlns:a="http://schemas.openxmlformats.org/drawingml/2006/main" noGrp="1"/>
          </p:cNvSpPr>
          <p:nvPr/>
        </p:nvSpPr>
        <p:spPr>
          <a:xfrm xmlns:a="http://schemas.openxmlformats.org/drawingml/2006/main">
            <a:off x="7239000" y="43148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i="0">
                <a:solidFill>
                  <a:srgbClr val="1D2922"/>
                </a:solidFill>
              </a:defRPr>
            </a:pPr>
            <a:r>
              <a:rPr sz="1200" b="1" i="0">
                <a:solidFill>
                  <a:srgbClr val="1D2922"/>
                </a:solidFill>
              </a:rPr>
              <a:t>Warm White</a:t>
            </a:r>
          </a:p>
        </p:txBody>
      </p:sp>
      <p:sp>
        <p:nvSpPr>
          <p:cNvPr id="34" name="">
            <a:extLst xmlns:a="http://schemas.openxmlformats.org/drawingml/2006/main">
              <a:ext uri="{FF2B5EF4-FFF2-40B4-BE49-F238E27FC236}">
                <a16:creationId xmlns:a16="http://schemas.microsoft.com/office/drawing/2014/main" id="{A2E0334D-448A-43CB-9166-B440943CFD65}"/>
              </a:ext>
            </a:extLst>
          </p:cNvPr>
          <p:cNvSpPr>
            <a:spLocks xmlns:a="http://schemas.openxmlformats.org/drawingml/2006/main" noGrp="1"/>
          </p:cNvSpPr>
          <p:nvPr/>
        </p:nvSpPr>
        <p:spPr>
          <a:xfrm xmlns:a="http://schemas.openxmlformats.org/drawingml/2006/main">
            <a:off x="8839200" y="431482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9746D"/>
                </a:solidFill>
              </a:defRPr>
            </a:pPr>
            <a:r>
              <a:rPr sz="1050" b="0" i="0">
                <a:solidFill>
                  <a:srgbClr val="69746D"/>
                </a:solidFill>
              </a:rPr>
              <a:t>#F8F7F3</a:t>
            </a:r>
          </a:p>
        </p:txBody>
      </p:sp>
      <p:sp>
        <p:nvSpPr>
          <p:cNvPr id="35" name="">
            <a:extLst xmlns:a="http://schemas.openxmlformats.org/drawingml/2006/main">
              <a:ext uri="{FF2B5EF4-FFF2-40B4-BE49-F238E27FC236}">
                <a16:creationId xmlns:a16="http://schemas.microsoft.com/office/drawing/2014/main" id="{B7A92B77-48D1-4FDC-B2DA-C3289E92E5B5}"/>
              </a:ext>
            </a:extLst>
          </p:cNvPr>
          <p:cNvSpPr>
            <a:spLocks xmlns:a="http://schemas.openxmlformats.org/drawingml/2006/main" noGrp="1"/>
          </p:cNvSpPr>
          <p:nvPr/>
        </p:nvSpPr>
        <p:spPr>
          <a:xfrm xmlns:a="http://schemas.openxmlformats.org/drawingml/2006/main">
            <a:off x="6229350" y="4819650"/>
            <a:ext cx="819150" cy="361950"/>
          </a:xfrm>
          <a:prstGeom xmlns:a="http://schemas.openxmlformats.org/drawingml/2006/main" prst="roundRect">
            <a:avLst>
              <a:gd name="adj" fmla="val 21053"/>
            </a:avLst>
          </a:prstGeom>
          <a:solidFill xmlns:a="http://schemas.openxmlformats.org/drawingml/2006/main">
            <a:srgbClr val="FFFEFA"/>
          </a:solidFill>
          <a:ln xmlns:a="http://schemas.openxmlformats.org/drawingml/2006/main" w="9525">
            <a:solidFill>
              <a:srgbClr val="E5E1D8"/>
            </a:solidFill>
            <a:prstDash val="solid"/>
          </a:ln>
        </p:spPr>
      </p:sp>
      <p:sp>
        <p:nvSpPr>
          <p:cNvPr id="36" name="">
            <a:extLst xmlns:a="http://schemas.openxmlformats.org/drawingml/2006/main">
              <a:ext uri="{FF2B5EF4-FFF2-40B4-BE49-F238E27FC236}">
                <a16:creationId xmlns:a16="http://schemas.microsoft.com/office/drawing/2014/main" id="{E1A2864C-04BE-45DC-8ED4-0E57E2E6AECF}"/>
              </a:ext>
            </a:extLst>
          </p:cNvPr>
          <p:cNvSpPr>
            <a:spLocks xmlns:a="http://schemas.openxmlformats.org/drawingml/2006/main" noGrp="1"/>
          </p:cNvSpPr>
          <p:nvPr/>
        </p:nvSpPr>
        <p:spPr>
          <a:xfrm xmlns:a="http://schemas.openxmlformats.org/drawingml/2006/main">
            <a:off x="7239000" y="48863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i="0">
                <a:solidFill>
                  <a:srgbClr val="1D2922"/>
                </a:solidFill>
              </a:defRPr>
            </a:pPr>
            <a:r>
              <a:rPr sz="1200" b="1" i="0">
                <a:solidFill>
                  <a:srgbClr val="1D2922"/>
                </a:solidFill>
              </a:rPr>
              <a:t>Paper</a:t>
            </a:r>
          </a:p>
        </p:txBody>
      </p:sp>
      <p:sp>
        <p:nvSpPr>
          <p:cNvPr id="37" name="">
            <a:extLst xmlns:a="http://schemas.openxmlformats.org/drawingml/2006/main">
              <a:ext uri="{FF2B5EF4-FFF2-40B4-BE49-F238E27FC236}">
                <a16:creationId xmlns:a16="http://schemas.microsoft.com/office/drawing/2014/main" id="{11CBAC80-AD68-44C7-A85C-ECD3FAF580C6}"/>
              </a:ext>
            </a:extLst>
          </p:cNvPr>
          <p:cNvSpPr>
            <a:spLocks xmlns:a="http://schemas.openxmlformats.org/drawingml/2006/main" noGrp="1"/>
          </p:cNvSpPr>
          <p:nvPr/>
        </p:nvSpPr>
        <p:spPr>
          <a:xfrm xmlns:a="http://schemas.openxmlformats.org/drawingml/2006/main">
            <a:off x="8839200" y="488632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9746D"/>
                </a:solidFill>
              </a:defRPr>
            </a:pPr>
            <a:r>
              <a:rPr sz="1050" b="0" i="0">
                <a:solidFill>
                  <a:srgbClr val="69746D"/>
                </a:solidFill>
              </a:rPr>
              <a:t>#FFFEFA</a:t>
            </a:r>
          </a:p>
        </p:txBody>
      </p:sp>
      <p:sp>
        <p:nvSpPr>
          <p:cNvPr id="38" name="">
            <a:extLst xmlns:a="http://schemas.openxmlformats.org/drawingml/2006/main">
              <a:ext uri="{FF2B5EF4-FFF2-40B4-BE49-F238E27FC236}">
                <a16:creationId xmlns:a16="http://schemas.microsoft.com/office/drawing/2014/main" id="{8C098214-9A24-4E8A-A95E-16C5A39E0316}"/>
              </a:ext>
            </a:extLst>
          </p:cNvPr>
          <p:cNvSpPr>
            <a:spLocks xmlns:a="http://schemas.openxmlformats.org/drawingml/2006/main" noGrp="1"/>
          </p:cNvSpPr>
          <p:nvPr/>
        </p:nvSpPr>
        <p:spPr>
          <a:xfrm xmlns:a="http://schemas.openxmlformats.org/drawingml/2006/main">
            <a:off x="6229350" y="547687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i="0">
                <a:solidFill>
                  <a:srgbClr val="1A4A34"/>
                </a:solidFill>
              </a:defRPr>
            </a:pPr>
            <a:r>
              <a:rPr sz="1200" b="0" i="0">
                <a:solidFill>
                  <a:srgbClr val="1A4A34"/>
                </a:solidFill>
              </a:rPr>
              <a:t>14 px radius  ·  soft shadow  ·  180 ms transitions</a:t>
            </a:r>
          </a:p>
        </p:txBody>
      </p:sp>
      <p:sp>
        <p:nvSpPr>
          <p:cNvPr id="39" name="">
            <a:extLst xmlns:a="http://schemas.openxmlformats.org/drawingml/2006/main">
              <a:ext uri="{FF2B5EF4-FFF2-40B4-BE49-F238E27FC236}">
                <a16:creationId xmlns:a16="http://schemas.microsoft.com/office/drawing/2014/main" id="{B720691B-E2B1-4314-B9B9-CDA74FBCEEBE}"/>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851213657"/>
      </p:ext>
    </p:extLst>
  </p:cSld>
</p:sld>
</file>

<file path=ppt/slides/slide1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1" name="top-accent">
            <a:extLst xmlns:a="http://schemas.openxmlformats.org/drawingml/2006/main">
              <a:ext uri="{FF2B5EF4-FFF2-40B4-BE49-F238E27FC236}">
                <a16:creationId xmlns:a16="http://schemas.microsoft.com/office/drawing/2014/main" id="{A85ABDF1-2518-4FB9-8264-2BB015FC300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15C557BA-D66B-402A-B219-C42C6BDAF743}"/>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2 · CSS</a:t>
            </a:r>
          </a:p>
        </p:txBody>
      </p:sp>
      <p:sp>
        <p:nvSpPr>
          <p:cNvPr id="3" name="slide-number">
            <a:extLst xmlns:a="http://schemas.openxmlformats.org/drawingml/2006/main">
              <a:ext uri="{FF2B5EF4-FFF2-40B4-BE49-F238E27FC236}">
                <a16:creationId xmlns:a16="http://schemas.microsoft.com/office/drawing/2014/main" id="{931D8D21-6EFD-4B16-824D-ABA521562E66}"/>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13</a:t>
            </a:r>
          </a:p>
        </p:txBody>
      </p:sp>
      <p:sp>
        <p:nvSpPr>
          <p:cNvPr id="4" name="slide-title">
            <a:extLst xmlns:a="http://schemas.openxmlformats.org/drawingml/2006/main">
              <a:ext uri="{FF2B5EF4-FFF2-40B4-BE49-F238E27FC236}">
                <a16:creationId xmlns:a16="http://schemas.microsoft.com/office/drawing/2014/main" id="{2C396A88-5116-4D24-A942-E294CC944629}"/>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Transform the hero into the project’s visual anchor</a:t>
            </a:r>
          </a:p>
        </p:txBody>
      </p:sp>
      <p:sp>
        <p:nvSpPr>
          <p:cNvPr id="5" name="slide-subtitle">
            <a:extLst xmlns:a="http://schemas.openxmlformats.org/drawingml/2006/main">
              <a:ext uri="{FF2B5EF4-FFF2-40B4-BE49-F238E27FC236}">
                <a16:creationId xmlns:a16="http://schemas.microsoft.com/office/drawing/2014/main" id="{7FBC97BF-9585-44AE-A195-3B3323AC1FE0}"/>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Image, overlay, typography, and actions are layered deliberately to preserve readability.</a:t>
            </a:r>
          </a:p>
        </p:txBody>
      </p:sp>
      <p:sp>
        <p:nvSpPr>
          <p:cNvPr id="6" name="dev-code-panel">
            <a:extLst xmlns:a="http://schemas.openxmlformats.org/drawingml/2006/main">
              <a:ext uri="{FF2B5EF4-FFF2-40B4-BE49-F238E27FC236}">
                <a16:creationId xmlns:a16="http://schemas.microsoft.com/office/drawing/2014/main" id="{9AFDE2AC-7C93-4E0F-9DC2-6FB29C71A2EC}"/>
              </a:ext>
            </a:extLst>
          </p:cNvPr>
          <p:cNvSpPr>
            <a:spLocks xmlns:a="http://schemas.openxmlformats.org/drawingml/2006/main" noGrp="1"/>
          </p:cNvSpPr>
          <p:nvPr/>
        </p:nvSpPr>
        <p:spPr>
          <a:xfrm xmlns:a="http://schemas.openxmlformats.org/drawingml/2006/main">
            <a:off x="609600" y="1809750"/>
            <a:ext cx="4953000" cy="4000500"/>
          </a:xfrm>
          <a:prstGeom xmlns:a="http://schemas.openxmlformats.org/drawingml/2006/main" prst="roundRect">
            <a:avLst>
              <a:gd name="adj" fmla="val 1905"/>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785AA510-EF5A-4D31-B4E9-898AA26A2FC7}"/>
              </a:ext>
            </a:extLst>
          </p:cNvPr>
          <p:cNvSpPr>
            <a:spLocks xmlns:a="http://schemas.openxmlformats.org/drawingml/2006/main" noGrp="1"/>
          </p:cNvSpPr>
          <p:nvPr/>
        </p:nvSpPr>
        <p:spPr>
          <a:xfrm xmlns:a="http://schemas.openxmlformats.org/drawingml/2006/main">
            <a:off x="609600" y="1809750"/>
            <a:ext cx="49530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8EFB332-6A2C-47D6-B8E1-98B880FA13F8}"/>
              </a:ext>
            </a:extLst>
          </p:cNvPr>
          <p:cNvSpPr>
            <a:spLocks xmlns:a="http://schemas.openxmlformats.org/drawingml/2006/main" noGrp="1"/>
          </p:cNvSpPr>
          <p:nvPr/>
        </p:nvSpPr>
        <p:spPr>
          <a:xfrm xmlns:a="http://schemas.openxmlformats.org/drawingml/2006/main">
            <a:off x="781050" y="1905000"/>
            <a:ext cx="461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css/home.css · hero rules</a:t>
            </a:r>
          </a:p>
        </p:txBody>
      </p:sp>
      <p:sp>
        <p:nvSpPr>
          <p:cNvPr id="9" name="">
            <a:extLst xmlns:a="http://schemas.openxmlformats.org/drawingml/2006/main">
              <a:ext uri="{FF2B5EF4-FFF2-40B4-BE49-F238E27FC236}">
                <a16:creationId xmlns:a16="http://schemas.microsoft.com/office/drawing/2014/main" id="{1D817222-D8FF-4EBF-AD48-61246DFB26C0}"/>
              </a:ext>
            </a:extLst>
          </p:cNvPr>
          <p:cNvSpPr>
            <a:spLocks xmlns:a="http://schemas.openxmlformats.org/drawingml/2006/main" noGrp="1"/>
          </p:cNvSpPr>
          <p:nvPr/>
        </p:nvSpPr>
        <p:spPr>
          <a:xfrm xmlns:a="http://schemas.openxmlformats.org/drawingml/2006/main">
            <a:off x="781050" y="22574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01  .home-hero {</a:t>
            </a:r>
          </a:p>
        </p:txBody>
      </p:sp>
      <p:sp>
        <p:nvSpPr>
          <p:cNvPr id="10" name="">
            <a:extLst xmlns:a="http://schemas.openxmlformats.org/drawingml/2006/main">
              <a:ext uri="{FF2B5EF4-FFF2-40B4-BE49-F238E27FC236}">
                <a16:creationId xmlns:a16="http://schemas.microsoft.com/office/drawing/2014/main" id="{95AFFA43-6858-4F9A-A163-56C435CB366E}"/>
              </a:ext>
            </a:extLst>
          </p:cNvPr>
          <p:cNvSpPr>
            <a:spLocks xmlns:a="http://schemas.openxmlformats.org/drawingml/2006/main" noGrp="1"/>
          </p:cNvSpPr>
          <p:nvPr/>
        </p:nvSpPr>
        <p:spPr>
          <a:xfrm xmlns:a="http://schemas.openxmlformats.org/drawingml/2006/main">
            <a:off x="781050" y="25146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02    min-height: 252px;</a:t>
            </a:r>
          </a:p>
        </p:txBody>
      </p:sp>
      <p:sp>
        <p:nvSpPr>
          <p:cNvPr id="11" name="">
            <a:extLst xmlns:a="http://schemas.openxmlformats.org/drawingml/2006/main">
              <a:ext uri="{FF2B5EF4-FFF2-40B4-BE49-F238E27FC236}">
                <a16:creationId xmlns:a16="http://schemas.microsoft.com/office/drawing/2014/main" id="{02C062E9-0405-4CD9-B27F-518C29132AE0}"/>
              </a:ext>
            </a:extLst>
          </p:cNvPr>
          <p:cNvSpPr>
            <a:spLocks xmlns:a="http://schemas.openxmlformats.org/drawingml/2006/main" noGrp="1"/>
          </p:cNvSpPr>
          <p:nvPr/>
        </p:nvSpPr>
        <p:spPr>
          <a:xfrm xmlns:a="http://schemas.openxmlformats.org/drawingml/2006/main">
            <a:off x="781050" y="27717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03    background-image:</a:t>
            </a:r>
          </a:p>
        </p:txBody>
      </p:sp>
      <p:sp>
        <p:nvSpPr>
          <p:cNvPr id="12" name="">
            <a:extLst xmlns:a="http://schemas.openxmlformats.org/drawingml/2006/main">
              <a:ext uri="{FF2B5EF4-FFF2-40B4-BE49-F238E27FC236}">
                <a16:creationId xmlns:a16="http://schemas.microsoft.com/office/drawing/2014/main" id="{23980231-6F54-4E67-AA4F-26DBED97D437}"/>
              </a:ext>
            </a:extLst>
          </p:cNvPr>
          <p:cNvSpPr>
            <a:spLocks xmlns:a="http://schemas.openxmlformats.org/drawingml/2006/main" noGrp="1"/>
          </p:cNvSpPr>
          <p:nvPr/>
        </p:nvSpPr>
        <p:spPr>
          <a:xfrm xmlns:a="http://schemas.openxmlformats.org/drawingml/2006/main">
            <a:off x="781050" y="30289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04      linear-gradient(90deg, rgba(4,19,12,.96),</a:t>
            </a:r>
          </a:p>
        </p:txBody>
      </p:sp>
      <p:sp>
        <p:nvSpPr>
          <p:cNvPr id="13" name="">
            <a:extLst xmlns:a="http://schemas.openxmlformats.org/drawingml/2006/main">
              <a:ext uri="{FF2B5EF4-FFF2-40B4-BE49-F238E27FC236}">
                <a16:creationId xmlns:a16="http://schemas.microsoft.com/office/drawing/2014/main" id="{E250A82E-0C98-4E19-B973-AE1BD5D3EC6E}"/>
              </a:ext>
            </a:extLst>
          </p:cNvPr>
          <p:cNvSpPr>
            <a:spLocks xmlns:a="http://schemas.openxmlformats.org/drawingml/2006/main" noGrp="1"/>
          </p:cNvSpPr>
          <p:nvPr/>
        </p:nvSpPr>
        <p:spPr>
          <a:xfrm xmlns:a="http://schemas.openxmlformats.org/drawingml/2006/main">
            <a:off x="781050" y="32861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05      rgba(5,25,16,.56), rgba(5,25,16,.12)),</a:t>
            </a:r>
          </a:p>
        </p:txBody>
      </p:sp>
      <p:sp>
        <p:nvSpPr>
          <p:cNvPr id="14" name="">
            <a:extLst xmlns:a="http://schemas.openxmlformats.org/drawingml/2006/main">
              <a:ext uri="{FF2B5EF4-FFF2-40B4-BE49-F238E27FC236}">
                <a16:creationId xmlns:a16="http://schemas.microsoft.com/office/drawing/2014/main" id="{CD1E9C08-8635-4A47-8FE9-463C0188DAF4}"/>
              </a:ext>
            </a:extLst>
          </p:cNvPr>
          <p:cNvSpPr>
            <a:spLocks xmlns:a="http://schemas.openxmlformats.org/drawingml/2006/main" noGrp="1"/>
          </p:cNvSpPr>
          <p:nvPr/>
        </p:nvSpPr>
        <p:spPr>
          <a:xfrm xmlns:a="http://schemas.openxmlformats.org/drawingml/2006/main">
            <a:off x="781050" y="35433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06      url('../assets/images/hero-village.png');</a:t>
            </a:r>
          </a:p>
        </p:txBody>
      </p:sp>
      <p:sp>
        <p:nvSpPr>
          <p:cNvPr id="15" name="">
            <a:extLst xmlns:a="http://schemas.openxmlformats.org/drawingml/2006/main">
              <a:ext uri="{FF2B5EF4-FFF2-40B4-BE49-F238E27FC236}">
                <a16:creationId xmlns:a16="http://schemas.microsoft.com/office/drawing/2014/main" id="{E7D8EF90-F82C-420D-9426-2B3860C5CA7F}"/>
              </a:ext>
            </a:extLst>
          </p:cNvPr>
          <p:cNvSpPr>
            <a:spLocks xmlns:a="http://schemas.openxmlformats.org/drawingml/2006/main" noGrp="1"/>
          </p:cNvSpPr>
          <p:nvPr/>
        </p:nvSpPr>
        <p:spPr>
          <a:xfrm xmlns:a="http://schemas.openxmlformats.org/drawingml/2006/main">
            <a:off x="781050" y="38004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07    background-size: cover;</a:t>
            </a:r>
          </a:p>
        </p:txBody>
      </p:sp>
      <p:sp>
        <p:nvSpPr>
          <p:cNvPr id="16" name="">
            <a:extLst xmlns:a="http://schemas.openxmlformats.org/drawingml/2006/main">
              <a:ext uri="{FF2B5EF4-FFF2-40B4-BE49-F238E27FC236}">
                <a16:creationId xmlns:a16="http://schemas.microsoft.com/office/drawing/2014/main" id="{CEF806FB-7BB5-44FD-9F79-08EF47DF2ADB}"/>
              </a:ext>
            </a:extLst>
          </p:cNvPr>
          <p:cNvSpPr>
            <a:spLocks xmlns:a="http://schemas.openxmlformats.org/drawingml/2006/main" noGrp="1"/>
          </p:cNvSpPr>
          <p:nvPr/>
        </p:nvSpPr>
        <p:spPr>
          <a:xfrm xmlns:a="http://schemas.openxmlformats.org/drawingml/2006/main">
            <a:off x="781050" y="40576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08    background-position: center 57%;</a:t>
            </a:r>
          </a:p>
        </p:txBody>
      </p:sp>
      <p:sp>
        <p:nvSpPr>
          <p:cNvPr id="17" name="">
            <a:extLst xmlns:a="http://schemas.openxmlformats.org/drawingml/2006/main">
              <a:ext uri="{FF2B5EF4-FFF2-40B4-BE49-F238E27FC236}">
                <a16:creationId xmlns:a16="http://schemas.microsoft.com/office/drawing/2014/main" id="{40409889-E14E-466D-8A5A-E5F92E67B1F0}"/>
              </a:ext>
            </a:extLst>
          </p:cNvPr>
          <p:cNvSpPr>
            <a:spLocks xmlns:a="http://schemas.openxmlformats.org/drawingml/2006/main" noGrp="1"/>
          </p:cNvSpPr>
          <p:nvPr/>
        </p:nvSpPr>
        <p:spPr>
          <a:xfrm xmlns:a="http://schemas.openxmlformats.org/drawingml/2006/main">
            <a:off x="781050" y="43148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09  }</a:t>
            </a:r>
          </a:p>
        </p:txBody>
      </p:sp>
      <p:sp>
        <p:nvSpPr>
          <p:cNvPr id="18" name="">
            <a:extLst xmlns:a="http://schemas.openxmlformats.org/drawingml/2006/main">
              <a:ext uri="{FF2B5EF4-FFF2-40B4-BE49-F238E27FC236}">
                <a16:creationId xmlns:a16="http://schemas.microsoft.com/office/drawing/2014/main" id="{5BBFCB84-24DA-4120-A4F6-D3820A8D1F4D}"/>
              </a:ext>
            </a:extLst>
          </p:cNvPr>
          <p:cNvSpPr>
            <a:spLocks xmlns:a="http://schemas.openxmlformats.org/drawingml/2006/main" noGrp="1"/>
          </p:cNvSpPr>
          <p:nvPr/>
        </p:nvSpPr>
        <p:spPr>
          <a:xfrm xmlns:a="http://schemas.openxmlformats.org/drawingml/2006/main">
            <a:off x="781050" y="45720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10  .home-hero h1 {</a:t>
            </a:r>
          </a:p>
        </p:txBody>
      </p:sp>
      <p:sp>
        <p:nvSpPr>
          <p:cNvPr id="19" name="">
            <a:extLst xmlns:a="http://schemas.openxmlformats.org/drawingml/2006/main">
              <a:ext uri="{FF2B5EF4-FFF2-40B4-BE49-F238E27FC236}">
                <a16:creationId xmlns:a16="http://schemas.microsoft.com/office/drawing/2014/main" id="{AA05D99B-BD2C-4F66-8F52-CDAD530506D6}"/>
              </a:ext>
            </a:extLst>
          </p:cNvPr>
          <p:cNvSpPr>
            <a:spLocks xmlns:a="http://schemas.openxmlformats.org/drawingml/2006/main" noGrp="1"/>
          </p:cNvSpPr>
          <p:nvPr/>
        </p:nvSpPr>
        <p:spPr>
          <a:xfrm xmlns:a="http://schemas.openxmlformats.org/drawingml/2006/main">
            <a:off x="781050" y="48291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11    font-family: Georgia, serif;</a:t>
            </a:r>
          </a:p>
        </p:txBody>
      </p:sp>
      <p:sp>
        <p:nvSpPr>
          <p:cNvPr id="20" name="">
            <a:extLst xmlns:a="http://schemas.openxmlformats.org/drawingml/2006/main">
              <a:ext uri="{FF2B5EF4-FFF2-40B4-BE49-F238E27FC236}">
                <a16:creationId xmlns:a16="http://schemas.microsoft.com/office/drawing/2014/main" id="{03394D82-63F2-4CA4-9405-A8A8282BA43D}"/>
              </a:ext>
            </a:extLst>
          </p:cNvPr>
          <p:cNvSpPr>
            <a:spLocks xmlns:a="http://schemas.openxmlformats.org/drawingml/2006/main" noGrp="1"/>
          </p:cNvSpPr>
          <p:nvPr/>
        </p:nvSpPr>
        <p:spPr>
          <a:xfrm xmlns:a="http://schemas.openxmlformats.org/drawingml/2006/main">
            <a:off x="781050" y="50863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12    color: #fff;</a:t>
            </a:r>
          </a:p>
        </p:txBody>
      </p:sp>
      <p:sp>
        <p:nvSpPr>
          <p:cNvPr id="21" name="">
            <a:extLst xmlns:a="http://schemas.openxmlformats.org/drawingml/2006/main">
              <a:ext uri="{FF2B5EF4-FFF2-40B4-BE49-F238E27FC236}">
                <a16:creationId xmlns:a16="http://schemas.microsoft.com/office/drawing/2014/main" id="{2A447CCE-117A-43E3-AC77-D2AF9ADF53B3}"/>
              </a:ext>
            </a:extLst>
          </p:cNvPr>
          <p:cNvSpPr>
            <a:spLocks xmlns:a="http://schemas.openxmlformats.org/drawingml/2006/main" noGrp="1"/>
          </p:cNvSpPr>
          <p:nvPr/>
        </p:nvSpPr>
        <p:spPr>
          <a:xfrm xmlns:a="http://schemas.openxmlformats.org/drawingml/2006/main">
            <a:off x="781050" y="53435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13  }</a:t>
            </a:r>
          </a:p>
        </p:txBody>
      </p:sp>
      <p:sp>
        <p:nvSpPr>
          <p:cNvPr id="22" name="dev-browser-frame">
            <a:extLst xmlns:a="http://schemas.openxmlformats.org/drawingml/2006/main">
              <a:ext uri="{FF2B5EF4-FFF2-40B4-BE49-F238E27FC236}">
                <a16:creationId xmlns:a16="http://schemas.microsoft.com/office/drawing/2014/main" id="{CB9F80F3-EE6B-4B99-AB3B-94A0A62BFC51}"/>
              </a:ext>
            </a:extLst>
          </p:cNvPr>
          <p:cNvSpPr>
            <a:spLocks xmlns:a="http://schemas.openxmlformats.org/drawingml/2006/main" noGrp="1"/>
          </p:cNvSpPr>
          <p:nvPr/>
        </p:nvSpPr>
        <p:spPr>
          <a:xfrm xmlns:a="http://schemas.openxmlformats.org/drawingml/2006/main">
            <a:off x="5905500" y="1809750"/>
            <a:ext cx="5676900" cy="4000500"/>
          </a:xfrm>
          <a:prstGeom xmlns:a="http://schemas.openxmlformats.org/drawingml/2006/main" prst="roundRect">
            <a:avLst>
              <a:gd name="adj" fmla="val 1905"/>
            </a:avLst>
          </a:prstGeom>
          <a:solidFill xmlns:a="http://schemas.openxmlformats.org/drawingml/2006/main">
            <a:srgbClr val="071B12"/>
          </a:solidFill>
          <a:ln xmlns:a="http://schemas.openxmlformats.org/drawingml/2006/main" w="9525">
            <a:solidFill>
              <a:srgbClr val="E5E1D8"/>
            </a:solidFill>
            <a:prstDash val="solid"/>
          </a:ln>
        </p:spPr>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cab9d08a27cc4a48"/>
          <a:srcRect xmlns:a="http://schemas.openxmlformats.org/drawingml/2006/main" l="4408" t="0" r="4408" b="0"/>
          <a:stretch xmlns:a="http://schemas.openxmlformats.org/drawingml/2006/main">
            <a:fillRect l="0" t="0" r="0" b="0"/>
          </a:stretch>
        </p:blipFill>
        <p:spPr>
          <a:xfrm xmlns:a="http://schemas.openxmlformats.org/drawingml/2006/main">
            <a:off x="6076950" y="1981200"/>
            <a:ext cx="5334000" cy="3657600"/>
          </a:xfrm>
          <a:prstGeom xmlns:a="http://schemas.openxmlformats.org/drawingml/2006/main" prst="roundRect">
            <a:avLst/>
          </a:prstGeom>
        </p:spPr>
      </p:pic>
      <p:sp>
        <p:nvSpPr>
          <p:cNvPr id="24" name="">
            <a:extLst xmlns:a="http://schemas.openxmlformats.org/drawingml/2006/main">
              <a:ext uri="{FF2B5EF4-FFF2-40B4-BE49-F238E27FC236}">
                <a16:creationId xmlns:a16="http://schemas.microsoft.com/office/drawing/2014/main" id="{0462F9B0-2584-4076-90D1-1BD11AAFFEBF}"/>
              </a:ext>
            </a:extLst>
          </p:cNvPr>
          <p:cNvSpPr>
            <a:spLocks xmlns:a="http://schemas.openxmlformats.org/drawingml/2006/main" noGrp="1"/>
          </p:cNvSpPr>
          <p:nvPr/>
        </p:nvSpPr>
        <p:spPr>
          <a:xfrm xmlns:a="http://schemas.openxmlformats.org/drawingml/2006/main">
            <a:off x="6286500" y="5181600"/>
            <a:ext cx="1085850" cy="285750"/>
          </a:xfrm>
          <a:prstGeom xmlns:a="http://schemas.openxmlformats.org/drawingml/2006/main" prst="roundRect">
            <a:avLst>
              <a:gd name="adj" fmla="val 26667"/>
            </a:avLst>
          </a:prstGeom>
          <a:solidFill xmlns:a="http://schemas.openxmlformats.org/drawingml/2006/main">
            <a:srgbClr val="12352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6E8A5BE-6753-4BC5-88B7-51F13B6C1201}"/>
              </a:ext>
            </a:extLst>
          </p:cNvPr>
          <p:cNvSpPr>
            <a:spLocks xmlns:a="http://schemas.openxmlformats.org/drawingml/2006/main" noGrp="1"/>
          </p:cNvSpPr>
          <p:nvPr/>
        </p:nvSpPr>
        <p:spPr>
          <a:xfrm xmlns:a="http://schemas.openxmlformats.org/drawingml/2006/main">
            <a:off x="6381750" y="5238750"/>
            <a:ext cx="895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dark overlay</a:t>
            </a:r>
          </a:p>
        </p:txBody>
      </p:sp>
      <p:sp>
        <p:nvSpPr>
          <p:cNvPr id="26" name="">
            <a:extLst xmlns:a="http://schemas.openxmlformats.org/drawingml/2006/main">
              <a:ext uri="{FF2B5EF4-FFF2-40B4-BE49-F238E27FC236}">
                <a16:creationId xmlns:a16="http://schemas.microsoft.com/office/drawing/2014/main" id="{4E7085CA-E392-438E-8C4B-8319742B1529}"/>
              </a:ext>
            </a:extLst>
          </p:cNvPr>
          <p:cNvSpPr>
            <a:spLocks xmlns:a="http://schemas.openxmlformats.org/drawingml/2006/main" noGrp="1"/>
          </p:cNvSpPr>
          <p:nvPr/>
        </p:nvSpPr>
        <p:spPr>
          <a:xfrm xmlns:a="http://schemas.openxmlformats.org/drawingml/2006/main">
            <a:off x="7486650" y="5181600"/>
            <a:ext cx="1162050" cy="285750"/>
          </a:xfrm>
          <a:prstGeom xmlns:a="http://schemas.openxmlformats.org/drawingml/2006/main" prst="roundRect">
            <a:avLst>
              <a:gd name="adj" fmla="val 26667"/>
            </a:avLst>
          </a:prstGeom>
          <a:solidFill xmlns:a="http://schemas.openxmlformats.org/drawingml/2006/main">
            <a:srgbClr val="C8A96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B872EB7-0351-494D-B540-DEB6546B2A6A}"/>
              </a:ext>
            </a:extLst>
          </p:cNvPr>
          <p:cNvSpPr>
            <a:spLocks xmlns:a="http://schemas.openxmlformats.org/drawingml/2006/main" noGrp="1"/>
          </p:cNvSpPr>
          <p:nvPr/>
        </p:nvSpPr>
        <p:spPr>
          <a:xfrm xmlns:a="http://schemas.openxmlformats.org/drawingml/2006/main">
            <a:off x="7581900" y="52387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071B12"/>
                </a:solidFill>
              </a:defRPr>
            </a:pPr>
            <a:r>
              <a:rPr sz="900" b="1" i="0">
                <a:solidFill>
                  <a:srgbClr val="071B12"/>
                </a:solidFill>
              </a:rPr>
              <a:t>serif heading</a:t>
            </a:r>
          </a:p>
        </p:txBody>
      </p:sp>
      <p:sp>
        <p:nvSpPr>
          <p:cNvPr id="28" name="">
            <a:extLst xmlns:a="http://schemas.openxmlformats.org/drawingml/2006/main">
              <a:ext uri="{FF2B5EF4-FFF2-40B4-BE49-F238E27FC236}">
                <a16:creationId xmlns:a16="http://schemas.microsoft.com/office/drawing/2014/main" id="{062C6F71-493E-4C8D-B77C-801591C4A316}"/>
              </a:ext>
            </a:extLst>
          </p:cNvPr>
          <p:cNvSpPr>
            <a:spLocks xmlns:a="http://schemas.openxmlformats.org/drawingml/2006/main" noGrp="1"/>
          </p:cNvSpPr>
          <p:nvPr/>
        </p:nvSpPr>
        <p:spPr>
          <a:xfrm xmlns:a="http://schemas.openxmlformats.org/drawingml/2006/main">
            <a:off x="8763000" y="5181600"/>
            <a:ext cx="952500" cy="285750"/>
          </a:xfrm>
          <a:prstGeom xmlns:a="http://schemas.openxmlformats.org/drawingml/2006/main" prst="roundRect">
            <a:avLst>
              <a:gd name="adj" fmla="val 26667"/>
            </a:avLst>
          </a:prstGeom>
          <a:solidFill xmlns:a="http://schemas.openxmlformats.org/drawingml/2006/main">
            <a:srgbClr val="E4EEE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681F389-5142-4BEC-8BCA-3ABA460DD85E}"/>
              </a:ext>
            </a:extLst>
          </p:cNvPr>
          <p:cNvSpPr>
            <a:spLocks xmlns:a="http://schemas.openxmlformats.org/drawingml/2006/main" noGrp="1"/>
          </p:cNvSpPr>
          <p:nvPr/>
        </p:nvSpPr>
        <p:spPr>
          <a:xfrm xmlns:a="http://schemas.openxmlformats.org/drawingml/2006/main">
            <a:off x="8858250" y="523875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123524"/>
                </a:solidFill>
              </a:defRPr>
            </a:pPr>
            <a:r>
              <a:rPr sz="900" b="1" i="0">
                <a:solidFill>
                  <a:srgbClr val="123524"/>
                </a:solidFill>
              </a:rPr>
              <a:t>two CTAs</a:t>
            </a:r>
          </a:p>
        </p:txBody>
      </p:sp>
      <p:sp>
        <p:nvSpPr>
          <p:cNvPr id="30" name="">
            <a:extLst xmlns:a="http://schemas.openxmlformats.org/drawingml/2006/main">
              <a:ext uri="{FF2B5EF4-FFF2-40B4-BE49-F238E27FC236}">
                <a16:creationId xmlns:a16="http://schemas.microsoft.com/office/drawing/2014/main" id="{CB0652EE-B400-43AD-A223-22F56F9D0A58}"/>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761936866"/>
      </p:ext>
    </p:extLst>
  </p:cSld>
</p:sld>
</file>

<file path=ppt/slides/slide1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41" name="top-accent">
            <a:extLst xmlns:a="http://schemas.openxmlformats.org/drawingml/2006/main">
              <a:ext uri="{FF2B5EF4-FFF2-40B4-BE49-F238E27FC236}">
                <a16:creationId xmlns:a16="http://schemas.microsoft.com/office/drawing/2014/main" id="{D338D14A-DFB3-43F7-B5BF-81A97909B31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DD3E5CA1-27F6-4CA4-B3B5-9FEACC60D2FD}"/>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2 · CSS</a:t>
            </a:r>
          </a:p>
        </p:txBody>
      </p:sp>
      <p:sp>
        <p:nvSpPr>
          <p:cNvPr id="3" name="slide-number">
            <a:extLst xmlns:a="http://schemas.openxmlformats.org/drawingml/2006/main">
              <a:ext uri="{FF2B5EF4-FFF2-40B4-BE49-F238E27FC236}">
                <a16:creationId xmlns:a16="http://schemas.microsoft.com/office/drawing/2014/main" id="{2492F22F-C051-47AA-B6C3-FDA1651DCD06}"/>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14</a:t>
            </a:r>
          </a:p>
        </p:txBody>
      </p:sp>
      <p:sp>
        <p:nvSpPr>
          <p:cNvPr id="4" name="slide-title">
            <a:extLst xmlns:a="http://schemas.openxmlformats.org/drawingml/2006/main">
              <a:ext uri="{FF2B5EF4-FFF2-40B4-BE49-F238E27FC236}">
                <a16:creationId xmlns:a16="http://schemas.microsoft.com/office/drawing/2014/main" id="{78DF9474-1F82-49AC-9D7B-C9BD3AC67182}"/>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Use grid rules that adapt instead of collapsing</a:t>
            </a:r>
          </a:p>
        </p:txBody>
      </p:sp>
      <p:sp>
        <p:nvSpPr>
          <p:cNvPr id="5" name="slide-subtitle">
            <a:extLst xmlns:a="http://schemas.openxmlformats.org/drawingml/2006/main">
              <a:ext uri="{FF2B5EF4-FFF2-40B4-BE49-F238E27FC236}">
                <a16:creationId xmlns:a16="http://schemas.microsoft.com/office/drawing/2014/main" id="{9AA42630-A8B4-4B76-8201-CA619443C015}"/>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The same content hierarchy is preserved from desktop through mobile.</a:t>
            </a:r>
          </a:p>
        </p:txBody>
      </p:sp>
      <p:sp>
        <p:nvSpPr>
          <p:cNvPr id="6" name="dev-code-panel">
            <a:extLst xmlns:a="http://schemas.openxmlformats.org/drawingml/2006/main">
              <a:ext uri="{FF2B5EF4-FFF2-40B4-BE49-F238E27FC236}">
                <a16:creationId xmlns:a16="http://schemas.microsoft.com/office/drawing/2014/main" id="{0D5E3C86-C798-40FE-BBA4-1C3F63222ED2}"/>
              </a:ext>
            </a:extLst>
          </p:cNvPr>
          <p:cNvSpPr>
            <a:spLocks xmlns:a="http://schemas.openxmlformats.org/drawingml/2006/main" noGrp="1"/>
          </p:cNvSpPr>
          <p:nvPr/>
        </p:nvSpPr>
        <p:spPr>
          <a:xfrm xmlns:a="http://schemas.openxmlformats.org/drawingml/2006/main">
            <a:off x="609600" y="1809750"/>
            <a:ext cx="4762500" cy="4000500"/>
          </a:xfrm>
          <a:prstGeom xmlns:a="http://schemas.openxmlformats.org/drawingml/2006/main" prst="roundRect">
            <a:avLst>
              <a:gd name="adj" fmla="val 1905"/>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0E4DDE13-C0A3-4BD2-B560-EEC37CDE013B}"/>
              </a:ext>
            </a:extLst>
          </p:cNvPr>
          <p:cNvSpPr>
            <a:spLocks xmlns:a="http://schemas.openxmlformats.org/drawingml/2006/main" noGrp="1"/>
          </p:cNvSpPr>
          <p:nvPr/>
        </p:nvSpPr>
        <p:spPr>
          <a:xfrm xmlns:a="http://schemas.openxmlformats.org/drawingml/2006/main">
            <a:off x="609600" y="1809750"/>
            <a:ext cx="47625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22ACF7E-E0F1-4E8B-B47D-1E9CBEE6C58C}"/>
              </a:ext>
            </a:extLst>
          </p:cNvPr>
          <p:cNvSpPr>
            <a:spLocks xmlns:a="http://schemas.openxmlformats.org/drawingml/2006/main" noGrp="1"/>
          </p:cNvSpPr>
          <p:nvPr/>
        </p:nvSpPr>
        <p:spPr>
          <a:xfrm xmlns:a="http://schemas.openxmlformats.org/drawingml/2006/main">
            <a:off x="781050" y="1905000"/>
            <a:ext cx="441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css/home.css · grid + breakpoints</a:t>
            </a:r>
          </a:p>
        </p:txBody>
      </p:sp>
      <p:sp>
        <p:nvSpPr>
          <p:cNvPr id="9" name="">
            <a:extLst xmlns:a="http://schemas.openxmlformats.org/drawingml/2006/main">
              <a:ext uri="{FF2B5EF4-FFF2-40B4-BE49-F238E27FC236}">
                <a16:creationId xmlns:a16="http://schemas.microsoft.com/office/drawing/2014/main" id="{6A65901D-811F-403D-88E9-725653328FD0}"/>
              </a:ext>
            </a:extLst>
          </p:cNvPr>
          <p:cNvSpPr>
            <a:spLocks xmlns:a="http://schemas.openxmlformats.org/drawingml/2006/main" noGrp="1"/>
          </p:cNvSpPr>
          <p:nvPr/>
        </p:nvSpPr>
        <p:spPr>
          <a:xfrm xmlns:a="http://schemas.openxmlformats.org/drawingml/2006/main">
            <a:off x="781050" y="22574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01  .home-stats {</a:t>
            </a:r>
          </a:p>
        </p:txBody>
      </p:sp>
      <p:sp>
        <p:nvSpPr>
          <p:cNvPr id="10" name="">
            <a:extLst xmlns:a="http://schemas.openxmlformats.org/drawingml/2006/main">
              <a:ext uri="{FF2B5EF4-FFF2-40B4-BE49-F238E27FC236}">
                <a16:creationId xmlns:a16="http://schemas.microsoft.com/office/drawing/2014/main" id="{10656403-2CD0-4190-AD6C-808497CE4E70}"/>
              </a:ext>
            </a:extLst>
          </p:cNvPr>
          <p:cNvSpPr>
            <a:spLocks xmlns:a="http://schemas.openxmlformats.org/drawingml/2006/main" noGrp="1"/>
          </p:cNvSpPr>
          <p:nvPr/>
        </p:nvSpPr>
        <p:spPr>
          <a:xfrm xmlns:a="http://schemas.openxmlformats.org/drawingml/2006/main">
            <a:off x="781050" y="25146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02    display: grid;</a:t>
            </a:r>
          </a:p>
        </p:txBody>
      </p:sp>
      <p:sp>
        <p:nvSpPr>
          <p:cNvPr id="11" name="">
            <a:extLst xmlns:a="http://schemas.openxmlformats.org/drawingml/2006/main">
              <a:ext uri="{FF2B5EF4-FFF2-40B4-BE49-F238E27FC236}">
                <a16:creationId xmlns:a16="http://schemas.microsoft.com/office/drawing/2014/main" id="{4FF9CC5D-EC55-42AD-A46E-E0488F75E21A}"/>
              </a:ext>
            </a:extLst>
          </p:cNvPr>
          <p:cNvSpPr>
            <a:spLocks xmlns:a="http://schemas.openxmlformats.org/drawingml/2006/main" noGrp="1"/>
          </p:cNvSpPr>
          <p:nvPr/>
        </p:nvSpPr>
        <p:spPr>
          <a:xfrm xmlns:a="http://schemas.openxmlformats.org/drawingml/2006/main">
            <a:off x="781050" y="27717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03    grid-template-columns: repeat(5, 1fr);</a:t>
            </a:r>
          </a:p>
        </p:txBody>
      </p:sp>
      <p:sp>
        <p:nvSpPr>
          <p:cNvPr id="12" name="">
            <a:extLst xmlns:a="http://schemas.openxmlformats.org/drawingml/2006/main">
              <a:ext uri="{FF2B5EF4-FFF2-40B4-BE49-F238E27FC236}">
                <a16:creationId xmlns:a16="http://schemas.microsoft.com/office/drawing/2014/main" id="{110B24CB-184E-4725-A65B-15D2F0B1C3F8}"/>
              </a:ext>
            </a:extLst>
          </p:cNvPr>
          <p:cNvSpPr>
            <a:spLocks xmlns:a="http://schemas.openxmlformats.org/drawingml/2006/main" noGrp="1"/>
          </p:cNvSpPr>
          <p:nvPr/>
        </p:nvSpPr>
        <p:spPr>
          <a:xfrm xmlns:a="http://schemas.openxmlformats.org/drawingml/2006/main">
            <a:off x="781050" y="302895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04    gap: 12px;</a:t>
            </a:r>
          </a:p>
        </p:txBody>
      </p:sp>
      <p:sp>
        <p:nvSpPr>
          <p:cNvPr id="13" name="">
            <a:extLst xmlns:a="http://schemas.openxmlformats.org/drawingml/2006/main">
              <a:ext uri="{FF2B5EF4-FFF2-40B4-BE49-F238E27FC236}">
                <a16:creationId xmlns:a16="http://schemas.microsoft.com/office/drawing/2014/main" id="{53179430-5F4D-4BD3-848F-293AF8116197}"/>
              </a:ext>
            </a:extLst>
          </p:cNvPr>
          <p:cNvSpPr>
            <a:spLocks xmlns:a="http://schemas.openxmlformats.org/drawingml/2006/main" noGrp="1"/>
          </p:cNvSpPr>
          <p:nvPr/>
        </p:nvSpPr>
        <p:spPr>
          <a:xfrm xmlns:a="http://schemas.openxmlformats.org/drawingml/2006/main">
            <a:off x="781050" y="32861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05  }</a:t>
            </a:r>
          </a:p>
        </p:txBody>
      </p:sp>
      <p:sp>
        <p:nvSpPr>
          <p:cNvPr id="14" name="">
            <a:extLst xmlns:a="http://schemas.openxmlformats.org/drawingml/2006/main">
              <a:ext uri="{FF2B5EF4-FFF2-40B4-BE49-F238E27FC236}">
                <a16:creationId xmlns:a16="http://schemas.microsoft.com/office/drawing/2014/main" id="{A79A86DA-7847-45E0-B4AA-FF3D1409EC28}"/>
              </a:ext>
            </a:extLst>
          </p:cNvPr>
          <p:cNvSpPr>
            <a:spLocks xmlns:a="http://schemas.openxmlformats.org/drawingml/2006/main" noGrp="1"/>
          </p:cNvSpPr>
          <p:nvPr/>
        </p:nvSpPr>
        <p:spPr>
          <a:xfrm xmlns:a="http://schemas.openxmlformats.org/drawingml/2006/main">
            <a:off x="781050" y="35433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06  .home-lower-grid {</a:t>
            </a:r>
          </a:p>
        </p:txBody>
      </p:sp>
      <p:sp>
        <p:nvSpPr>
          <p:cNvPr id="15" name="">
            <a:extLst xmlns:a="http://schemas.openxmlformats.org/drawingml/2006/main">
              <a:ext uri="{FF2B5EF4-FFF2-40B4-BE49-F238E27FC236}">
                <a16:creationId xmlns:a16="http://schemas.microsoft.com/office/drawing/2014/main" id="{A5E0E947-9A70-4260-AF84-B252D9DA0718}"/>
              </a:ext>
            </a:extLst>
          </p:cNvPr>
          <p:cNvSpPr>
            <a:spLocks xmlns:a="http://schemas.openxmlformats.org/drawingml/2006/main" noGrp="1"/>
          </p:cNvSpPr>
          <p:nvPr/>
        </p:nvSpPr>
        <p:spPr>
          <a:xfrm xmlns:a="http://schemas.openxmlformats.org/drawingml/2006/main">
            <a:off x="781050" y="38004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07    display: grid;</a:t>
            </a:r>
          </a:p>
        </p:txBody>
      </p:sp>
      <p:sp>
        <p:nvSpPr>
          <p:cNvPr id="16" name="">
            <a:extLst xmlns:a="http://schemas.openxmlformats.org/drawingml/2006/main">
              <a:ext uri="{FF2B5EF4-FFF2-40B4-BE49-F238E27FC236}">
                <a16:creationId xmlns:a16="http://schemas.microsoft.com/office/drawing/2014/main" id="{90C5D887-FD55-481E-B39B-50FCE006D9F9}"/>
              </a:ext>
            </a:extLst>
          </p:cNvPr>
          <p:cNvSpPr>
            <a:spLocks xmlns:a="http://schemas.openxmlformats.org/drawingml/2006/main" noGrp="1"/>
          </p:cNvSpPr>
          <p:nvPr/>
        </p:nvSpPr>
        <p:spPr>
          <a:xfrm xmlns:a="http://schemas.openxmlformats.org/drawingml/2006/main">
            <a:off x="781050" y="405765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08    grid-template-columns: 1.42fr 1fr;</a:t>
            </a:r>
          </a:p>
        </p:txBody>
      </p:sp>
      <p:sp>
        <p:nvSpPr>
          <p:cNvPr id="17" name="">
            <a:extLst xmlns:a="http://schemas.openxmlformats.org/drawingml/2006/main">
              <a:ext uri="{FF2B5EF4-FFF2-40B4-BE49-F238E27FC236}">
                <a16:creationId xmlns:a16="http://schemas.microsoft.com/office/drawing/2014/main" id="{B3BA3F63-03BC-4EDE-B3E9-EEB9BF33012E}"/>
              </a:ext>
            </a:extLst>
          </p:cNvPr>
          <p:cNvSpPr>
            <a:spLocks xmlns:a="http://schemas.openxmlformats.org/drawingml/2006/main" noGrp="1"/>
          </p:cNvSpPr>
          <p:nvPr/>
        </p:nvSpPr>
        <p:spPr>
          <a:xfrm xmlns:a="http://schemas.openxmlformats.org/drawingml/2006/main">
            <a:off x="781050" y="43148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09  }</a:t>
            </a:r>
          </a:p>
        </p:txBody>
      </p:sp>
      <p:sp>
        <p:nvSpPr>
          <p:cNvPr id="18" name="">
            <a:extLst xmlns:a="http://schemas.openxmlformats.org/drawingml/2006/main">
              <a:ext uri="{FF2B5EF4-FFF2-40B4-BE49-F238E27FC236}">
                <a16:creationId xmlns:a16="http://schemas.microsoft.com/office/drawing/2014/main" id="{10F4035E-36AB-4354-87D2-79443791D6B9}"/>
              </a:ext>
            </a:extLst>
          </p:cNvPr>
          <p:cNvSpPr>
            <a:spLocks xmlns:a="http://schemas.openxmlformats.org/drawingml/2006/main" noGrp="1"/>
          </p:cNvSpPr>
          <p:nvPr/>
        </p:nvSpPr>
        <p:spPr>
          <a:xfrm xmlns:a="http://schemas.openxmlformats.org/drawingml/2006/main">
            <a:off x="781050" y="45720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C6A0F6"/>
                </a:solidFill>
              </a:defRPr>
            </a:pPr>
            <a:r>
              <a:rPr sz="1050" b="0" i="0">
                <a:solidFill>
                  <a:srgbClr val="C6A0F6"/>
                </a:solidFill>
              </a:rPr>
              <a:t>10  @media (max-width: 768px) {</a:t>
            </a:r>
          </a:p>
        </p:txBody>
      </p:sp>
      <p:sp>
        <p:nvSpPr>
          <p:cNvPr id="19" name="">
            <a:extLst xmlns:a="http://schemas.openxmlformats.org/drawingml/2006/main">
              <a:ext uri="{FF2B5EF4-FFF2-40B4-BE49-F238E27FC236}">
                <a16:creationId xmlns:a16="http://schemas.microsoft.com/office/drawing/2014/main" id="{E114BC5D-70CB-41CC-8EAA-9CC7903F46E9}"/>
              </a:ext>
            </a:extLst>
          </p:cNvPr>
          <p:cNvSpPr>
            <a:spLocks xmlns:a="http://schemas.openxmlformats.org/drawingml/2006/main" noGrp="1"/>
          </p:cNvSpPr>
          <p:nvPr/>
        </p:nvSpPr>
        <p:spPr>
          <a:xfrm xmlns:a="http://schemas.openxmlformats.org/drawingml/2006/main">
            <a:off x="781050" y="48291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11    .home-stats { grid-template-columns: 1fr 1fr; }</a:t>
            </a:r>
          </a:p>
        </p:txBody>
      </p:sp>
      <p:sp>
        <p:nvSpPr>
          <p:cNvPr id="20" name="">
            <a:extLst xmlns:a="http://schemas.openxmlformats.org/drawingml/2006/main">
              <a:ext uri="{FF2B5EF4-FFF2-40B4-BE49-F238E27FC236}">
                <a16:creationId xmlns:a16="http://schemas.microsoft.com/office/drawing/2014/main" id="{EC6B869F-F74F-43AD-892D-619FCADA6A2A}"/>
              </a:ext>
            </a:extLst>
          </p:cNvPr>
          <p:cNvSpPr>
            <a:spLocks xmlns:a="http://schemas.openxmlformats.org/drawingml/2006/main" noGrp="1"/>
          </p:cNvSpPr>
          <p:nvPr/>
        </p:nvSpPr>
        <p:spPr>
          <a:xfrm xmlns:a="http://schemas.openxmlformats.org/drawingml/2006/main">
            <a:off x="781050" y="508635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12    .home-lower-grid { grid-template-columns: 1fr; }</a:t>
            </a:r>
          </a:p>
        </p:txBody>
      </p:sp>
      <p:sp>
        <p:nvSpPr>
          <p:cNvPr id="21" name="">
            <a:extLst xmlns:a="http://schemas.openxmlformats.org/drawingml/2006/main">
              <a:ext uri="{FF2B5EF4-FFF2-40B4-BE49-F238E27FC236}">
                <a16:creationId xmlns:a16="http://schemas.microsoft.com/office/drawing/2014/main" id="{DEC1BB46-946E-451B-A257-A67B56446297}"/>
              </a:ext>
            </a:extLst>
          </p:cNvPr>
          <p:cNvSpPr>
            <a:spLocks xmlns:a="http://schemas.openxmlformats.org/drawingml/2006/main" noGrp="1"/>
          </p:cNvSpPr>
          <p:nvPr/>
        </p:nvSpPr>
        <p:spPr>
          <a:xfrm xmlns:a="http://schemas.openxmlformats.org/drawingml/2006/main">
            <a:off x="781050" y="53435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13  }</a:t>
            </a:r>
          </a:p>
        </p:txBody>
      </p:sp>
      <p:sp>
        <p:nvSpPr>
          <p:cNvPr id="22" name="responsive-diagram">
            <a:extLst xmlns:a="http://schemas.openxmlformats.org/drawingml/2006/main">
              <a:ext uri="{FF2B5EF4-FFF2-40B4-BE49-F238E27FC236}">
                <a16:creationId xmlns:a16="http://schemas.microsoft.com/office/drawing/2014/main" id="{4FCC8E78-80D2-4864-8F9B-35E846E39111}"/>
              </a:ext>
            </a:extLst>
          </p:cNvPr>
          <p:cNvSpPr>
            <a:spLocks xmlns:a="http://schemas.openxmlformats.org/drawingml/2006/main" noGrp="1"/>
          </p:cNvSpPr>
          <p:nvPr/>
        </p:nvSpPr>
        <p:spPr>
          <a:xfrm xmlns:a="http://schemas.openxmlformats.org/drawingml/2006/main">
            <a:off x="5715000" y="1809750"/>
            <a:ext cx="5867400" cy="4000500"/>
          </a:xfrm>
          <a:prstGeom xmlns:a="http://schemas.openxmlformats.org/drawingml/2006/main" prst="roundRect">
            <a:avLst>
              <a:gd name="adj" fmla="val 1905"/>
            </a:avLst>
          </a:prstGeom>
          <a:solidFill xmlns:a="http://schemas.openxmlformats.org/drawingml/2006/main">
            <a:srgbClr val="FFFEFA"/>
          </a:solidFill>
          <a:ln xmlns:a="http://schemas.openxmlformats.org/drawingml/2006/main" w="9525">
            <a:solidFill>
              <a:srgbClr val="E5E1D8"/>
            </a:solidFill>
            <a:prstDash val="solid"/>
          </a:ln>
        </p:spPr>
      </p:sp>
      <p:sp>
        <p:nvSpPr>
          <p:cNvPr id="23" name="">
            <a:extLst xmlns:a="http://schemas.openxmlformats.org/drawingml/2006/main">
              <a:ext uri="{FF2B5EF4-FFF2-40B4-BE49-F238E27FC236}">
                <a16:creationId xmlns:a16="http://schemas.microsoft.com/office/drawing/2014/main" id="{8D504851-77A1-4572-8003-D991CCFC498F}"/>
              </a:ext>
            </a:extLst>
          </p:cNvPr>
          <p:cNvSpPr>
            <a:spLocks xmlns:a="http://schemas.openxmlformats.org/drawingml/2006/main" noGrp="1"/>
          </p:cNvSpPr>
          <p:nvPr/>
        </p:nvSpPr>
        <p:spPr>
          <a:xfrm xmlns:a="http://schemas.openxmlformats.org/drawingml/2006/main">
            <a:off x="6000750" y="207645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DESKTOP</a:t>
            </a:r>
          </a:p>
        </p:txBody>
      </p:sp>
      <p:sp>
        <p:nvSpPr>
          <p:cNvPr id="24" name="">
            <a:extLst xmlns:a="http://schemas.openxmlformats.org/drawingml/2006/main">
              <a:ext uri="{FF2B5EF4-FFF2-40B4-BE49-F238E27FC236}">
                <a16:creationId xmlns:a16="http://schemas.microsoft.com/office/drawing/2014/main" id="{B9BDC35B-84F6-4A21-AE28-CF95CF329436}"/>
              </a:ext>
            </a:extLst>
          </p:cNvPr>
          <p:cNvSpPr>
            <a:spLocks xmlns:a="http://schemas.openxmlformats.org/drawingml/2006/main" noGrp="1"/>
          </p:cNvSpPr>
          <p:nvPr/>
        </p:nvSpPr>
        <p:spPr>
          <a:xfrm xmlns:a="http://schemas.openxmlformats.org/drawingml/2006/main">
            <a:off x="6000750" y="2400300"/>
            <a:ext cx="895350" cy="647700"/>
          </a:xfrm>
          <a:prstGeom xmlns:a="http://schemas.openxmlformats.org/drawingml/2006/main" prst="roundRect">
            <a:avLst>
              <a:gd name="adj" fmla="val 11765"/>
            </a:avLst>
          </a:prstGeom>
          <a:solidFill xmlns:a="http://schemas.openxmlformats.org/drawingml/2006/main">
            <a:srgbClr val="E7EFEA"/>
          </a:solidFill>
          <a:ln xmlns:a="http://schemas.openxmlformats.org/drawingml/2006/main" w="9525">
            <a:solidFill>
              <a:srgbClr val="D2DFD6"/>
            </a:solidFill>
            <a:prstDash val="solid"/>
          </a:ln>
        </p:spPr>
      </p:sp>
      <p:sp>
        <p:nvSpPr>
          <p:cNvPr id="25" name="">
            <a:extLst xmlns:a="http://schemas.openxmlformats.org/drawingml/2006/main">
              <a:ext uri="{FF2B5EF4-FFF2-40B4-BE49-F238E27FC236}">
                <a16:creationId xmlns:a16="http://schemas.microsoft.com/office/drawing/2014/main" id="{4E143574-C5BF-40D0-9DC6-CC14BBBC26D0}"/>
              </a:ext>
            </a:extLst>
          </p:cNvPr>
          <p:cNvSpPr>
            <a:spLocks xmlns:a="http://schemas.openxmlformats.org/drawingml/2006/main" noGrp="1"/>
          </p:cNvSpPr>
          <p:nvPr/>
        </p:nvSpPr>
        <p:spPr>
          <a:xfrm xmlns:a="http://schemas.openxmlformats.org/drawingml/2006/main">
            <a:off x="7010400" y="2400300"/>
            <a:ext cx="895350" cy="647700"/>
          </a:xfrm>
          <a:prstGeom xmlns:a="http://schemas.openxmlformats.org/drawingml/2006/main" prst="roundRect">
            <a:avLst>
              <a:gd name="adj" fmla="val 11765"/>
            </a:avLst>
          </a:prstGeom>
          <a:solidFill xmlns:a="http://schemas.openxmlformats.org/drawingml/2006/main">
            <a:srgbClr val="E7EFEA"/>
          </a:solidFill>
          <a:ln xmlns:a="http://schemas.openxmlformats.org/drawingml/2006/main" w="9525">
            <a:solidFill>
              <a:srgbClr val="D2DFD6"/>
            </a:solidFill>
            <a:prstDash val="solid"/>
          </a:ln>
        </p:spPr>
      </p:sp>
      <p:sp>
        <p:nvSpPr>
          <p:cNvPr id="26" name="">
            <a:extLst xmlns:a="http://schemas.openxmlformats.org/drawingml/2006/main">
              <a:ext uri="{FF2B5EF4-FFF2-40B4-BE49-F238E27FC236}">
                <a16:creationId xmlns:a16="http://schemas.microsoft.com/office/drawing/2014/main" id="{DBDA554F-97F3-4B2E-9A38-46118044EB43}"/>
              </a:ext>
            </a:extLst>
          </p:cNvPr>
          <p:cNvSpPr>
            <a:spLocks xmlns:a="http://schemas.openxmlformats.org/drawingml/2006/main" noGrp="1"/>
          </p:cNvSpPr>
          <p:nvPr/>
        </p:nvSpPr>
        <p:spPr>
          <a:xfrm xmlns:a="http://schemas.openxmlformats.org/drawingml/2006/main">
            <a:off x="8020050" y="2400300"/>
            <a:ext cx="895350" cy="647700"/>
          </a:xfrm>
          <a:prstGeom xmlns:a="http://schemas.openxmlformats.org/drawingml/2006/main" prst="roundRect">
            <a:avLst>
              <a:gd name="adj" fmla="val 11765"/>
            </a:avLst>
          </a:prstGeom>
          <a:solidFill xmlns:a="http://schemas.openxmlformats.org/drawingml/2006/main">
            <a:srgbClr val="EEE1C8"/>
          </a:solidFill>
          <a:ln xmlns:a="http://schemas.openxmlformats.org/drawingml/2006/main" w="9525">
            <a:solidFill>
              <a:srgbClr val="D2DFD6"/>
            </a:solidFill>
            <a:prstDash val="solid"/>
          </a:ln>
        </p:spPr>
      </p:sp>
      <p:sp>
        <p:nvSpPr>
          <p:cNvPr id="27" name="">
            <a:extLst xmlns:a="http://schemas.openxmlformats.org/drawingml/2006/main">
              <a:ext uri="{FF2B5EF4-FFF2-40B4-BE49-F238E27FC236}">
                <a16:creationId xmlns:a16="http://schemas.microsoft.com/office/drawing/2014/main" id="{9F410503-9E81-47A2-A58F-B5F6DC659C99}"/>
              </a:ext>
            </a:extLst>
          </p:cNvPr>
          <p:cNvSpPr>
            <a:spLocks xmlns:a="http://schemas.openxmlformats.org/drawingml/2006/main" noGrp="1"/>
          </p:cNvSpPr>
          <p:nvPr/>
        </p:nvSpPr>
        <p:spPr>
          <a:xfrm xmlns:a="http://schemas.openxmlformats.org/drawingml/2006/main">
            <a:off x="9029700" y="2400300"/>
            <a:ext cx="895350" cy="647700"/>
          </a:xfrm>
          <a:prstGeom xmlns:a="http://schemas.openxmlformats.org/drawingml/2006/main" prst="roundRect">
            <a:avLst>
              <a:gd name="adj" fmla="val 11765"/>
            </a:avLst>
          </a:prstGeom>
          <a:solidFill xmlns:a="http://schemas.openxmlformats.org/drawingml/2006/main">
            <a:srgbClr val="E7EFEA"/>
          </a:solidFill>
          <a:ln xmlns:a="http://schemas.openxmlformats.org/drawingml/2006/main" w="9525">
            <a:solidFill>
              <a:srgbClr val="D2DFD6"/>
            </a:solidFill>
            <a:prstDash val="solid"/>
          </a:ln>
        </p:spPr>
      </p:sp>
      <p:sp>
        <p:nvSpPr>
          <p:cNvPr id="28" name="">
            <a:extLst xmlns:a="http://schemas.openxmlformats.org/drawingml/2006/main">
              <a:ext uri="{FF2B5EF4-FFF2-40B4-BE49-F238E27FC236}">
                <a16:creationId xmlns:a16="http://schemas.microsoft.com/office/drawing/2014/main" id="{D73DC449-ABC1-4E9B-B860-2B76647CDE01}"/>
              </a:ext>
            </a:extLst>
          </p:cNvPr>
          <p:cNvSpPr>
            <a:spLocks xmlns:a="http://schemas.openxmlformats.org/drawingml/2006/main" noGrp="1"/>
          </p:cNvSpPr>
          <p:nvPr/>
        </p:nvSpPr>
        <p:spPr>
          <a:xfrm xmlns:a="http://schemas.openxmlformats.org/drawingml/2006/main">
            <a:off x="10039350" y="2400300"/>
            <a:ext cx="895350" cy="647700"/>
          </a:xfrm>
          <a:prstGeom xmlns:a="http://schemas.openxmlformats.org/drawingml/2006/main" prst="roundRect">
            <a:avLst>
              <a:gd name="adj" fmla="val 11765"/>
            </a:avLst>
          </a:prstGeom>
          <a:solidFill xmlns:a="http://schemas.openxmlformats.org/drawingml/2006/main">
            <a:srgbClr val="E7EFEA"/>
          </a:solidFill>
          <a:ln xmlns:a="http://schemas.openxmlformats.org/drawingml/2006/main" w="9525">
            <a:solidFill>
              <a:srgbClr val="D2DFD6"/>
            </a:solidFill>
            <a:prstDash val="solid"/>
          </a:ln>
        </p:spPr>
      </p:sp>
      <p:sp>
        <p:nvSpPr>
          <p:cNvPr id="29" name="">
            <a:extLst xmlns:a="http://schemas.openxmlformats.org/drawingml/2006/main">
              <a:ext uri="{FF2B5EF4-FFF2-40B4-BE49-F238E27FC236}">
                <a16:creationId xmlns:a16="http://schemas.microsoft.com/office/drawing/2014/main" id="{721EE3E7-112F-4120-81ED-54296F65C541}"/>
              </a:ext>
            </a:extLst>
          </p:cNvPr>
          <p:cNvSpPr>
            <a:spLocks xmlns:a="http://schemas.openxmlformats.org/drawingml/2006/main" noGrp="1"/>
          </p:cNvSpPr>
          <p:nvPr/>
        </p:nvSpPr>
        <p:spPr>
          <a:xfrm xmlns:a="http://schemas.openxmlformats.org/drawingml/2006/main">
            <a:off x="6000750" y="3219450"/>
            <a:ext cx="3124200" cy="1047750"/>
          </a:xfrm>
          <a:prstGeom xmlns:a="http://schemas.openxmlformats.org/drawingml/2006/main" prst="roundRect">
            <a:avLst>
              <a:gd name="adj" fmla="val 7273"/>
            </a:avLst>
          </a:prstGeom>
          <a:solidFill xmlns:a="http://schemas.openxmlformats.org/drawingml/2006/main">
            <a:srgbClr val="E7EFEA"/>
          </a:solidFill>
          <a:ln xmlns:a="http://schemas.openxmlformats.org/drawingml/2006/main" w="9525">
            <a:solidFill>
              <a:srgbClr val="D2DFD6"/>
            </a:solidFill>
            <a:prstDash val="solid"/>
          </a:ln>
        </p:spPr>
      </p:sp>
      <p:sp>
        <p:nvSpPr>
          <p:cNvPr id="30" name="">
            <a:extLst xmlns:a="http://schemas.openxmlformats.org/drawingml/2006/main">
              <a:ext uri="{FF2B5EF4-FFF2-40B4-BE49-F238E27FC236}">
                <a16:creationId xmlns:a16="http://schemas.microsoft.com/office/drawing/2014/main" id="{319D0AFC-4DB3-4FAC-9811-0BDF479EDFA4}"/>
              </a:ext>
            </a:extLst>
          </p:cNvPr>
          <p:cNvSpPr>
            <a:spLocks xmlns:a="http://schemas.openxmlformats.org/drawingml/2006/main" noGrp="1"/>
          </p:cNvSpPr>
          <p:nvPr/>
        </p:nvSpPr>
        <p:spPr>
          <a:xfrm xmlns:a="http://schemas.openxmlformats.org/drawingml/2006/main">
            <a:off x="9239250" y="3219450"/>
            <a:ext cx="2019300" cy="1047750"/>
          </a:xfrm>
          <a:prstGeom xmlns:a="http://schemas.openxmlformats.org/drawingml/2006/main" prst="roundRect">
            <a:avLst>
              <a:gd name="adj" fmla="val 7273"/>
            </a:avLst>
          </a:prstGeom>
          <a:solidFill xmlns:a="http://schemas.openxmlformats.org/drawingml/2006/main">
            <a:srgbClr val="F3E9D5"/>
          </a:solidFill>
          <a:ln xmlns:a="http://schemas.openxmlformats.org/drawingml/2006/main" w="9525">
            <a:solidFill>
              <a:srgbClr val="E3D2B2"/>
            </a:solidFill>
            <a:prstDash val="solid"/>
          </a:ln>
        </p:spPr>
      </p:sp>
      <p:sp>
        <p:nvSpPr>
          <p:cNvPr id="31" name="">
            <a:extLst xmlns:a="http://schemas.openxmlformats.org/drawingml/2006/main">
              <a:ext uri="{FF2B5EF4-FFF2-40B4-BE49-F238E27FC236}">
                <a16:creationId xmlns:a16="http://schemas.microsoft.com/office/drawing/2014/main" id="{D9BC75AC-5927-464A-A4DD-BCD0464F3AB8}"/>
              </a:ext>
            </a:extLst>
          </p:cNvPr>
          <p:cNvSpPr>
            <a:spLocks xmlns:a="http://schemas.openxmlformats.org/drawingml/2006/main" noGrp="1"/>
          </p:cNvSpPr>
          <p:nvPr/>
        </p:nvSpPr>
        <p:spPr>
          <a:xfrm xmlns:a="http://schemas.openxmlformats.org/drawingml/2006/main">
            <a:off x="6191250" y="462915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MOBILE</a:t>
            </a:r>
          </a:p>
        </p:txBody>
      </p:sp>
      <p:sp>
        <p:nvSpPr>
          <p:cNvPr id="32" name="">
            <a:extLst xmlns:a="http://schemas.openxmlformats.org/drawingml/2006/main">
              <a:ext uri="{FF2B5EF4-FFF2-40B4-BE49-F238E27FC236}">
                <a16:creationId xmlns:a16="http://schemas.microsoft.com/office/drawing/2014/main" id="{5F11FB91-3010-4530-A4B2-113BB2E968C5}"/>
              </a:ext>
            </a:extLst>
          </p:cNvPr>
          <p:cNvSpPr>
            <a:spLocks xmlns:a="http://schemas.openxmlformats.org/drawingml/2006/main" noGrp="1"/>
          </p:cNvSpPr>
          <p:nvPr/>
        </p:nvSpPr>
        <p:spPr>
          <a:xfrm xmlns:a="http://schemas.openxmlformats.org/drawingml/2006/main">
            <a:off x="7239000" y="4591050"/>
            <a:ext cx="1257300" cy="9144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E5E1D8"/>
            </a:solidFill>
            <a:prstDash val="solid"/>
          </a:ln>
        </p:spPr>
      </p:sp>
      <p:sp>
        <p:nvSpPr>
          <p:cNvPr id="33" name="">
            <a:extLst xmlns:a="http://schemas.openxmlformats.org/drawingml/2006/main">
              <a:ext uri="{FF2B5EF4-FFF2-40B4-BE49-F238E27FC236}">
                <a16:creationId xmlns:a16="http://schemas.microsoft.com/office/drawing/2014/main" id="{F10ABCBE-A473-4E1B-AB4D-511A0A97B096}"/>
              </a:ext>
            </a:extLst>
          </p:cNvPr>
          <p:cNvSpPr>
            <a:spLocks xmlns:a="http://schemas.openxmlformats.org/drawingml/2006/main" noGrp="1"/>
          </p:cNvSpPr>
          <p:nvPr/>
        </p:nvSpPr>
        <p:spPr>
          <a:xfrm xmlns:a="http://schemas.openxmlformats.org/drawingml/2006/main">
            <a:off x="7372350" y="4762500"/>
            <a:ext cx="419100" cy="219075"/>
          </a:xfrm>
          <a:prstGeom xmlns:a="http://schemas.openxmlformats.org/drawingml/2006/main" prst="roundRect">
            <a:avLst>
              <a:gd name="adj" fmla="val 34783"/>
            </a:avLst>
          </a:prstGeom>
          <a:solidFill xmlns:a="http://schemas.openxmlformats.org/drawingml/2006/main">
            <a:srgbClr val="E7EFEA"/>
          </a:solidFill>
          <a:ln xmlns:a="http://schemas.openxmlformats.org/drawingml/2006/main" w="9525">
            <a:solidFill>
              <a:srgbClr val="D2DFD6"/>
            </a:solidFill>
            <a:prstDash val="solid"/>
          </a:ln>
        </p:spPr>
      </p:sp>
      <p:sp>
        <p:nvSpPr>
          <p:cNvPr id="34" name="">
            <a:extLst xmlns:a="http://schemas.openxmlformats.org/drawingml/2006/main">
              <a:ext uri="{FF2B5EF4-FFF2-40B4-BE49-F238E27FC236}">
                <a16:creationId xmlns:a16="http://schemas.microsoft.com/office/drawing/2014/main" id="{0712DF60-B1F6-4954-B7F5-FF2EC347D2A6}"/>
              </a:ext>
            </a:extLst>
          </p:cNvPr>
          <p:cNvSpPr>
            <a:spLocks xmlns:a="http://schemas.openxmlformats.org/drawingml/2006/main" noGrp="1"/>
          </p:cNvSpPr>
          <p:nvPr/>
        </p:nvSpPr>
        <p:spPr>
          <a:xfrm xmlns:a="http://schemas.openxmlformats.org/drawingml/2006/main">
            <a:off x="7877175" y="4762500"/>
            <a:ext cx="419100" cy="219075"/>
          </a:xfrm>
          <a:prstGeom xmlns:a="http://schemas.openxmlformats.org/drawingml/2006/main" prst="roundRect">
            <a:avLst>
              <a:gd name="adj" fmla="val 34783"/>
            </a:avLst>
          </a:prstGeom>
          <a:solidFill xmlns:a="http://schemas.openxmlformats.org/drawingml/2006/main">
            <a:srgbClr val="E7EFEA"/>
          </a:solidFill>
          <a:ln xmlns:a="http://schemas.openxmlformats.org/drawingml/2006/main" w="9525">
            <a:solidFill>
              <a:srgbClr val="D2DFD6"/>
            </a:solidFill>
            <a:prstDash val="solid"/>
          </a:ln>
        </p:spPr>
      </p:sp>
      <p:sp>
        <p:nvSpPr>
          <p:cNvPr id="35" name="">
            <a:extLst xmlns:a="http://schemas.openxmlformats.org/drawingml/2006/main">
              <a:ext uri="{FF2B5EF4-FFF2-40B4-BE49-F238E27FC236}">
                <a16:creationId xmlns:a16="http://schemas.microsoft.com/office/drawing/2014/main" id="{F2015F68-C7E7-47F4-92F3-38283F9BEE78}"/>
              </a:ext>
            </a:extLst>
          </p:cNvPr>
          <p:cNvSpPr>
            <a:spLocks xmlns:a="http://schemas.openxmlformats.org/drawingml/2006/main" noGrp="1"/>
          </p:cNvSpPr>
          <p:nvPr/>
        </p:nvSpPr>
        <p:spPr>
          <a:xfrm xmlns:a="http://schemas.openxmlformats.org/drawingml/2006/main">
            <a:off x="7372350" y="5057775"/>
            <a:ext cx="419100" cy="219075"/>
          </a:xfrm>
          <a:prstGeom xmlns:a="http://schemas.openxmlformats.org/drawingml/2006/main" prst="roundRect">
            <a:avLst>
              <a:gd name="adj" fmla="val 34783"/>
            </a:avLst>
          </a:prstGeom>
          <a:solidFill xmlns:a="http://schemas.openxmlformats.org/drawingml/2006/main">
            <a:srgbClr val="E7EFEA"/>
          </a:solidFill>
          <a:ln xmlns:a="http://schemas.openxmlformats.org/drawingml/2006/main" w="9525">
            <a:solidFill>
              <a:srgbClr val="D2DFD6"/>
            </a:solidFill>
            <a:prstDash val="solid"/>
          </a:ln>
        </p:spPr>
      </p:sp>
      <p:sp>
        <p:nvSpPr>
          <p:cNvPr id="36" name="">
            <a:extLst xmlns:a="http://schemas.openxmlformats.org/drawingml/2006/main">
              <a:ext uri="{FF2B5EF4-FFF2-40B4-BE49-F238E27FC236}">
                <a16:creationId xmlns:a16="http://schemas.microsoft.com/office/drawing/2014/main" id="{BCCF1ACD-CFC5-42E0-8205-8EAF837A026C}"/>
              </a:ext>
            </a:extLst>
          </p:cNvPr>
          <p:cNvSpPr>
            <a:spLocks xmlns:a="http://schemas.openxmlformats.org/drawingml/2006/main" noGrp="1"/>
          </p:cNvSpPr>
          <p:nvPr/>
        </p:nvSpPr>
        <p:spPr>
          <a:xfrm xmlns:a="http://schemas.openxmlformats.org/drawingml/2006/main">
            <a:off x="7877175" y="5057775"/>
            <a:ext cx="419100" cy="219075"/>
          </a:xfrm>
          <a:prstGeom xmlns:a="http://schemas.openxmlformats.org/drawingml/2006/main" prst="roundRect">
            <a:avLst>
              <a:gd name="adj" fmla="val 34783"/>
            </a:avLst>
          </a:prstGeom>
          <a:solidFill xmlns:a="http://schemas.openxmlformats.org/drawingml/2006/main">
            <a:srgbClr val="E7EFEA"/>
          </a:solidFill>
          <a:ln xmlns:a="http://schemas.openxmlformats.org/drawingml/2006/main" w="9525">
            <a:solidFill>
              <a:srgbClr val="D2DFD6"/>
            </a:solidFill>
            <a:prstDash val="solid"/>
          </a:ln>
        </p:spPr>
      </p:sp>
      <p:sp>
        <p:nvSpPr>
          <p:cNvPr id="37" name="">
            <a:extLst xmlns:a="http://schemas.openxmlformats.org/drawingml/2006/main">
              <a:ext uri="{FF2B5EF4-FFF2-40B4-BE49-F238E27FC236}">
                <a16:creationId xmlns:a16="http://schemas.microsoft.com/office/drawing/2014/main" id="{2CB107D9-A128-4CB9-BF24-7FA915825D18}"/>
              </a:ext>
            </a:extLst>
          </p:cNvPr>
          <p:cNvSpPr>
            <a:spLocks xmlns:a="http://schemas.openxmlformats.org/drawingml/2006/main" noGrp="1"/>
          </p:cNvSpPr>
          <p:nvPr/>
        </p:nvSpPr>
        <p:spPr>
          <a:xfrm xmlns:a="http://schemas.openxmlformats.org/drawingml/2006/main">
            <a:off x="8686800" y="4591050"/>
            <a:ext cx="1257300" cy="9144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E5E1D8"/>
            </a:solidFill>
            <a:prstDash val="solid"/>
          </a:ln>
        </p:spPr>
      </p:sp>
      <p:sp>
        <p:nvSpPr>
          <p:cNvPr id="38" name="">
            <a:extLst xmlns:a="http://schemas.openxmlformats.org/drawingml/2006/main">
              <a:ext uri="{FF2B5EF4-FFF2-40B4-BE49-F238E27FC236}">
                <a16:creationId xmlns:a16="http://schemas.microsoft.com/office/drawing/2014/main" id="{656C4E3B-FDD9-4EDC-AA81-DD66CB503065}"/>
              </a:ext>
            </a:extLst>
          </p:cNvPr>
          <p:cNvSpPr>
            <a:spLocks xmlns:a="http://schemas.openxmlformats.org/drawingml/2006/main" noGrp="1"/>
          </p:cNvSpPr>
          <p:nvPr/>
        </p:nvSpPr>
        <p:spPr>
          <a:xfrm xmlns:a="http://schemas.openxmlformats.org/drawingml/2006/main">
            <a:off x="8820150" y="4762500"/>
            <a:ext cx="990600" cy="552450"/>
          </a:xfrm>
          <a:prstGeom xmlns:a="http://schemas.openxmlformats.org/drawingml/2006/main" prst="roundRect">
            <a:avLst>
              <a:gd name="adj" fmla="val 13793"/>
            </a:avLst>
          </a:prstGeom>
          <a:solidFill xmlns:a="http://schemas.openxmlformats.org/drawingml/2006/main">
            <a:srgbClr val="F3E9D5"/>
          </a:solidFill>
          <a:ln xmlns:a="http://schemas.openxmlformats.org/drawingml/2006/main" w="9525">
            <a:solidFill>
              <a:srgbClr val="E3D2B2"/>
            </a:solidFill>
            <a:prstDash val="solid"/>
          </a:ln>
        </p:spPr>
      </p:sp>
      <p:sp>
        <p:nvSpPr>
          <p:cNvPr id="39" name="">
            <a:extLst xmlns:a="http://schemas.openxmlformats.org/drawingml/2006/main">
              <a:ext uri="{FF2B5EF4-FFF2-40B4-BE49-F238E27FC236}">
                <a16:creationId xmlns:a16="http://schemas.microsoft.com/office/drawing/2014/main" id="{60278DEB-884A-47FD-B798-51C331811C69}"/>
              </a:ext>
            </a:extLst>
          </p:cNvPr>
          <p:cNvSpPr>
            <a:spLocks xmlns:a="http://schemas.openxmlformats.org/drawingml/2006/main" noGrp="1"/>
          </p:cNvSpPr>
          <p:nvPr/>
        </p:nvSpPr>
        <p:spPr>
          <a:xfrm xmlns:a="http://schemas.openxmlformats.org/drawingml/2006/main">
            <a:off x="10096500" y="4886325"/>
            <a:ext cx="1238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i="0">
                <a:solidFill>
                  <a:srgbClr val="123524"/>
                </a:solidFill>
              </a:defRPr>
            </a:pPr>
            <a:r>
              <a:rPr sz="1425" b="1" i="0">
                <a:solidFill>
                  <a:srgbClr val="123524"/>
                </a:solidFill>
              </a:rPr>
              <a:t>5 → 2 → 1 columns</a:t>
            </a:r>
          </a:p>
        </p:txBody>
      </p:sp>
      <p:sp>
        <p:nvSpPr>
          <p:cNvPr id="40" name="">
            <a:extLst xmlns:a="http://schemas.openxmlformats.org/drawingml/2006/main">
              <a:ext uri="{FF2B5EF4-FFF2-40B4-BE49-F238E27FC236}">
                <a16:creationId xmlns:a16="http://schemas.microsoft.com/office/drawing/2014/main" id="{D8AD74BE-FD9C-4F01-B302-0162A1DCAF38}"/>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1083528572"/>
      </p:ext>
    </p:extLst>
  </p:cSld>
</p:sld>
</file>

<file path=ppt/slides/slide1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2" name="top-accent">
            <a:extLst xmlns:a="http://schemas.openxmlformats.org/drawingml/2006/main">
              <a:ext uri="{FF2B5EF4-FFF2-40B4-BE49-F238E27FC236}">
                <a16:creationId xmlns:a16="http://schemas.microsoft.com/office/drawing/2014/main" id="{5BA80A58-3AF9-48FD-A471-DF66B4F3A06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BBA5A6EC-0A42-4911-92DD-C0515C4A6CC6}"/>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2 · CSS</a:t>
            </a:r>
          </a:p>
        </p:txBody>
      </p:sp>
      <p:sp>
        <p:nvSpPr>
          <p:cNvPr id="3" name="slide-number">
            <a:extLst xmlns:a="http://schemas.openxmlformats.org/drawingml/2006/main">
              <a:ext uri="{FF2B5EF4-FFF2-40B4-BE49-F238E27FC236}">
                <a16:creationId xmlns:a16="http://schemas.microsoft.com/office/drawing/2014/main" id="{D8A236AC-ED4E-4A77-92C6-84A93091C0B3}"/>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15</a:t>
            </a:r>
          </a:p>
        </p:txBody>
      </p:sp>
      <p:sp>
        <p:nvSpPr>
          <p:cNvPr id="4" name="slide-title">
            <a:extLst xmlns:a="http://schemas.openxmlformats.org/drawingml/2006/main">
              <a:ext uri="{FF2B5EF4-FFF2-40B4-BE49-F238E27FC236}">
                <a16:creationId xmlns:a16="http://schemas.microsoft.com/office/drawing/2014/main" id="{7910311F-B9D3-424F-8847-B9881300E9E5}"/>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Define one component language for cards, tables, and data states</a:t>
            </a:r>
          </a:p>
        </p:txBody>
      </p:sp>
      <p:sp>
        <p:nvSpPr>
          <p:cNvPr id="5" name="slide-subtitle">
            <a:extLst xmlns:a="http://schemas.openxmlformats.org/drawingml/2006/main">
              <a:ext uri="{FF2B5EF4-FFF2-40B4-BE49-F238E27FC236}">
                <a16:creationId xmlns:a16="http://schemas.microsoft.com/office/drawing/2014/main" id="{CE27B2AD-C597-468B-ADB6-7598CED1AF33}"/>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Reusable surfaces make six pages feel like one product.</a:t>
            </a:r>
          </a:p>
        </p:txBody>
      </p:sp>
      <p:sp>
        <p:nvSpPr>
          <p:cNvPr id="6" name="dev-code-panel">
            <a:extLst xmlns:a="http://schemas.openxmlformats.org/drawingml/2006/main">
              <a:ext uri="{FF2B5EF4-FFF2-40B4-BE49-F238E27FC236}">
                <a16:creationId xmlns:a16="http://schemas.microsoft.com/office/drawing/2014/main" id="{4416309B-373F-4CE7-8BAE-4FF7E3B3060B}"/>
              </a:ext>
            </a:extLst>
          </p:cNvPr>
          <p:cNvSpPr>
            <a:spLocks xmlns:a="http://schemas.openxmlformats.org/drawingml/2006/main" noGrp="1"/>
          </p:cNvSpPr>
          <p:nvPr/>
        </p:nvSpPr>
        <p:spPr>
          <a:xfrm xmlns:a="http://schemas.openxmlformats.org/drawingml/2006/main">
            <a:off x="609600" y="1809750"/>
            <a:ext cx="4762500" cy="4000500"/>
          </a:xfrm>
          <a:prstGeom xmlns:a="http://schemas.openxmlformats.org/drawingml/2006/main" prst="roundRect">
            <a:avLst>
              <a:gd name="adj" fmla="val 1905"/>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40C17F17-62C8-40F5-B8A4-FA1A0546AF96}"/>
              </a:ext>
            </a:extLst>
          </p:cNvPr>
          <p:cNvSpPr>
            <a:spLocks xmlns:a="http://schemas.openxmlformats.org/drawingml/2006/main" noGrp="1"/>
          </p:cNvSpPr>
          <p:nvPr/>
        </p:nvSpPr>
        <p:spPr>
          <a:xfrm xmlns:a="http://schemas.openxmlformats.org/drawingml/2006/main">
            <a:off x="609600" y="1809750"/>
            <a:ext cx="47625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5C67134-4EA0-4648-A3F1-3F2597057192}"/>
              </a:ext>
            </a:extLst>
          </p:cNvPr>
          <p:cNvSpPr>
            <a:spLocks xmlns:a="http://schemas.openxmlformats.org/drawingml/2006/main" noGrp="1"/>
          </p:cNvSpPr>
          <p:nvPr/>
        </p:nvSpPr>
        <p:spPr>
          <a:xfrm xmlns:a="http://schemas.openxmlformats.org/drawingml/2006/main">
            <a:off x="781050" y="1905000"/>
            <a:ext cx="441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css/style.css · component layer</a:t>
            </a:r>
          </a:p>
        </p:txBody>
      </p:sp>
      <p:sp>
        <p:nvSpPr>
          <p:cNvPr id="9" name="">
            <a:extLst xmlns:a="http://schemas.openxmlformats.org/drawingml/2006/main">
              <a:ext uri="{FF2B5EF4-FFF2-40B4-BE49-F238E27FC236}">
                <a16:creationId xmlns:a16="http://schemas.microsoft.com/office/drawing/2014/main" id="{1F5E6B71-6FDB-43A1-88D7-3290C302978B}"/>
              </a:ext>
            </a:extLst>
          </p:cNvPr>
          <p:cNvSpPr>
            <a:spLocks xmlns:a="http://schemas.openxmlformats.org/drawingml/2006/main" noGrp="1"/>
          </p:cNvSpPr>
          <p:nvPr/>
        </p:nvSpPr>
        <p:spPr>
          <a:xfrm xmlns:a="http://schemas.openxmlformats.org/drawingml/2006/main">
            <a:off x="781050" y="22574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01  .surface, .home-panel {</a:t>
            </a:r>
          </a:p>
        </p:txBody>
      </p:sp>
      <p:sp>
        <p:nvSpPr>
          <p:cNvPr id="10" name="">
            <a:extLst xmlns:a="http://schemas.openxmlformats.org/drawingml/2006/main">
              <a:ext uri="{FF2B5EF4-FFF2-40B4-BE49-F238E27FC236}">
                <a16:creationId xmlns:a16="http://schemas.microsoft.com/office/drawing/2014/main" id="{8618561D-E3F8-4BFB-AE17-5B5DE63200F0}"/>
              </a:ext>
            </a:extLst>
          </p:cNvPr>
          <p:cNvSpPr>
            <a:spLocks xmlns:a="http://schemas.openxmlformats.org/drawingml/2006/main" noGrp="1"/>
          </p:cNvSpPr>
          <p:nvPr/>
        </p:nvSpPr>
        <p:spPr>
          <a:xfrm xmlns:a="http://schemas.openxmlformats.org/drawingml/2006/main">
            <a:off x="781050" y="25146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02    background: var(--paper);</a:t>
            </a:r>
          </a:p>
        </p:txBody>
      </p:sp>
      <p:sp>
        <p:nvSpPr>
          <p:cNvPr id="11" name="">
            <a:extLst xmlns:a="http://schemas.openxmlformats.org/drawingml/2006/main">
              <a:ext uri="{FF2B5EF4-FFF2-40B4-BE49-F238E27FC236}">
                <a16:creationId xmlns:a16="http://schemas.microsoft.com/office/drawing/2014/main" id="{2D55AFD8-826A-430F-A781-07D69FEAC949}"/>
              </a:ext>
            </a:extLst>
          </p:cNvPr>
          <p:cNvSpPr>
            <a:spLocks xmlns:a="http://schemas.openxmlformats.org/drawingml/2006/main" noGrp="1"/>
          </p:cNvSpPr>
          <p:nvPr/>
        </p:nvSpPr>
        <p:spPr>
          <a:xfrm xmlns:a="http://schemas.openxmlformats.org/drawingml/2006/main">
            <a:off x="781050" y="27717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03    border: 1px solid var(--line);</a:t>
            </a:r>
          </a:p>
        </p:txBody>
      </p:sp>
      <p:sp>
        <p:nvSpPr>
          <p:cNvPr id="12" name="">
            <a:extLst xmlns:a="http://schemas.openxmlformats.org/drawingml/2006/main">
              <a:ext uri="{FF2B5EF4-FFF2-40B4-BE49-F238E27FC236}">
                <a16:creationId xmlns:a16="http://schemas.microsoft.com/office/drawing/2014/main" id="{09F37446-5F57-4C10-AD21-FD9E3B336AA2}"/>
              </a:ext>
            </a:extLst>
          </p:cNvPr>
          <p:cNvSpPr>
            <a:spLocks xmlns:a="http://schemas.openxmlformats.org/drawingml/2006/main" noGrp="1"/>
          </p:cNvSpPr>
          <p:nvPr/>
        </p:nvSpPr>
        <p:spPr>
          <a:xfrm xmlns:a="http://schemas.openxmlformats.org/drawingml/2006/main">
            <a:off x="781050" y="302895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04    border-radius: var(--radius-md);</a:t>
            </a:r>
          </a:p>
        </p:txBody>
      </p:sp>
      <p:sp>
        <p:nvSpPr>
          <p:cNvPr id="13" name="">
            <a:extLst xmlns:a="http://schemas.openxmlformats.org/drawingml/2006/main">
              <a:ext uri="{FF2B5EF4-FFF2-40B4-BE49-F238E27FC236}">
                <a16:creationId xmlns:a16="http://schemas.microsoft.com/office/drawing/2014/main" id="{88C68C0C-935A-4927-875E-860877066266}"/>
              </a:ext>
            </a:extLst>
          </p:cNvPr>
          <p:cNvSpPr>
            <a:spLocks xmlns:a="http://schemas.openxmlformats.org/drawingml/2006/main" noGrp="1"/>
          </p:cNvSpPr>
          <p:nvPr/>
        </p:nvSpPr>
        <p:spPr>
          <a:xfrm xmlns:a="http://schemas.openxmlformats.org/drawingml/2006/main">
            <a:off x="781050" y="32861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05    box-shadow: var(--shadow-sm);</a:t>
            </a:r>
          </a:p>
        </p:txBody>
      </p:sp>
      <p:sp>
        <p:nvSpPr>
          <p:cNvPr id="14" name="">
            <a:extLst xmlns:a="http://schemas.openxmlformats.org/drawingml/2006/main">
              <a:ext uri="{FF2B5EF4-FFF2-40B4-BE49-F238E27FC236}">
                <a16:creationId xmlns:a16="http://schemas.microsoft.com/office/drawing/2014/main" id="{500E025C-D671-4856-9F20-CC7BEEA6D124}"/>
              </a:ext>
            </a:extLst>
          </p:cNvPr>
          <p:cNvSpPr>
            <a:spLocks xmlns:a="http://schemas.openxmlformats.org/drawingml/2006/main" noGrp="1"/>
          </p:cNvSpPr>
          <p:nvPr/>
        </p:nvSpPr>
        <p:spPr>
          <a:xfrm xmlns:a="http://schemas.openxmlformats.org/drawingml/2006/main">
            <a:off x="781050" y="35433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06  }</a:t>
            </a:r>
          </a:p>
        </p:txBody>
      </p:sp>
      <p:sp>
        <p:nvSpPr>
          <p:cNvPr id="15" name="">
            <a:extLst xmlns:a="http://schemas.openxmlformats.org/drawingml/2006/main">
              <a:ext uri="{FF2B5EF4-FFF2-40B4-BE49-F238E27FC236}">
                <a16:creationId xmlns:a16="http://schemas.microsoft.com/office/drawing/2014/main" id="{C8F27298-56E5-4812-9FF5-DBB957A32718}"/>
              </a:ext>
            </a:extLst>
          </p:cNvPr>
          <p:cNvSpPr>
            <a:spLocks xmlns:a="http://schemas.openxmlformats.org/drawingml/2006/main" noGrp="1"/>
          </p:cNvSpPr>
          <p:nvPr/>
        </p:nvSpPr>
        <p:spPr>
          <a:xfrm xmlns:a="http://schemas.openxmlformats.org/drawingml/2006/main">
            <a:off x="781050" y="38004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07  .data-table tbody tr:hover {</a:t>
            </a:r>
          </a:p>
        </p:txBody>
      </p:sp>
      <p:sp>
        <p:nvSpPr>
          <p:cNvPr id="16" name="">
            <a:extLst xmlns:a="http://schemas.openxmlformats.org/drawingml/2006/main">
              <a:ext uri="{FF2B5EF4-FFF2-40B4-BE49-F238E27FC236}">
                <a16:creationId xmlns:a16="http://schemas.microsoft.com/office/drawing/2014/main" id="{67CF2D34-9563-4014-B677-E64AC1685069}"/>
              </a:ext>
            </a:extLst>
          </p:cNvPr>
          <p:cNvSpPr>
            <a:spLocks xmlns:a="http://schemas.openxmlformats.org/drawingml/2006/main" noGrp="1"/>
          </p:cNvSpPr>
          <p:nvPr/>
        </p:nvSpPr>
        <p:spPr>
          <a:xfrm xmlns:a="http://schemas.openxmlformats.org/drawingml/2006/main">
            <a:off x="781050" y="405765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08    background: rgba(200,169,106,.08);</a:t>
            </a:r>
          </a:p>
        </p:txBody>
      </p:sp>
      <p:sp>
        <p:nvSpPr>
          <p:cNvPr id="17" name="">
            <a:extLst xmlns:a="http://schemas.openxmlformats.org/drawingml/2006/main">
              <a:ext uri="{FF2B5EF4-FFF2-40B4-BE49-F238E27FC236}">
                <a16:creationId xmlns:a16="http://schemas.microsoft.com/office/drawing/2014/main" id="{61B22F41-A4C4-4E9F-803B-FAFA017AA238}"/>
              </a:ext>
            </a:extLst>
          </p:cNvPr>
          <p:cNvSpPr>
            <a:spLocks xmlns:a="http://schemas.openxmlformats.org/drawingml/2006/main" noGrp="1"/>
          </p:cNvSpPr>
          <p:nvPr/>
        </p:nvSpPr>
        <p:spPr>
          <a:xfrm xmlns:a="http://schemas.openxmlformats.org/drawingml/2006/main">
            <a:off x="781050" y="43148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09  }</a:t>
            </a:r>
          </a:p>
        </p:txBody>
      </p:sp>
      <p:sp>
        <p:nvSpPr>
          <p:cNvPr id="18" name="">
            <a:extLst xmlns:a="http://schemas.openxmlformats.org/drawingml/2006/main">
              <a:ext uri="{FF2B5EF4-FFF2-40B4-BE49-F238E27FC236}">
                <a16:creationId xmlns:a16="http://schemas.microsoft.com/office/drawing/2014/main" id="{FC24F0B5-AD8A-4833-845D-5C6E8E3BC7A2}"/>
              </a:ext>
            </a:extLst>
          </p:cNvPr>
          <p:cNvSpPr>
            <a:spLocks xmlns:a="http://schemas.openxmlformats.org/drawingml/2006/main" noGrp="1"/>
          </p:cNvSpPr>
          <p:nvPr/>
        </p:nvSpPr>
        <p:spPr>
          <a:xfrm xmlns:a="http://schemas.openxmlformats.org/drawingml/2006/main">
            <a:off x="781050" y="45720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10  .status-yes { color: var(--success); }</a:t>
            </a:r>
          </a:p>
        </p:txBody>
      </p:sp>
      <p:sp>
        <p:nvSpPr>
          <p:cNvPr id="19" name="">
            <a:extLst xmlns:a="http://schemas.openxmlformats.org/drawingml/2006/main">
              <a:ext uri="{FF2B5EF4-FFF2-40B4-BE49-F238E27FC236}">
                <a16:creationId xmlns:a16="http://schemas.microsoft.com/office/drawing/2014/main" id="{2179BE42-AD6A-40E9-80D6-A7CEE3E94480}"/>
              </a:ext>
            </a:extLst>
          </p:cNvPr>
          <p:cNvSpPr>
            <a:spLocks xmlns:a="http://schemas.openxmlformats.org/drawingml/2006/main" noGrp="1"/>
          </p:cNvSpPr>
          <p:nvPr/>
        </p:nvSpPr>
        <p:spPr>
          <a:xfrm xmlns:a="http://schemas.openxmlformats.org/drawingml/2006/main">
            <a:off x="781050" y="48291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11  .status-no  { color: var(--danger); }</a:t>
            </a:r>
          </a:p>
        </p:txBody>
      </p:sp>
      <p:sp>
        <p:nvSpPr>
          <p:cNvPr id="20" name="component-gallery">
            <a:extLst xmlns:a="http://schemas.openxmlformats.org/drawingml/2006/main">
              <a:ext uri="{FF2B5EF4-FFF2-40B4-BE49-F238E27FC236}">
                <a16:creationId xmlns:a16="http://schemas.microsoft.com/office/drawing/2014/main" id="{D4103802-5C59-4023-ABB7-E55B42ACE8CC}"/>
              </a:ext>
            </a:extLst>
          </p:cNvPr>
          <p:cNvSpPr>
            <a:spLocks xmlns:a="http://schemas.openxmlformats.org/drawingml/2006/main" noGrp="1"/>
          </p:cNvSpPr>
          <p:nvPr/>
        </p:nvSpPr>
        <p:spPr>
          <a:xfrm xmlns:a="http://schemas.openxmlformats.org/drawingml/2006/main">
            <a:off x="5715000" y="1809750"/>
            <a:ext cx="5867400" cy="4000500"/>
          </a:xfrm>
          <a:prstGeom xmlns:a="http://schemas.openxmlformats.org/drawingml/2006/main" prst="roundRect">
            <a:avLst>
              <a:gd name="adj" fmla="val 1905"/>
            </a:avLst>
          </a:prstGeom>
          <a:solidFill xmlns:a="http://schemas.openxmlformats.org/drawingml/2006/main">
            <a:srgbClr val="FFFEFA"/>
          </a:solidFill>
          <a:ln xmlns:a="http://schemas.openxmlformats.org/drawingml/2006/main" w="9525">
            <a:solidFill>
              <a:srgbClr val="E5E1D8"/>
            </a:solidFill>
            <a:prstDash val="solid"/>
          </a:ln>
        </p:spPr>
      </p:sp>
      <p:sp>
        <p:nvSpPr>
          <p:cNvPr id="21" name="">
            <a:extLst xmlns:a="http://schemas.openxmlformats.org/drawingml/2006/main">
              <a:ext uri="{FF2B5EF4-FFF2-40B4-BE49-F238E27FC236}">
                <a16:creationId xmlns:a16="http://schemas.microsoft.com/office/drawing/2014/main" id="{CFFB196B-169B-492B-B1F0-FECB8DEB14B7}"/>
              </a:ext>
            </a:extLst>
          </p:cNvPr>
          <p:cNvSpPr>
            <a:spLocks xmlns:a="http://schemas.openxmlformats.org/drawingml/2006/main" noGrp="1"/>
          </p:cNvSpPr>
          <p:nvPr/>
        </p:nvSpPr>
        <p:spPr>
          <a:xfrm xmlns:a="http://schemas.openxmlformats.org/drawingml/2006/main">
            <a:off x="6000750" y="2133600"/>
            <a:ext cx="2381250" cy="1257300"/>
          </a:xfrm>
          <a:prstGeom xmlns:a="http://schemas.openxmlformats.org/drawingml/2006/main" prst="roundRect">
            <a:avLst>
              <a:gd name="adj" fmla="val 6061"/>
            </a:avLst>
          </a:prstGeom>
          <a:solidFill xmlns:a="http://schemas.openxmlformats.org/drawingml/2006/main">
            <a:srgbClr val="FFFEFA"/>
          </a:solidFill>
          <a:ln xmlns:a="http://schemas.openxmlformats.org/drawingml/2006/main" w="9525">
            <a:solidFill>
              <a:srgbClr val="E5E1D8"/>
            </a:solidFill>
            <a:prstDash val="solid"/>
          </a:ln>
        </p:spPr>
      </p:sp>
      <p:sp>
        <p:nvSpPr>
          <p:cNvPr id="22" name="">
            <a:extLst xmlns:a="http://schemas.openxmlformats.org/drawingml/2006/main">
              <a:ext uri="{FF2B5EF4-FFF2-40B4-BE49-F238E27FC236}">
                <a16:creationId xmlns:a16="http://schemas.microsoft.com/office/drawing/2014/main" id="{D9A120CF-ECF7-47F0-802B-FB83FFF36089}"/>
              </a:ext>
            </a:extLst>
          </p:cNvPr>
          <p:cNvSpPr>
            <a:spLocks xmlns:a="http://schemas.openxmlformats.org/drawingml/2006/main" noGrp="1"/>
          </p:cNvSpPr>
          <p:nvPr/>
        </p:nvSpPr>
        <p:spPr>
          <a:xfrm xmlns:a="http://schemas.openxmlformats.org/drawingml/2006/main">
            <a:off x="6210300" y="2343150"/>
            <a:ext cx="438150" cy="438150"/>
          </a:xfrm>
          <a:prstGeom xmlns:a="http://schemas.openxmlformats.org/drawingml/2006/main" prst="ellipse">
            <a:avLst/>
          </a:prstGeom>
          <a:solidFill xmlns:a="http://schemas.openxmlformats.org/drawingml/2006/main">
            <a:srgbClr val="E4EEE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8BFD65F-627A-4BD4-B04F-6879ACB4C845}"/>
              </a:ext>
            </a:extLst>
          </p:cNvPr>
          <p:cNvSpPr>
            <a:spLocks xmlns:a="http://schemas.openxmlformats.org/drawingml/2006/main" noGrp="1"/>
          </p:cNvSpPr>
          <p:nvPr/>
        </p:nvSpPr>
        <p:spPr>
          <a:xfrm xmlns:a="http://schemas.openxmlformats.org/drawingml/2006/main">
            <a:off x="6819900" y="228600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i="0">
                <a:solidFill>
                  <a:srgbClr val="071B12"/>
                </a:solidFill>
              </a:defRPr>
            </a:pPr>
            <a:r>
              <a:rPr sz="1875" b="1" i="0">
                <a:solidFill>
                  <a:srgbClr val="071B12"/>
                </a:solidFill>
              </a:rPr>
              <a:t>1,557</a:t>
            </a:r>
          </a:p>
        </p:txBody>
      </p:sp>
      <p:sp>
        <p:nvSpPr>
          <p:cNvPr id="24" name="">
            <a:extLst xmlns:a="http://schemas.openxmlformats.org/drawingml/2006/main">
              <a:ext uri="{FF2B5EF4-FFF2-40B4-BE49-F238E27FC236}">
                <a16:creationId xmlns:a16="http://schemas.microsoft.com/office/drawing/2014/main" id="{DB424951-F838-4B90-8EC3-F75A842E9190}"/>
              </a:ext>
            </a:extLst>
          </p:cNvPr>
          <p:cNvSpPr>
            <a:spLocks xmlns:a="http://schemas.openxmlformats.org/drawingml/2006/main" noGrp="1"/>
          </p:cNvSpPr>
          <p:nvPr/>
        </p:nvSpPr>
        <p:spPr>
          <a:xfrm xmlns:a="http://schemas.openxmlformats.org/drawingml/2006/main">
            <a:off x="6819900" y="26574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1D2922"/>
                </a:solidFill>
              </a:defRPr>
            </a:pPr>
            <a:r>
              <a:rPr sz="1050" b="1" i="0">
                <a:solidFill>
                  <a:srgbClr val="1D2922"/>
                </a:solidFill>
              </a:rPr>
              <a:t>Total Groups</a:t>
            </a:r>
          </a:p>
        </p:txBody>
      </p:sp>
      <p:sp>
        <p:nvSpPr>
          <p:cNvPr id="25" name="">
            <a:extLst xmlns:a="http://schemas.openxmlformats.org/drawingml/2006/main">
              <a:ext uri="{FF2B5EF4-FFF2-40B4-BE49-F238E27FC236}">
                <a16:creationId xmlns:a16="http://schemas.microsoft.com/office/drawing/2014/main" id="{F57A5836-2055-4225-9B10-6E6319A8B9D9}"/>
              </a:ext>
            </a:extLst>
          </p:cNvPr>
          <p:cNvSpPr>
            <a:spLocks xmlns:a="http://schemas.openxmlformats.org/drawingml/2006/main" noGrp="1"/>
          </p:cNvSpPr>
          <p:nvPr/>
        </p:nvSpPr>
        <p:spPr>
          <a:xfrm xmlns:a="http://schemas.openxmlformats.org/drawingml/2006/main">
            <a:off x="6819900" y="2943225"/>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69746D"/>
                </a:solidFill>
              </a:defRPr>
            </a:pPr>
            <a:r>
              <a:rPr sz="900" b="0" i="0">
                <a:solidFill>
                  <a:srgbClr val="69746D"/>
                </a:solidFill>
              </a:rPr>
              <a:t>Traditional communities</a:t>
            </a:r>
          </a:p>
        </p:txBody>
      </p:sp>
      <p:sp>
        <p:nvSpPr>
          <p:cNvPr id="26" name="">
            <a:extLst xmlns:a="http://schemas.openxmlformats.org/drawingml/2006/main">
              <a:ext uri="{FF2B5EF4-FFF2-40B4-BE49-F238E27FC236}">
                <a16:creationId xmlns:a16="http://schemas.microsoft.com/office/drawing/2014/main" id="{E86332F2-78B8-49DB-BB74-BD243E077AE0}"/>
              </a:ext>
            </a:extLst>
          </p:cNvPr>
          <p:cNvSpPr>
            <a:spLocks xmlns:a="http://schemas.openxmlformats.org/drawingml/2006/main" noGrp="1"/>
          </p:cNvSpPr>
          <p:nvPr/>
        </p:nvSpPr>
        <p:spPr>
          <a:xfrm xmlns:a="http://schemas.openxmlformats.org/drawingml/2006/main">
            <a:off x="8572500" y="2133600"/>
            <a:ext cx="2667000" cy="1257300"/>
          </a:xfrm>
          <a:prstGeom xmlns:a="http://schemas.openxmlformats.org/drawingml/2006/main" prst="roundRect">
            <a:avLst>
              <a:gd name="adj" fmla="val 6061"/>
            </a:avLst>
          </a:prstGeom>
          <a:solidFill xmlns:a="http://schemas.openxmlformats.org/drawingml/2006/main">
            <a:srgbClr val="FFFEFA"/>
          </a:solidFill>
          <a:ln xmlns:a="http://schemas.openxmlformats.org/drawingml/2006/main" w="9525">
            <a:solidFill>
              <a:srgbClr val="E5E1D8"/>
            </a:solidFill>
            <a:prstDash val="solid"/>
          </a:ln>
        </p:spPr>
      </p:sp>
      <p:sp>
        <p:nvSpPr>
          <p:cNvPr id="27" name="">
            <a:extLst xmlns:a="http://schemas.openxmlformats.org/drawingml/2006/main">
              <a:ext uri="{FF2B5EF4-FFF2-40B4-BE49-F238E27FC236}">
                <a16:creationId xmlns:a16="http://schemas.microsoft.com/office/drawing/2014/main" id="{3311C549-6CB1-4335-A480-1707F43C5DC9}"/>
              </a:ext>
            </a:extLst>
          </p:cNvPr>
          <p:cNvSpPr>
            <a:spLocks xmlns:a="http://schemas.openxmlformats.org/drawingml/2006/main" noGrp="1"/>
          </p:cNvSpPr>
          <p:nvPr/>
        </p:nvSpPr>
        <p:spPr>
          <a:xfrm xmlns:a="http://schemas.openxmlformats.org/drawingml/2006/main">
            <a:off x="8820150" y="2343150"/>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i="0">
                <a:solidFill>
                  <a:srgbClr val="071B12"/>
                </a:solidFill>
              </a:defRPr>
            </a:pPr>
            <a:r>
              <a:rPr sz="1500" b="1" i="0">
                <a:solidFill>
                  <a:srgbClr val="071B12"/>
                </a:solidFill>
              </a:rPr>
              <a:t>Interactive Map</a:t>
            </a:r>
          </a:p>
        </p:txBody>
      </p:sp>
      <p:sp>
        <p:nvSpPr>
          <p:cNvPr id="28" name="">
            <a:extLst xmlns:a="http://schemas.openxmlformats.org/drawingml/2006/main">
              <a:ext uri="{FF2B5EF4-FFF2-40B4-BE49-F238E27FC236}">
                <a16:creationId xmlns:a16="http://schemas.microsoft.com/office/drawing/2014/main" id="{542AD368-A507-4244-BE23-7BAC17D78E52}"/>
              </a:ext>
            </a:extLst>
          </p:cNvPr>
          <p:cNvSpPr>
            <a:spLocks xmlns:a="http://schemas.openxmlformats.org/drawingml/2006/main" noGrp="1"/>
          </p:cNvSpPr>
          <p:nvPr/>
        </p:nvSpPr>
        <p:spPr>
          <a:xfrm xmlns:a="http://schemas.openxmlformats.org/drawingml/2006/main">
            <a:off x="8820150" y="27241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9746D"/>
                </a:solidFill>
              </a:defRPr>
            </a:pPr>
            <a:r>
              <a:rPr sz="1050" b="0" i="0">
                <a:solidFill>
                  <a:srgbClr val="69746D"/>
                </a:solidFill>
              </a:rPr>
              <a:t>Visualize geographic distribution.</a:t>
            </a:r>
          </a:p>
        </p:txBody>
      </p:sp>
      <p:sp>
        <p:nvSpPr>
          <p:cNvPr id="29" name="">
            <a:extLst xmlns:a="http://schemas.openxmlformats.org/drawingml/2006/main">
              <a:ext uri="{FF2B5EF4-FFF2-40B4-BE49-F238E27FC236}">
                <a16:creationId xmlns:a16="http://schemas.microsoft.com/office/drawing/2014/main" id="{2048542F-FCA7-40AC-8C8E-28E880C539AF}"/>
              </a:ext>
            </a:extLst>
          </p:cNvPr>
          <p:cNvSpPr>
            <a:spLocks xmlns:a="http://schemas.openxmlformats.org/drawingml/2006/main" noGrp="1"/>
          </p:cNvSpPr>
          <p:nvPr/>
        </p:nvSpPr>
        <p:spPr>
          <a:xfrm xmlns:a="http://schemas.openxmlformats.org/drawingml/2006/main">
            <a:off x="8820150" y="3067050"/>
            <a:ext cx="1066800" cy="285750"/>
          </a:xfrm>
          <a:prstGeom xmlns:a="http://schemas.openxmlformats.org/drawingml/2006/main" prst="roundRect">
            <a:avLst>
              <a:gd name="adj" fmla="val 26667"/>
            </a:avLst>
          </a:prstGeom>
          <a:solidFill xmlns:a="http://schemas.openxmlformats.org/drawingml/2006/main">
            <a:srgbClr val="12352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A014717-D825-4E62-A70B-843F3369CD36}"/>
              </a:ext>
            </a:extLst>
          </p:cNvPr>
          <p:cNvSpPr>
            <a:spLocks xmlns:a="http://schemas.openxmlformats.org/drawingml/2006/main" noGrp="1"/>
          </p:cNvSpPr>
          <p:nvPr/>
        </p:nvSpPr>
        <p:spPr>
          <a:xfrm xmlns:a="http://schemas.openxmlformats.org/drawingml/2006/main">
            <a:off x="8915400" y="312420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Open Map →</a:t>
            </a:r>
          </a:p>
        </p:txBody>
      </p:sp>
      <p:sp>
        <p:nvSpPr>
          <p:cNvPr id="31" name="">
            <a:extLst xmlns:a="http://schemas.openxmlformats.org/drawingml/2006/main">
              <a:ext uri="{FF2B5EF4-FFF2-40B4-BE49-F238E27FC236}">
                <a16:creationId xmlns:a16="http://schemas.microsoft.com/office/drawing/2014/main" id="{3C74FF58-75E2-45D3-9F56-415E0CD4761F}"/>
              </a:ext>
            </a:extLst>
          </p:cNvPr>
          <p:cNvSpPr>
            <a:spLocks xmlns:a="http://schemas.openxmlformats.org/drawingml/2006/main" noGrp="1"/>
          </p:cNvSpPr>
          <p:nvPr/>
        </p:nvSpPr>
        <p:spPr>
          <a:xfrm xmlns:a="http://schemas.openxmlformats.org/drawingml/2006/main">
            <a:off x="6000750" y="3657600"/>
            <a:ext cx="5238750" cy="1771650"/>
          </a:xfrm>
          <a:prstGeom xmlns:a="http://schemas.openxmlformats.org/drawingml/2006/main" prst="roundRect">
            <a:avLst>
              <a:gd name="adj" fmla="val 4301"/>
            </a:avLst>
          </a:prstGeom>
          <a:solidFill xmlns:a="http://schemas.openxmlformats.org/drawingml/2006/main">
            <a:srgbClr val="FFFEFA"/>
          </a:solidFill>
          <a:ln xmlns:a="http://schemas.openxmlformats.org/drawingml/2006/main" w="9525">
            <a:solidFill>
              <a:srgbClr val="E5E1D8"/>
            </a:solidFill>
            <a:prstDash val="solid"/>
          </a:ln>
        </p:spPr>
      </p:sp>
      <p:sp>
        <p:nvSpPr>
          <p:cNvPr id="32" name="">
            <a:extLst xmlns:a="http://schemas.openxmlformats.org/drawingml/2006/main">
              <a:ext uri="{FF2B5EF4-FFF2-40B4-BE49-F238E27FC236}">
                <a16:creationId xmlns:a16="http://schemas.microsoft.com/office/drawing/2014/main" id="{1B500AD8-FF87-4F73-A3E1-EE472F298953}"/>
              </a:ext>
            </a:extLst>
          </p:cNvPr>
          <p:cNvSpPr>
            <a:spLocks xmlns:a="http://schemas.openxmlformats.org/drawingml/2006/main" noGrp="1"/>
          </p:cNvSpPr>
          <p:nvPr/>
        </p:nvSpPr>
        <p:spPr>
          <a:xfrm xmlns:a="http://schemas.openxmlformats.org/drawingml/2006/main">
            <a:off x="6191250" y="3886200"/>
            <a:ext cx="4857750" cy="323850"/>
          </a:xfrm>
          <a:prstGeom xmlns:a="http://schemas.openxmlformats.org/drawingml/2006/main" prst="rect">
            <a:avLst/>
          </a:prstGeom>
          <a:solidFill xmlns:a="http://schemas.openxmlformats.org/drawingml/2006/main">
            <a:srgbClr val="F0EFEA"/>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D77AD440-2F53-44E9-8707-A4D59A953FEF}"/>
              </a:ext>
            </a:extLst>
          </p:cNvPr>
          <p:cNvSpPr>
            <a:spLocks xmlns:a="http://schemas.openxmlformats.org/drawingml/2006/main" noGrp="1"/>
          </p:cNvSpPr>
          <p:nvPr/>
        </p:nvSpPr>
        <p:spPr>
          <a:xfrm xmlns:a="http://schemas.openxmlformats.org/drawingml/2006/main">
            <a:off x="6324600" y="3981450"/>
            <a:ext cx="1066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i="0">
                <a:solidFill>
                  <a:srgbClr val="69746D"/>
                </a:solidFill>
              </a:defRPr>
            </a:pPr>
            <a:r>
              <a:rPr sz="750" b="1" i="0">
                <a:solidFill>
                  <a:srgbClr val="69746D"/>
                </a:solidFill>
              </a:rPr>
              <a:t>GROUP</a:t>
            </a:r>
          </a:p>
        </p:txBody>
      </p:sp>
      <p:sp>
        <p:nvSpPr>
          <p:cNvPr id="34" name="">
            <a:extLst xmlns:a="http://schemas.openxmlformats.org/drawingml/2006/main">
              <a:ext uri="{FF2B5EF4-FFF2-40B4-BE49-F238E27FC236}">
                <a16:creationId xmlns:a16="http://schemas.microsoft.com/office/drawing/2014/main" id="{D446216A-7B89-4223-9E6A-851D6D8AADD6}"/>
              </a:ext>
            </a:extLst>
          </p:cNvPr>
          <p:cNvSpPr>
            <a:spLocks xmlns:a="http://schemas.openxmlformats.org/drawingml/2006/main" noGrp="1"/>
          </p:cNvSpPr>
          <p:nvPr/>
        </p:nvSpPr>
        <p:spPr>
          <a:xfrm xmlns:a="http://schemas.openxmlformats.org/drawingml/2006/main">
            <a:off x="7496175" y="3981450"/>
            <a:ext cx="1066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i="0">
                <a:solidFill>
                  <a:srgbClr val="69746D"/>
                </a:solidFill>
              </a:defRPr>
            </a:pPr>
            <a:r>
              <a:rPr sz="750" b="1" i="0">
                <a:solidFill>
                  <a:srgbClr val="69746D"/>
                </a:solidFill>
              </a:rPr>
              <a:t>COUNTRY</a:t>
            </a:r>
          </a:p>
        </p:txBody>
      </p:sp>
      <p:sp>
        <p:nvSpPr>
          <p:cNvPr id="35" name="">
            <a:extLst xmlns:a="http://schemas.openxmlformats.org/drawingml/2006/main">
              <a:ext uri="{FF2B5EF4-FFF2-40B4-BE49-F238E27FC236}">
                <a16:creationId xmlns:a16="http://schemas.microsoft.com/office/drawing/2014/main" id="{8D1D8310-8792-4111-93F6-4C91BFCBDC5E}"/>
              </a:ext>
            </a:extLst>
          </p:cNvPr>
          <p:cNvSpPr>
            <a:spLocks xmlns:a="http://schemas.openxmlformats.org/drawingml/2006/main" noGrp="1"/>
          </p:cNvSpPr>
          <p:nvPr/>
        </p:nvSpPr>
        <p:spPr>
          <a:xfrm xmlns:a="http://schemas.openxmlformats.org/drawingml/2006/main">
            <a:off x="8667750" y="3981450"/>
            <a:ext cx="1066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i="0">
                <a:solidFill>
                  <a:srgbClr val="69746D"/>
                </a:solidFill>
              </a:defRPr>
            </a:pPr>
            <a:r>
              <a:rPr sz="750" b="1" i="0">
                <a:solidFill>
                  <a:srgbClr val="69746D"/>
                </a:solidFill>
              </a:rPr>
              <a:t>LEADERSHIP</a:t>
            </a:r>
          </a:p>
        </p:txBody>
      </p:sp>
      <p:sp>
        <p:nvSpPr>
          <p:cNvPr id="36" name="">
            <a:extLst xmlns:a="http://schemas.openxmlformats.org/drawingml/2006/main">
              <a:ext uri="{FF2B5EF4-FFF2-40B4-BE49-F238E27FC236}">
                <a16:creationId xmlns:a16="http://schemas.microsoft.com/office/drawing/2014/main" id="{CA7CEF09-D604-434C-80EA-6D2AB3B3F5FC}"/>
              </a:ext>
            </a:extLst>
          </p:cNvPr>
          <p:cNvSpPr>
            <a:spLocks xmlns:a="http://schemas.openxmlformats.org/drawingml/2006/main" noGrp="1"/>
          </p:cNvSpPr>
          <p:nvPr/>
        </p:nvSpPr>
        <p:spPr>
          <a:xfrm xmlns:a="http://schemas.openxmlformats.org/drawingml/2006/main">
            <a:off x="9839325" y="3981450"/>
            <a:ext cx="1066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i="0">
                <a:solidFill>
                  <a:srgbClr val="69746D"/>
                </a:solidFill>
              </a:defRPr>
            </a:pPr>
            <a:r>
              <a:rPr sz="750" b="1" i="0">
                <a:solidFill>
                  <a:srgbClr val="69746D"/>
                </a:solidFill>
              </a:rPr>
              <a:t>RECOGNIZED</a:t>
            </a:r>
          </a:p>
        </p:txBody>
      </p:sp>
      <p:sp>
        <p:nvSpPr>
          <p:cNvPr id="37" name="">
            <a:extLst xmlns:a="http://schemas.openxmlformats.org/drawingml/2006/main">
              <a:ext uri="{FF2B5EF4-FFF2-40B4-BE49-F238E27FC236}">
                <a16:creationId xmlns:a16="http://schemas.microsoft.com/office/drawing/2014/main" id="{787B2DF6-82A9-4706-8341-C0C73BADF02E}"/>
              </a:ext>
            </a:extLst>
          </p:cNvPr>
          <p:cNvSpPr>
            <a:spLocks xmlns:a="http://schemas.openxmlformats.org/drawingml/2006/main" noGrp="1"/>
          </p:cNvSpPr>
          <p:nvPr/>
        </p:nvSpPr>
        <p:spPr>
          <a:xfrm xmlns:a="http://schemas.openxmlformats.org/drawingml/2006/main">
            <a:off x="6324600" y="43434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1D2922"/>
                </a:solidFill>
              </a:defRPr>
            </a:pPr>
            <a:r>
              <a:rPr sz="900" b="1" i="0">
                <a:solidFill>
                  <a:srgbClr val="1D2922"/>
                </a:solidFill>
              </a:rPr>
              <a:t>Ababda</a:t>
            </a:r>
          </a:p>
        </p:txBody>
      </p:sp>
      <p:sp>
        <p:nvSpPr>
          <p:cNvPr id="38" name="">
            <a:extLst xmlns:a="http://schemas.openxmlformats.org/drawingml/2006/main">
              <a:ext uri="{FF2B5EF4-FFF2-40B4-BE49-F238E27FC236}">
                <a16:creationId xmlns:a16="http://schemas.microsoft.com/office/drawing/2014/main" id="{D155AC60-E386-4390-B3F8-3982121E4607}"/>
              </a:ext>
            </a:extLst>
          </p:cNvPr>
          <p:cNvSpPr>
            <a:spLocks xmlns:a="http://schemas.openxmlformats.org/drawingml/2006/main" noGrp="1"/>
          </p:cNvSpPr>
          <p:nvPr/>
        </p:nvSpPr>
        <p:spPr>
          <a:xfrm xmlns:a="http://schemas.openxmlformats.org/drawingml/2006/main">
            <a:off x="7496175" y="43434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1D2922"/>
                </a:solidFill>
              </a:defRPr>
            </a:pPr>
            <a:r>
              <a:rPr sz="900" b="0" i="0">
                <a:solidFill>
                  <a:srgbClr val="1D2922"/>
                </a:solidFill>
              </a:rPr>
              <a:t>Eritrea</a:t>
            </a:r>
          </a:p>
        </p:txBody>
      </p:sp>
      <p:sp>
        <p:nvSpPr>
          <p:cNvPr id="39" name="">
            <a:extLst xmlns:a="http://schemas.openxmlformats.org/drawingml/2006/main">
              <a:ext uri="{FF2B5EF4-FFF2-40B4-BE49-F238E27FC236}">
                <a16:creationId xmlns:a16="http://schemas.microsoft.com/office/drawing/2014/main" id="{C20061BE-779A-43FA-8785-033DFFF2D734}"/>
              </a:ext>
            </a:extLst>
          </p:cNvPr>
          <p:cNvSpPr>
            <a:spLocks xmlns:a="http://schemas.openxmlformats.org/drawingml/2006/main" noGrp="1"/>
          </p:cNvSpPr>
          <p:nvPr/>
        </p:nvSpPr>
        <p:spPr>
          <a:xfrm xmlns:a="http://schemas.openxmlformats.org/drawingml/2006/main">
            <a:off x="8667750" y="43434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1D2922"/>
                </a:solidFill>
              </a:defRPr>
            </a:pPr>
            <a:r>
              <a:rPr sz="900" b="0" i="0">
                <a:solidFill>
                  <a:srgbClr val="1D2922"/>
                </a:solidFill>
              </a:rPr>
              <a:t>Chief</a:t>
            </a:r>
          </a:p>
        </p:txBody>
      </p:sp>
      <p:sp>
        <p:nvSpPr>
          <p:cNvPr id="40" name="">
            <a:extLst xmlns:a="http://schemas.openxmlformats.org/drawingml/2006/main">
              <a:ext uri="{FF2B5EF4-FFF2-40B4-BE49-F238E27FC236}">
                <a16:creationId xmlns:a16="http://schemas.microsoft.com/office/drawing/2014/main" id="{F39C53EC-41E2-46EA-A128-D41738B5B5D9}"/>
              </a:ext>
            </a:extLst>
          </p:cNvPr>
          <p:cNvSpPr>
            <a:spLocks xmlns:a="http://schemas.openxmlformats.org/drawingml/2006/main" noGrp="1"/>
          </p:cNvSpPr>
          <p:nvPr/>
        </p:nvSpPr>
        <p:spPr>
          <a:xfrm xmlns:a="http://schemas.openxmlformats.org/drawingml/2006/main">
            <a:off x="9839325" y="43434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287A50"/>
                </a:solidFill>
              </a:defRPr>
            </a:pPr>
            <a:r>
              <a:rPr sz="900" b="0" i="0">
                <a:solidFill>
                  <a:srgbClr val="287A50"/>
                </a:solidFill>
              </a:rPr>
              <a:t>Yes</a:t>
            </a:r>
          </a:p>
        </p:txBody>
      </p:sp>
      <p:sp>
        <p:nvSpPr>
          <p:cNvPr id="41" name="">
            <a:extLst xmlns:a="http://schemas.openxmlformats.org/drawingml/2006/main">
              <a:ext uri="{FF2B5EF4-FFF2-40B4-BE49-F238E27FC236}">
                <a16:creationId xmlns:a16="http://schemas.microsoft.com/office/drawing/2014/main" id="{23EBFBC8-49F3-48F4-ACD1-F433697A2456}"/>
              </a:ext>
            </a:extLst>
          </p:cNvPr>
          <p:cNvSpPr>
            <a:spLocks xmlns:a="http://schemas.openxmlformats.org/drawingml/2006/main" noGrp="1"/>
          </p:cNvSpPr>
          <p:nvPr/>
        </p:nvSpPr>
        <p:spPr>
          <a:xfrm xmlns:a="http://schemas.openxmlformats.org/drawingml/2006/main">
            <a:off x="6191250" y="4591050"/>
            <a:ext cx="485775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
        <p:nvSpPr>
          <p:cNvPr id="42" name="">
            <a:extLst xmlns:a="http://schemas.openxmlformats.org/drawingml/2006/main">
              <a:ext uri="{FF2B5EF4-FFF2-40B4-BE49-F238E27FC236}">
                <a16:creationId xmlns:a16="http://schemas.microsoft.com/office/drawing/2014/main" id="{8F7BF045-1031-4035-A6A4-00AC08BAB51F}"/>
              </a:ext>
            </a:extLst>
          </p:cNvPr>
          <p:cNvSpPr>
            <a:spLocks xmlns:a="http://schemas.openxmlformats.org/drawingml/2006/main" noGrp="1"/>
          </p:cNvSpPr>
          <p:nvPr/>
        </p:nvSpPr>
        <p:spPr>
          <a:xfrm xmlns:a="http://schemas.openxmlformats.org/drawingml/2006/main">
            <a:off x="6324600" y="466725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1D2922"/>
                </a:solidFill>
              </a:defRPr>
            </a:pPr>
            <a:r>
              <a:rPr sz="900" b="1" i="0">
                <a:solidFill>
                  <a:srgbClr val="1D2922"/>
                </a:solidFill>
              </a:rPr>
              <a:t>Abe/Abbe</a:t>
            </a:r>
          </a:p>
        </p:txBody>
      </p:sp>
      <p:sp>
        <p:nvSpPr>
          <p:cNvPr id="43" name="">
            <a:extLst xmlns:a="http://schemas.openxmlformats.org/drawingml/2006/main">
              <a:ext uri="{FF2B5EF4-FFF2-40B4-BE49-F238E27FC236}">
                <a16:creationId xmlns:a16="http://schemas.microsoft.com/office/drawing/2014/main" id="{37517197-0B5C-4461-A2E0-41EB112ED41B}"/>
              </a:ext>
            </a:extLst>
          </p:cNvPr>
          <p:cNvSpPr>
            <a:spLocks xmlns:a="http://schemas.openxmlformats.org/drawingml/2006/main" noGrp="1"/>
          </p:cNvSpPr>
          <p:nvPr/>
        </p:nvSpPr>
        <p:spPr>
          <a:xfrm xmlns:a="http://schemas.openxmlformats.org/drawingml/2006/main">
            <a:off x="7496175" y="466725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1D2922"/>
                </a:solidFill>
              </a:defRPr>
            </a:pPr>
            <a:r>
              <a:rPr sz="900" b="0" i="0">
                <a:solidFill>
                  <a:srgbClr val="1D2922"/>
                </a:solidFill>
              </a:rPr>
              <a:t>Côte d’Ivoire</a:t>
            </a:r>
          </a:p>
        </p:txBody>
      </p:sp>
      <p:sp>
        <p:nvSpPr>
          <p:cNvPr id="44" name="">
            <a:extLst xmlns:a="http://schemas.openxmlformats.org/drawingml/2006/main">
              <a:ext uri="{FF2B5EF4-FFF2-40B4-BE49-F238E27FC236}">
                <a16:creationId xmlns:a16="http://schemas.microsoft.com/office/drawing/2014/main" id="{2C486EAA-DA48-4D6C-B33B-AA9168B5D306}"/>
              </a:ext>
            </a:extLst>
          </p:cNvPr>
          <p:cNvSpPr>
            <a:spLocks xmlns:a="http://schemas.openxmlformats.org/drawingml/2006/main" noGrp="1"/>
          </p:cNvSpPr>
          <p:nvPr/>
        </p:nvSpPr>
        <p:spPr>
          <a:xfrm xmlns:a="http://schemas.openxmlformats.org/drawingml/2006/main">
            <a:off x="8667750" y="466725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1D2922"/>
                </a:solidFill>
              </a:defRPr>
            </a:pPr>
            <a:r>
              <a:rPr sz="900" b="0" i="0">
                <a:solidFill>
                  <a:srgbClr val="1D2922"/>
                </a:solidFill>
              </a:rPr>
              <a:t>King · Chief</a:t>
            </a:r>
          </a:p>
        </p:txBody>
      </p:sp>
      <p:sp>
        <p:nvSpPr>
          <p:cNvPr id="45" name="">
            <a:extLst xmlns:a="http://schemas.openxmlformats.org/drawingml/2006/main">
              <a:ext uri="{FF2B5EF4-FFF2-40B4-BE49-F238E27FC236}">
                <a16:creationId xmlns:a16="http://schemas.microsoft.com/office/drawing/2014/main" id="{73F06847-985E-45F1-A774-87361519783C}"/>
              </a:ext>
            </a:extLst>
          </p:cNvPr>
          <p:cNvSpPr>
            <a:spLocks xmlns:a="http://schemas.openxmlformats.org/drawingml/2006/main" noGrp="1"/>
          </p:cNvSpPr>
          <p:nvPr/>
        </p:nvSpPr>
        <p:spPr>
          <a:xfrm xmlns:a="http://schemas.openxmlformats.org/drawingml/2006/main">
            <a:off x="9839325" y="466725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287A50"/>
                </a:solidFill>
              </a:defRPr>
            </a:pPr>
            <a:r>
              <a:rPr sz="900" b="0" i="0">
                <a:solidFill>
                  <a:srgbClr val="287A50"/>
                </a:solidFill>
              </a:rPr>
              <a:t>Yes</a:t>
            </a:r>
          </a:p>
        </p:txBody>
      </p:sp>
      <p:sp>
        <p:nvSpPr>
          <p:cNvPr id="46" name="">
            <a:extLst xmlns:a="http://schemas.openxmlformats.org/drawingml/2006/main">
              <a:ext uri="{FF2B5EF4-FFF2-40B4-BE49-F238E27FC236}">
                <a16:creationId xmlns:a16="http://schemas.microsoft.com/office/drawing/2014/main" id="{1953979C-1116-47DF-A963-DD6005397A5C}"/>
              </a:ext>
            </a:extLst>
          </p:cNvPr>
          <p:cNvSpPr>
            <a:spLocks xmlns:a="http://schemas.openxmlformats.org/drawingml/2006/main" noGrp="1"/>
          </p:cNvSpPr>
          <p:nvPr/>
        </p:nvSpPr>
        <p:spPr>
          <a:xfrm xmlns:a="http://schemas.openxmlformats.org/drawingml/2006/main">
            <a:off x="6191250" y="4914900"/>
            <a:ext cx="485775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
        <p:nvSpPr>
          <p:cNvPr id="47" name="">
            <a:extLst xmlns:a="http://schemas.openxmlformats.org/drawingml/2006/main">
              <a:ext uri="{FF2B5EF4-FFF2-40B4-BE49-F238E27FC236}">
                <a16:creationId xmlns:a16="http://schemas.microsoft.com/office/drawing/2014/main" id="{4CF49108-B86A-4700-B8CF-70F43A7E98DB}"/>
              </a:ext>
            </a:extLst>
          </p:cNvPr>
          <p:cNvSpPr>
            <a:spLocks xmlns:a="http://schemas.openxmlformats.org/drawingml/2006/main" noGrp="1"/>
          </p:cNvSpPr>
          <p:nvPr/>
        </p:nvSpPr>
        <p:spPr>
          <a:xfrm xmlns:a="http://schemas.openxmlformats.org/drawingml/2006/main">
            <a:off x="6324600" y="49911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1D2922"/>
                </a:solidFill>
              </a:defRPr>
            </a:pPr>
            <a:r>
              <a:rPr sz="900" b="1" i="0">
                <a:solidFill>
                  <a:srgbClr val="1D2922"/>
                </a:solidFill>
              </a:rPr>
              <a:t>Aikanã</a:t>
            </a:r>
          </a:p>
        </p:txBody>
      </p:sp>
      <p:sp>
        <p:nvSpPr>
          <p:cNvPr id="48" name="">
            <a:extLst xmlns:a="http://schemas.openxmlformats.org/drawingml/2006/main">
              <a:ext uri="{FF2B5EF4-FFF2-40B4-BE49-F238E27FC236}">
                <a16:creationId xmlns:a16="http://schemas.microsoft.com/office/drawing/2014/main" id="{8F375EC2-C7FB-4845-B19E-1357AC00D157}"/>
              </a:ext>
            </a:extLst>
          </p:cNvPr>
          <p:cNvSpPr>
            <a:spLocks xmlns:a="http://schemas.openxmlformats.org/drawingml/2006/main" noGrp="1"/>
          </p:cNvSpPr>
          <p:nvPr/>
        </p:nvSpPr>
        <p:spPr>
          <a:xfrm xmlns:a="http://schemas.openxmlformats.org/drawingml/2006/main">
            <a:off x="7496175" y="49911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1D2922"/>
                </a:solidFill>
              </a:defRPr>
            </a:pPr>
            <a:r>
              <a:rPr sz="900" b="0" i="0">
                <a:solidFill>
                  <a:srgbClr val="1D2922"/>
                </a:solidFill>
              </a:rPr>
              <a:t>Brazil</a:t>
            </a:r>
          </a:p>
        </p:txBody>
      </p:sp>
      <p:sp>
        <p:nvSpPr>
          <p:cNvPr id="49" name="">
            <a:extLst xmlns:a="http://schemas.openxmlformats.org/drawingml/2006/main">
              <a:ext uri="{FF2B5EF4-FFF2-40B4-BE49-F238E27FC236}">
                <a16:creationId xmlns:a16="http://schemas.microsoft.com/office/drawing/2014/main" id="{322054BD-CC2E-4A9E-904D-1CF5D80381CB}"/>
              </a:ext>
            </a:extLst>
          </p:cNvPr>
          <p:cNvSpPr>
            <a:spLocks xmlns:a="http://schemas.openxmlformats.org/drawingml/2006/main" noGrp="1"/>
          </p:cNvSpPr>
          <p:nvPr/>
        </p:nvSpPr>
        <p:spPr>
          <a:xfrm xmlns:a="http://schemas.openxmlformats.org/drawingml/2006/main">
            <a:off x="8667750" y="49911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1D2922"/>
                </a:solidFill>
              </a:defRPr>
            </a:pPr>
            <a:r>
              <a:rPr sz="900" b="0" i="0">
                <a:solidFill>
                  <a:srgbClr val="1D2922"/>
                </a:solidFill>
              </a:rPr>
              <a:t>Not Available</a:t>
            </a:r>
          </a:p>
        </p:txBody>
      </p:sp>
      <p:sp>
        <p:nvSpPr>
          <p:cNvPr id="50" name="">
            <a:extLst xmlns:a="http://schemas.openxmlformats.org/drawingml/2006/main">
              <a:ext uri="{FF2B5EF4-FFF2-40B4-BE49-F238E27FC236}">
                <a16:creationId xmlns:a16="http://schemas.microsoft.com/office/drawing/2014/main" id="{BACC0F40-E756-4890-8307-A8124AD303B2}"/>
              </a:ext>
            </a:extLst>
          </p:cNvPr>
          <p:cNvSpPr>
            <a:spLocks xmlns:a="http://schemas.openxmlformats.org/drawingml/2006/main" noGrp="1"/>
          </p:cNvSpPr>
          <p:nvPr/>
        </p:nvSpPr>
        <p:spPr>
          <a:xfrm xmlns:a="http://schemas.openxmlformats.org/drawingml/2006/main">
            <a:off x="9839325" y="49911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B74C45"/>
                </a:solidFill>
              </a:defRPr>
            </a:pPr>
            <a:r>
              <a:rPr sz="900" b="0" i="0">
                <a:solidFill>
                  <a:srgbClr val="B74C45"/>
                </a:solidFill>
              </a:rPr>
              <a:t>No</a:t>
            </a:r>
          </a:p>
        </p:txBody>
      </p:sp>
      <p:sp>
        <p:nvSpPr>
          <p:cNvPr id="51" name="">
            <a:extLst xmlns:a="http://schemas.openxmlformats.org/drawingml/2006/main">
              <a:ext uri="{FF2B5EF4-FFF2-40B4-BE49-F238E27FC236}">
                <a16:creationId xmlns:a16="http://schemas.microsoft.com/office/drawing/2014/main" id="{E2D22EE4-640A-485A-977F-2ABAF3C80664}"/>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911826871"/>
      </p:ext>
    </p:extLst>
  </p:cSld>
</p:sld>
</file>

<file path=ppt/slides/slide1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44" name="top-accent">
            <a:extLst xmlns:a="http://schemas.openxmlformats.org/drawingml/2006/main">
              <a:ext uri="{FF2B5EF4-FFF2-40B4-BE49-F238E27FC236}">
                <a16:creationId xmlns:a16="http://schemas.microsoft.com/office/drawing/2014/main" id="{3DA64209-24A6-44B5-998C-A7A94A1D130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D73EC151-2DFA-4B5B-B56E-9ECD10A9771C}"/>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2 · CSS</a:t>
            </a:r>
          </a:p>
        </p:txBody>
      </p:sp>
      <p:sp>
        <p:nvSpPr>
          <p:cNvPr id="3" name="slide-number">
            <a:extLst xmlns:a="http://schemas.openxmlformats.org/drawingml/2006/main">
              <a:ext uri="{FF2B5EF4-FFF2-40B4-BE49-F238E27FC236}">
                <a16:creationId xmlns:a16="http://schemas.microsoft.com/office/drawing/2014/main" id="{1A2B7F59-034F-44FD-862D-7863A8D3F4AF}"/>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16</a:t>
            </a:r>
          </a:p>
        </p:txBody>
      </p:sp>
      <p:sp>
        <p:nvSpPr>
          <p:cNvPr id="4" name="slide-title">
            <a:extLst xmlns:a="http://schemas.openxmlformats.org/drawingml/2006/main">
              <a:ext uri="{FF2B5EF4-FFF2-40B4-BE49-F238E27FC236}">
                <a16:creationId xmlns:a16="http://schemas.microsoft.com/office/drawing/2014/main" id="{C68F50B5-AB18-4E77-BE21-6D0696A9AAD2}"/>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Make interaction states visible and predictable</a:t>
            </a:r>
          </a:p>
        </p:txBody>
      </p:sp>
      <p:sp>
        <p:nvSpPr>
          <p:cNvPr id="5" name="slide-subtitle">
            <a:extLst xmlns:a="http://schemas.openxmlformats.org/drawingml/2006/main">
              <a:ext uri="{FF2B5EF4-FFF2-40B4-BE49-F238E27FC236}">
                <a16:creationId xmlns:a16="http://schemas.microsoft.com/office/drawing/2014/main" id="{066C6718-6D0F-4AB6-A749-2E26EF85A11F}"/>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Buttons, form fields, focus rings, hover states, and status badges communicate what users can do.</a:t>
            </a:r>
          </a:p>
        </p:txBody>
      </p:sp>
      <p:sp>
        <p:nvSpPr>
          <p:cNvPr id="6" name="dev-code-panel">
            <a:extLst xmlns:a="http://schemas.openxmlformats.org/drawingml/2006/main">
              <a:ext uri="{FF2B5EF4-FFF2-40B4-BE49-F238E27FC236}">
                <a16:creationId xmlns:a16="http://schemas.microsoft.com/office/drawing/2014/main" id="{4A8B853D-6333-4F75-9479-000AD1332417}"/>
              </a:ext>
            </a:extLst>
          </p:cNvPr>
          <p:cNvSpPr>
            <a:spLocks xmlns:a="http://schemas.openxmlformats.org/drawingml/2006/main" noGrp="1"/>
          </p:cNvSpPr>
          <p:nvPr/>
        </p:nvSpPr>
        <p:spPr>
          <a:xfrm xmlns:a="http://schemas.openxmlformats.org/drawingml/2006/main">
            <a:off x="609600" y="1809750"/>
            <a:ext cx="4762500" cy="4000500"/>
          </a:xfrm>
          <a:prstGeom xmlns:a="http://schemas.openxmlformats.org/drawingml/2006/main" prst="roundRect">
            <a:avLst>
              <a:gd name="adj" fmla="val 1905"/>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7415D7BE-C052-4F9E-9A67-C2557C74E3B0}"/>
              </a:ext>
            </a:extLst>
          </p:cNvPr>
          <p:cNvSpPr>
            <a:spLocks xmlns:a="http://schemas.openxmlformats.org/drawingml/2006/main" noGrp="1"/>
          </p:cNvSpPr>
          <p:nvPr/>
        </p:nvSpPr>
        <p:spPr>
          <a:xfrm xmlns:a="http://schemas.openxmlformats.org/drawingml/2006/main">
            <a:off x="609600" y="1809750"/>
            <a:ext cx="47625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AD1988A-0529-4650-A841-98156D6F06A1}"/>
              </a:ext>
            </a:extLst>
          </p:cNvPr>
          <p:cNvSpPr>
            <a:spLocks xmlns:a="http://schemas.openxmlformats.org/drawingml/2006/main" noGrp="1"/>
          </p:cNvSpPr>
          <p:nvPr/>
        </p:nvSpPr>
        <p:spPr>
          <a:xfrm xmlns:a="http://schemas.openxmlformats.org/drawingml/2006/main">
            <a:off x="781050" y="1905000"/>
            <a:ext cx="441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css/style.css · states</a:t>
            </a:r>
          </a:p>
        </p:txBody>
      </p:sp>
      <p:sp>
        <p:nvSpPr>
          <p:cNvPr id="9" name="">
            <a:extLst xmlns:a="http://schemas.openxmlformats.org/drawingml/2006/main">
              <a:ext uri="{FF2B5EF4-FFF2-40B4-BE49-F238E27FC236}">
                <a16:creationId xmlns:a16="http://schemas.microsoft.com/office/drawing/2014/main" id="{3DE1AE1E-3F62-49A5-8343-598AF883910E}"/>
              </a:ext>
            </a:extLst>
          </p:cNvPr>
          <p:cNvSpPr>
            <a:spLocks xmlns:a="http://schemas.openxmlformats.org/drawingml/2006/main" noGrp="1"/>
          </p:cNvSpPr>
          <p:nvPr/>
        </p:nvSpPr>
        <p:spPr>
          <a:xfrm xmlns:a="http://schemas.openxmlformats.org/drawingml/2006/main">
            <a:off x="781050" y="22574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01  .home-btn {</a:t>
            </a:r>
          </a:p>
        </p:txBody>
      </p:sp>
      <p:sp>
        <p:nvSpPr>
          <p:cNvPr id="10" name="">
            <a:extLst xmlns:a="http://schemas.openxmlformats.org/drawingml/2006/main">
              <a:ext uri="{FF2B5EF4-FFF2-40B4-BE49-F238E27FC236}">
                <a16:creationId xmlns:a16="http://schemas.microsoft.com/office/drawing/2014/main" id="{213EDDA1-A0B5-4564-8A28-13A45760230E}"/>
              </a:ext>
            </a:extLst>
          </p:cNvPr>
          <p:cNvSpPr>
            <a:spLocks xmlns:a="http://schemas.openxmlformats.org/drawingml/2006/main" noGrp="1"/>
          </p:cNvSpPr>
          <p:nvPr/>
        </p:nvSpPr>
        <p:spPr>
          <a:xfrm xmlns:a="http://schemas.openxmlformats.org/drawingml/2006/main">
            <a:off x="781050" y="25146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02    border-radius: 8px;</a:t>
            </a:r>
          </a:p>
        </p:txBody>
      </p:sp>
      <p:sp>
        <p:nvSpPr>
          <p:cNvPr id="11" name="">
            <a:extLst xmlns:a="http://schemas.openxmlformats.org/drawingml/2006/main">
              <a:ext uri="{FF2B5EF4-FFF2-40B4-BE49-F238E27FC236}">
                <a16:creationId xmlns:a16="http://schemas.microsoft.com/office/drawing/2014/main" id="{B94D02C0-5E34-46A5-AF83-9A835C8C87BA}"/>
              </a:ext>
            </a:extLst>
          </p:cNvPr>
          <p:cNvSpPr>
            <a:spLocks xmlns:a="http://schemas.openxmlformats.org/drawingml/2006/main" noGrp="1"/>
          </p:cNvSpPr>
          <p:nvPr/>
        </p:nvSpPr>
        <p:spPr>
          <a:xfrm xmlns:a="http://schemas.openxmlformats.org/drawingml/2006/main">
            <a:off x="781050" y="27717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03    transition: transform var(--transition),</a:t>
            </a:r>
          </a:p>
        </p:txBody>
      </p:sp>
      <p:sp>
        <p:nvSpPr>
          <p:cNvPr id="12" name="">
            <a:extLst xmlns:a="http://schemas.openxmlformats.org/drawingml/2006/main">
              <a:ext uri="{FF2B5EF4-FFF2-40B4-BE49-F238E27FC236}">
                <a16:creationId xmlns:a16="http://schemas.microsoft.com/office/drawing/2014/main" id="{65D2E6B5-C7AD-4EF9-A882-99B2E95D65C2}"/>
              </a:ext>
            </a:extLst>
          </p:cNvPr>
          <p:cNvSpPr>
            <a:spLocks xmlns:a="http://schemas.openxmlformats.org/drawingml/2006/main" noGrp="1"/>
          </p:cNvSpPr>
          <p:nvPr/>
        </p:nvSpPr>
        <p:spPr>
          <a:xfrm xmlns:a="http://schemas.openxmlformats.org/drawingml/2006/main">
            <a:off x="781050" y="302895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04                box-shadow var(--transition);</a:t>
            </a:r>
          </a:p>
        </p:txBody>
      </p:sp>
      <p:sp>
        <p:nvSpPr>
          <p:cNvPr id="13" name="">
            <a:extLst xmlns:a="http://schemas.openxmlformats.org/drawingml/2006/main">
              <a:ext uri="{FF2B5EF4-FFF2-40B4-BE49-F238E27FC236}">
                <a16:creationId xmlns:a16="http://schemas.microsoft.com/office/drawing/2014/main" id="{10FCE455-7D60-4675-A1B5-AA0BE04E8225}"/>
              </a:ext>
            </a:extLst>
          </p:cNvPr>
          <p:cNvSpPr>
            <a:spLocks xmlns:a="http://schemas.openxmlformats.org/drawingml/2006/main" noGrp="1"/>
          </p:cNvSpPr>
          <p:nvPr/>
        </p:nvSpPr>
        <p:spPr>
          <a:xfrm xmlns:a="http://schemas.openxmlformats.org/drawingml/2006/main">
            <a:off x="781050" y="32861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05  }</a:t>
            </a:r>
          </a:p>
        </p:txBody>
      </p:sp>
      <p:sp>
        <p:nvSpPr>
          <p:cNvPr id="14" name="">
            <a:extLst xmlns:a="http://schemas.openxmlformats.org/drawingml/2006/main">
              <a:ext uri="{FF2B5EF4-FFF2-40B4-BE49-F238E27FC236}">
                <a16:creationId xmlns:a16="http://schemas.microsoft.com/office/drawing/2014/main" id="{45A6BEA9-719E-4D13-A7E7-F75D569115E1}"/>
              </a:ext>
            </a:extLst>
          </p:cNvPr>
          <p:cNvSpPr>
            <a:spLocks xmlns:a="http://schemas.openxmlformats.org/drawingml/2006/main" noGrp="1"/>
          </p:cNvSpPr>
          <p:nvPr/>
        </p:nvSpPr>
        <p:spPr>
          <a:xfrm xmlns:a="http://schemas.openxmlformats.org/drawingml/2006/main">
            <a:off x="781050" y="35433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06  .home-btn:hover {</a:t>
            </a:r>
          </a:p>
        </p:txBody>
      </p:sp>
      <p:sp>
        <p:nvSpPr>
          <p:cNvPr id="15" name="">
            <a:extLst xmlns:a="http://schemas.openxmlformats.org/drawingml/2006/main">
              <a:ext uri="{FF2B5EF4-FFF2-40B4-BE49-F238E27FC236}">
                <a16:creationId xmlns:a16="http://schemas.microsoft.com/office/drawing/2014/main" id="{64457240-4299-475F-89B0-487D3C5562D6}"/>
              </a:ext>
            </a:extLst>
          </p:cNvPr>
          <p:cNvSpPr>
            <a:spLocks xmlns:a="http://schemas.openxmlformats.org/drawingml/2006/main" noGrp="1"/>
          </p:cNvSpPr>
          <p:nvPr/>
        </p:nvSpPr>
        <p:spPr>
          <a:xfrm xmlns:a="http://schemas.openxmlformats.org/drawingml/2006/main">
            <a:off x="781050" y="38004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07    transform: translateY(-2px);</a:t>
            </a:r>
          </a:p>
        </p:txBody>
      </p:sp>
      <p:sp>
        <p:nvSpPr>
          <p:cNvPr id="16" name="">
            <a:extLst xmlns:a="http://schemas.openxmlformats.org/drawingml/2006/main">
              <a:ext uri="{FF2B5EF4-FFF2-40B4-BE49-F238E27FC236}">
                <a16:creationId xmlns:a16="http://schemas.microsoft.com/office/drawing/2014/main" id="{F0EB9E0D-EA8A-4770-9907-056CB0217B53}"/>
              </a:ext>
            </a:extLst>
          </p:cNvPr>
          <p:cNvSpPr>
            <a:spLocks xmlns:a="http://schemas.openxmlformats.org/drawingml/2006/main" noGrp="1"/>
          </p:cNvSpPr>
          <p:nvPr/>
        </p:nvSpPr>
        <p:spPr>
          <a:xfrm xmlns:a="http://schemas.openxmlformats.org/drawingml/2006/main">
            <a:off x="781050" y="405765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08    box-shadow: var(--shadow-md);</a:t>
            </a:r>
          </a:p>
        </p:txBody>
      </p:sp>
      <p:sp>
        <p:nvSpPr>
          <p:cNvPr id="17" name="">
            <a:extLst xmlns:a="http://schemas.openxmlformats.org/drawingml/2006/main">
              <a:ext uri="{FF2B5EF4-FFF2-40B4-BE49-F238E27FC236}">
                <a16:creationId xmlns:a16="http://schemas.microsoft.com/office/drawing/2014/main" id="{C434EF51-8286-4CF7-835A-572BB67F0FFD}"/>
              </a:ext>
            </a:extLst>
          </p:cNvPr>
          <p:cNvSpPr>
            <a:spLocks xmlns:a="http://schemas.openxmlformats.org/drawingml/2006/main" noGrp="1"/>
          </p:cNvSpPr>
          <p:nvPr/>
        </p:nvSpPr>
        <p:spPr>
          <a:xfrm xmlns:a="http://schemas.openxmlformats.org/drawingml/2006/main">
            <a:off x="781050" y="43148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09  }</a:t>
            </a:r>
          </a:p>
        </p:txBody>
      </p:sp>
      <p:sp>
        <p:nvSpPr>
          <p:cNvPr id="18" name="">
            <a:extLst xmlns:a="http://schemas.openxmlformats.org/drawingml/2006/main">
              <a:ext uri="{FF2B5EF4-FFF2-40B4-BE49-F238E27FC236}">
                <a16:creationId xmlns:a16="http://schemas.microsoft.com/office/drawing/2014/main" id="{45CEC220-4C95-4A77-AFB3-4D61A2CD23A5}"/>
              </a:ext>
            </a:extLst>
          </p:cNvPr>
          <p:cNvSpPr>
            <a:spLocks xmlns:a="http://schemas.openxmlformats.org/drawingml/2006/main" noGrp="1"/>
          </p:cNvSpPr>
          <p:nvPr/>
        </p:nvSpPr>
        <p:spPr>
          <a:xfrm xmlns:a="http://schemas.openxmlformats.org/drawingml/2006/main">
            <a:off x="781050" y="45720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10  input:focus, select:focus {</a:t>
            </a:r>
          </a:p>
        </p:txBody>
      </p:sp>
      <p:sp>
        <p:nvSpPr>
          <p:cNvPr id="19" name="">
            <a:extLst xmlns:a="http://schemas.openxmlformats.org/drawingml/2006/main">
              <a:ext uri="{FF2B5EF4-FFF2-40B4-BE49-F238E27FC236}">
                <a16:creationId xmlns:a16="http://schemas.microsoft.com/office/drawing/2014/main" id="{719E4134-28ED-4E1D-9A08-450E5B6D97D4}"/>
              </a:ext>
            </a:extLst>
          </p:cNvPr>
          <p:cNvSpPr>
            <a:spLocks xmlns:a="http://schemas.openxmlformats.org/drawingml/2006/main" noGrp="1"/>
          </p:cNvSpPr>
          <p:nvPr/>
        </p:nvSpPr>
        <p:spPr>
          <a:xfrm xmlns:a="http://schemas.openxmlformats.org/drawingml/2006/main">
            <a:off x="781050" y="48291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11    outline: 3px solid rgba(200,169,106,.25);</a:t>
            </a:r>
          </a:p>
        </p:txBody>
      </p:sp>
      <p:sp>
        <p:nvSpPr>
          <p:cNvPr id="20" name="">
            <a:extLst xmlns:a="http://schemas.openxmlformats.org/drawingml/2006/main">
              <a:ext uri="{FF2B5EF4-FFF2-40B4-BE49-F238E27FC236}">
                <a16:creationId xmlns:a16="http://schemas.microsoft.com/office/drawing/2014/main" id="{81984DA1-A4CE-4BBE-B160-111EBC12469A}"/>
              </a:ext>
            </a:extLst>
          </p:cNvPr>
          <p:cNvSpPr>
            <a:spLocks xmlns:a="http://schemas.openxmlformats.org/drawingml/2006/main" noGrp="1"/>
          </p:cNvSpPr>
          <p:nvPr/>
        </p:nvSpPr>
        <p:spPr>
          <a:xfrm xmlns:a="http://schemas.openxmlformats.org/drawingml/2006/main">
            <a:off x="781050" y="508635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12    border-color: var(--gold-500);</a:t>
            </a:r>
          </a:p>
        </p:txBody>
      </p:sp>
      <p:sp>
        <p:nvSpPr>
          <p:cNvPr id="21" name="">
            <a:extLst xmlns:a="http://schemas.openxmlformats.org/drawingml/2006/main">
              <a:ext uri="{FF2B5EF4-FFF2-40B4-BE49-F238E27FC236}">
                <a16:creationId xmlns:a16="http://schemas.microsoft.com/office/drawing/2014/main" id="{920F089C-2C09-45F7-B5EE-48CC45E518F6}"/>
              </a:ext>
            </a:extLst>
          </p:cNvPr>
          <p:cNvSpPr>
            <a:spLocks xmlns:a="http://schemas.openxmlformats.org/drawingml/2006/main" noGrp="1"/>
          </p:cNvSpPr>
          <p:nvPr/>
        </p:nvSpPr>
        <p:spPr>
          <a:xfrm xmlns:a="http://schemas.openxmlformats.org/drawingml/2006/main">
            <a:off x="781050" y="53435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13  }</a:t>
            </a:r>
          </a:p>
        </p:txBody>
      </p:sp>
      <p:sp>
        <p:nvSpPr>
          <p:cNvPr id="22" name="state-gallery">
            <a:extLst xmlns:a="http://schemas.openxmlformats.org/drawingml/2006/main">
              <a:ext uri="{FF2B5EF4-FFF2-40B4-BE49-F238E27FC236}">
                <a16:creationId xmlns:a16="http://schemas.microsoft.com/office/drawing/2014/main" id="{44F86923-7705-4A0B-8657-F327BE4FEF68}"/>
              </a:ext>
            </a:extLst>
          </p:cNvPr>
          <p:cNvSpPr>
            <a:spLocks xmlns:a="http://schemas.openxmlformats.org/drawingml/2006/main" noGrp="1"/>
          </p:cNvSpPr>
          <p:nvPr/>
        </p:nvSpPr>
        <p:spPr>
          <a:xfrm xmlns:a="http://schemas.openxmlformats.org/drawingml/2006/main">
            <a:off x="5715000" y="1809750"/>
            <a:ext cx="5867400" cy="4000500"/>
          </a:xfrm>
          <a:prstGeom xmlns:a="http://schemas.openxmlformats.org/drawingml/2006/main" prst="roundRect">
            <a:avLst>
              <a:gd name="adj" fmla="val 1905"/>
            </a:avLst>
          </a:prstGeom>
          <a:solidFill xmlns:a="http://schemas.openxmlformats.org/drawingml/2006/main">
            <a:srgbClr val="FFFEFA"/>
          </a:solidFill>
          <a:ln xmlns:a="http://schemas.openxmlformats.org/drawingml/2006/main" w="9525">
            <a:solidFill>
              <a:srgbClr val="E5E1D8"/>
            </a:solidFill>
            <a:prstDash val="solid"/>
          </a:ln>
        </p:spPr>
      </p:sp>
      <p:sp>
        <p:nvSpPr>
          <p:cNvPr id="23" name="">
            <a:extLst xmlns:a="http://schemas.openxmlformats.org/drawingml/2006/main">
              <a:ext uri="{FF2B5EF4-FFF2-40B4-BE49-F238E27FC236}">
                <a16:creationId xmlns:a16="http://schemas.microsoft.com/office/drawing/2014/main" id="{E01E36BF-6764-403E-B2D9-18E37DF4F83D}"/>
              </a:ext>
            </a:extLst>
          </p:cNvPr>
          <p:cNvSpPr>
            <a:spLocks xmlns:a="http://schemas.openxmlformats.org/drawingml/2006/main" noGrp="1"/>
          </p:cNvSpPr>
          <p:nvPr/>
        </p:nvSpPr>
        <p:spPr>
          <a:xfrm xmlns:a="http://schemas.openxmlformats.org/drawingml/2006/main">
            <a:off x="6019800" y="209550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BUTTONS</a:t>
            </a:r>
          </a:p>
        </p:txBody>
      </p:sp>
      <p:sp>
        <p:nvSpPr>
          <p:cNvPr id="24" name="">
            <a:extLst xmlns:a="http://schemas.openxmlformats.org/drawingml/2006/main">
              <a:ext uri="{FF2B5EF4-FFF2-40B4-BE49-F238E27FC236}">
                <a16:creationId xmlns:a16="http://schemas.microsoft.com/office/drawing/2014/main" id="{4BED397F-C59B-455A-B2D1-1C136A4E4328}"/>
              </a:ext>
            </a:extLst>
          </p:cNvPr>
          <p:cNvSpPr>
            <a:spLocks xmlns:a="http://schemas.openxmlformats.org/drawingml/2006/main" noGrp="1"/>
          </p:cNvSpPr>
          <p:nvPr/>
        </p:nvSpPr>
        <p:spPr>
          <a:xfrm xmlns:a="http://schemas.openxmlformats.org/drawingml/2006/main">
            <a:off x="6019800" y="2428875"/>
            <a:ext cx="1428750" cy="285750"/>
          </a:xfrm>
          <a:prstGeom xmlns:a="http://schemas.openxmlformats.org/drawingml/2006/main" prst="roundRect">
            <a:avLst>
              <a:gd name="adj" fmla="val 26667"/>
            </a:avLst>
          </a:prstGeom>
          <a:solidFill xmlns:a="http://schemas.openxmlformats.org/drawingml/2006/main">
            <a:srgbClr val="12352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FB96E8F-A1ED-4C28-8FD8-09D0ECCDA579}"/>
              </a:ext>
            </a:extLst>
          </p:cNvPr>
          <p:cNvSpPr>
            <a:spLocks xmlns:a="http://schemas.openxmlformats.org/drawingml/2006/main" noGrp="1"/>
          </p:cNvSpPr>
          <p:nvPr/>
        </p:nvSpPr>
        <p:spPr>
          <a:xfrm xmlns:a="http://schemas.openxmlformats.org/drawingml/2006/main">
            <a:off x="6115050" y="2486025"/>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Explore Groups</a:t>
            </a:r>
          </a:p>
        </p:txBody>
      </p:sp>
      <p:sp>
        <p:nvSpPr>
          <p:cNvPr id="26" name="">
            <a:extLst xmlns:a="http://schemas.openxmlformats.org/drawingml/2006/main">
              <a:ext uri="{FF2B5EF4-FFF2-40B4-BE49-F238E27FC236}">
                <a16:creationId xmlns:a16="http://schemas.microsoft.com/office/drawing/2014/main" id="{4D895AA6-E40A-4128-A706-536B920BF5F1}"/>
              </a:ext>
            </a:extLst>
          </p:cNvPr>
          <p:cNvSpPr>
            <a:spLocks xmlns:a="http://schemas.openxmlformats.org/drawingml/2006/main" noGrp="1"/>
          </p:cNvSpPr>
          <p:nvPr/>
        </p:nvSpPr>
        <p:spPr>
          <a:xfrm xmlns:a="http://schemas.openxmlformats.org/drawingml/2006/main">
            <a:off x="7600950" y="2428875"/>
            <a:ext cx="1143000" cy="285750"/>
          </a:xfrm>
          <a:prstGeom xmlns:a="http://schemas.openxmlformats.org/drawingml/2006/main" prst="roundRect">
            <a:avLst>
              <a:gd name="adj" fmla="val 26667"/>
            </a:avLst>
          </a:prstGeom>
          <a:solidFill xmlns:a="http://schemas.openxmlformats.org/drawingml/2006/main">
            <a:srgbClr val="C8A96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703AAB6-9F37-4445-8411-823FAEB4EEFF}"/>
              </a:ext>
            </a:extLst>
          </p:cNvPr>
          <p:cNvSpPr>
            <a:spLocks xmlns:a="http://schemas.openxmlformats.org/drawingml/2006/main" noGrp="1"/>
          </p:cNvSpPr>
          <p:nvPr/>
        </p:nvSpPr>
        <p:spPr>
          <a:xfrm xmlns:a="http://schemas.openxmlformats.org/drawingml/2006/main">
            <a:off x="7696200" y="2486025"/>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071B12"/>
                </a:solidFill>
              </a:defRPr>
            </a:pPr>
            <a:r>
              <a:rPr sz="900" b="1" i="0">
                <a:solidFill>
                  <a:srgbClr val="071B12"/>
                </a:solidFill>
              </a:rPr>
              <a:t>View Map</a:t>
            </a:r>
          </a:p>
        </p:txBody>
      </p:sp>
      <p:sp>
        <p:nvSpPr>
          <p:cNvPr id="28" name="">
            <a:extLst xmlns:a="http://schemas.openxmlformats.org/drawingml/2006/main">
              <a:ext uri="{FF2B5EF4-FFF2-40B4-BE49-F238E27FC236}">
                <a16:creationId xmlns:a16="http://schemas.microsoft.com/office/drawing/2014/main" id="{BAAC96FA-54A5-4999-8C7A-EC8A6F0C1E1A}"/>
              </a:ext>
            </a:extLst>
          </p:cNvPr>
          <p:cNvSpPr>
            <a:spLocks xmlns:a="http://schemas.openxmlformats.org/drawingml/2006/main" noGrp="1"/>
          </p:cNvSpPr>
          <p:nvPr/>
        </p:nvSpPr>
        <p:spPr>
          <a:xfrm xmlns:a="http://schemas.openxmlformats.org/drawingml/2006/main">
            <a:off x="8896350" y="2428875"/>
            <a:ext cx="1295400" cy="285750"/>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E6833A9-081C-4EA5-9633-6C780CE7E7E5}"/>
              </a:ext>
            </a:extLst>
          </p:cNvPr>
          <p:cNvSpPr>
            <a:spLocks xmlns:a="http://schemas.openxmlformats.org/drawingml/2006/main" noGrp="1"/>
          </p:cNvSpPr>
          <p:nvPr/>
        </p:nvSpPr>
        <p:spPr>
          <a:xfrm xmlns:a="http://schemas.openxmlformats.org/drawingml/2006/main">
            <a:off x="8991600" y="2486025"/>
            <a:ext cx="1104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123524"/>
                </a:solidFill>
              </a:defRPr>
            </a:pPr>
            <a:r>
              <a:rPr sz="900" b="1" i="0">
                <a:solidFill>
                  <a:srgbClr val="123524"/>
                </a:solidFill>
              </a:rPr>
              <a:t>Reset filters</a:t>
            </a:r>
          </a:p>
        </p:txBody>
      </p:sp>
      <p:sp>
        <p:nvSpPr>
          <p:cNvPr id="30" name="">
            <a:extLst xmlns:a="http://schemas.openxmlformats.org/drawingml/2006/main">
              <a:ext uri="{FF2B5EF4-FFF2-40B4-BE49-F238E27FC236}">
                <a16:creationId xmlns:a16="http://schemas.microsoft.com/office/drawing/2014/main" id="{A2E3D651-2236-421C-ADB1-F3C0BC3C063F}"/>
              </a:ext>
            </a:extLst>
          </p:cNvPr>
          <p:cNvSpPr>
            <a:spLocks xmlns:a="http://schemas.openxmlformats.org/drawingml/2006/main" noGrp="1"/>
          </p:cNvSpPr>
          <p:nvPr/>
        </p:nvSpPr>
        <p:spPr>
          <a:xfrm xmlns:a="http://schemas.openxmlformats.org/drawingml/2006/main">
            <a:off x="6019800" y="3095625"/>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FORM CONTROLS</a:t>
            </a:r>
          </a:p>
        </p:txBody>
      </p:sp>
      <p:sp>
        <p:nvSpPr>
          <p:cNvPr id="31" name="">
            <a:extLst xmlns:a="http://schemas.openxmlformats.org/drawingml/2006/main">
              <a:ext uri="{FF2B5EF4-FFF2-40B4-BE49-F238E27FC236}">
                <a16:creationId xmlns:a16="http://schemas.microsoft.com/office/drawing/2014/main" id="{6EACD8BE-05AD-41A5-8242-7A60CC534E03}"/>
              </a:ext>
            </a:extLst>
          </p:cNvPr>
          <p:cNvSpPr>
            <a:spLocks xmlns:a="http://schemas.openxmlformats.org/drawingml/2006/main" noGrp="1"/>
          </p:cNvSpPr>
          <p:nvPr/>
        </p:nvSpPr>
        <p:spPr>
          <a:xfrm xmlns:a="http://schemas.openxmlformats.org/drawingml/2006/main">
            <a:off x="6019800" y="3429000"/>
            <a:ext cx="31432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19050">
            <a:solidFill>
              <a:srgbClr val="C8A96A"/>
            </a:solidFill>
            <a:prstDash val="solid"/>
          </a:ln>
        </p:spPr>
      </p:sp>
      <p:sp>
        <p:nvSpPr>
          <p:cNvPr id="32" name="">
            <a:extLst xmlns:a="http://schemas.openxmlformats.org/drawingml/2006/main">
              <a:ext uri="{FF2B5EF4-FFF2-40B4-BE49-F238E27FC236}">
                <a16:creationId xmlns:a16="http://schemas.microsoft.com/office/drawing/2014/main" id="{A98EC8D8-83D2-4200-A5E4-74D494A26040}"/>
              </a:ext>
            </a:extLst>
          </p:cNvPr>
          <p:cNvSpPr>
            <a:spLocks xmlns:a="http://schemas.openxmlformats.org/drawingml/2006/main" noGrp="1"/>
          </p:cNvSpPr>
          <p:nvPr/>
        </p:nvSpPr>
        <p:spPr>
          <a:xfrm xmlns:a="http://schemas.openxmlformats.org/drawingml/2006/main">
            <a:off x="6210300" y="3590925"/>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69746D"/>
                </a:solidFill>
              </a:defRPr>
            </a:pPr>
            <a:r>
              <a:rPr sz="1125" b="0" i="0">
                <a:solidFill>
                  <a:srgbClr val="69746D"/>
                </a:solidFill>
              </a:rPr>
              <a:t>Search by group name…</a:t>
            </a:r>
          </a:p>
        </p:txBody>
      </p:sp>
      <p:sp>
        <p:nvSpPr>
          <p:cNvPr id="33" name="">
            <a:extLst xmlns:a="http://schemas.openxmlformats.org/drawingml/2006/main">
              <a:ext uri="{FF2B5EF4-FFF2-40B4-BE49-F238E27FC236}">
                <a16:creationId xmlns:a16="http://schemas.microsoft.com/office/drawing/2014/main" id="{CDBE88DC-E0AE-4C59-919C-25F5A4C39669}"/>
              </a:ext>
            </a:extLst>
          </p:cNvPr>
          <p:cNvSpPr>
            <a:spLocks xmlns:a="http://schemas.openxmlformats.org/drawingml/2006/main" noGrp="1"/>
          </p:cNvSpPr>
          <p:nvPr/>
        </p:nvSpPr>
        <p:spPr>
          <a:xfrm xmlns:a="http://schemas.openxmlformats.org/drawingml/2006/main">
            <a:off x="9315450" y="3429000"/>
            <a:ext cx="19240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E5E1D8"/>
            </a:solidFill>
            <a:prstDash val="solid"/>
          </a:ln>
        </p:spPr>
      </p:sp>
      <p:sp>
        <p:nvSpPr>
          <p:cNvPr id="34" name="">
            <a:extLst xmlns:a="http://schemas.openxmlformats.org/drawingml/2006/main">
              <a:ext uri="{FF2B5EF4-FFF2-40B4-BE49-F238E27FC236}">
                <a16:creationId xmlns:a16="http://schemas.microsoft.com/office/drawing/2014/main" id="{BD91C501-E4B4-4F74-BC1A-8D8805952004}"/>
              </a:ext>
            </a:extLst>
          </p:cNvPr>
          <p:cNvSpPr>
            <a:spLocks xmlns:a="http://schemas.openxmlformats.org/drawingml/2006/main" noGrp="1"/>
          </p:cNvSpPr>
          <p:nvPr/>
        </p:nvSpPr>
        <p:spPr>
          <a:xfrm xmlns:a="http://schemas.openxmlformats.org/drawingml/2006/main">
            <a:off x="9477375" y="35909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1D2922"/>
                </a:solidFill>
              </a:defRPr>
            </a:pPr>
            <a:r>
              <a:rPr sz="1125" b="0" i="0">
                <a:solidFill>
                  <a:srgbClr val="1D2922"/>
                </a:solidFill>
              </a:rPr>
              <a:t>All continents      ▾</a:t>
            </a:r>
          </a:p>
        </p:txBody>
      </p:sp>
      <p:sp>
        <p:nvSpPr>
          <p:cNvPr id="35" name="">
            <a:extLst xmlns:a="http://schemas.openxmlformats.org/drawingml/2006/main">
              <a:ext uri="{FF2B5EF4-FFF2-40B4-BE49-F238E27FC236}">
                <a16:creationId xmlns:a16="http://schemas.microsoft.com/office/drawing/2014/main" id="{262472C4-8E62-40AD-95F7-F37FDED2481E}"/>
              </a:ext>
            </a:extLst>
          </p:cNvPr>
          <p:cNvSpPr>
            <a:spLocks xmlns:a="http://schemas.openxmlformats.org/drawingml/2006/main" noGrp="1"/>
          </p:cNvSpPr>
          <p:nvPr/>
        </p:nvSpPr>
        <p:spPr>
          <a:xfrm xmlns:a="http://schemas.openxmlformats.org/drawingml/2006/main">
            <a:off x="6019800" y="44196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DATA STATES</a:t>
            </a:r>
          </a:p>
        </p:txBody>
      </p:sp>
      <p:sp>
        <p:nvSpPr>
          <p:cNvPr id="36" name="">
            <a:extLst xmlns:a="http://schemas.openxmlformats.org/drawingml/2006/main">
              <a:ext uri="{FF2B5EF4-FFF2-40B4-BE49-F238E27FC236}">
                <a16:creationId xmlns:a16="http://schemas.microsoft.com/office/drawing/2014/main" id="{F65CAAFF-3CE4-421C-A8F3-20F15BEA191F}"/>
              </a:ext>
            </a:extLst>
          </p:cNvPr>
          <p:cNvSpPr>
            <a:spLocks xmlns:a="http://schemas.openxmlformats.org/drawingml/2006/main" noGrp="1"/>
          </p:cNvSpPr>
          <p:nvPr/>
        </p:nvSpPr>
        <p:spPr>
          <a:xfrm xmlns:a="http://schemas.openxmlformats.org/drawingml/2006/main">
            <a:off x="6019800" y="4762500"/>
            <a:ext cx="838200" cy="285750"/>
          </a:xfrm>
          <a:prstGeom xmlns:a="http://schemas.openxmlformats.org/drawingml/2006/main" prst="roundRect">
            <a:avLst>
              <a:gd name="adj" fmla="val 26667"/>
            </a:avLst>
          </a:prstGeom>
          <a:solidFill xmlns:a="http://schemas.openxmlformats.org/drawingml/2006/main">
            <a:srgbClr val="E4F2E9"/>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B6D13B61-2986-4898-B490-4AFC5CC17EFD}"/>
              </a:ext>
            </a:extLst>
          </p:cNvPr>
          <p:cNvSpPr>
            <a:spLocks xmlns:a="http://schemas.openxmlformats.org/drawingml/2006/main" noGrp="1"/>
          </p:cNvSpPr>
          <p:nvPr/>
        </p:nvSpPr>
        <p:spPr>
          <a:xfrm xmlns:a="http://schemas.openxmlformats.org/drawingml/2006/main">
            <a:off x="6115050" y="4819650"/>
            <a:ext cx="64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87A50"/>
                </a:solidFill>
              </a:defRPr>
            </a:pPr>
            <a:r>
              <a:rPr sz="900" b="1" i="0">
                <a:solidFill>
                  <a:srgbClr val="287A50"/>
                </a:solidFill>
              </a:rPr>
              <a:t>● Yes</a:t>
            </a:r>
          </a:p>
        </p:txBody>
      </p:sp>
      <p:sp>
        <p:nvSpPr>
          <p:cNvPr id="38" name="">
            <a:extLst xmlns:a="http://schemas.openxmlformats.org/drawingml/2006/main">
              <a:ext uri="{FF2B5EF4-FFF2-40B4-BE49-F238E27FC236}">
                <a16:creationId xmlns:a16="http://schemas.microsoft.com/office/drawing/2014/main" id="{2F8AFF92-A947-4D29-A7CB-29286DEF913E}"/>
              </a:ext>
            </a:extLst>
          </p:cNvPr>
          <p:cNvSpPr>
            <a:spLocks xmlns:a="http://schemas.openxmlformats.org/drawingml/2006/main" noGrp="1"/>
          </p:cNvSpPr>
          <p:nvPr/>
        </p:nvSpPr>
        <p:spPr>
          <a:xfrm xmlns:a="http://schemas.openxmlformats.org/drawingml/2006/main">
            <a:off x="7010400" y="4762500"/>
            <a:ext cx="742950" cy="285750"/>
          </a:xfrm>
          <a:prstGeom xmlns:a="http://schemas.openxmlformats.org/drawingml/2006/main" prst="roundRect">
            <a:avLst>
              <a:gd name="adj" fmla="val 26667"/>
            </a:avLst>
          </a:prstGeom>
          <a:solidFill xmlns:a="http://schemas.openxmlformats.org/drawingml/2006/main">
            <a:srgbClr val="F7E5E3"/>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14A3694D-E26F-4F5E-9EFC-12AC2734AC97}"/>
              </a:ext>
            </a:extLst>
          </p:cNvPr>
          <p:cNvSpPr>
            <a:spLocks xmlns:a="http://schemas.openxmlformats.org/drawingml/2006/main" noGrp="1"/>
          </p:cNvSpPr>
          <p:nvPr/>
        </p:nvSpPr>
        <p:spPr>
          <a:xfrm xmlns:a="http://schemas.openxmlformats.org/drawingml/2006/main">
            <a:off x="7105650" y="481965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B74C45"/>
                </a:solidFill>
              </a:defRPr>
            </a:pPr>
            <a:r>
              <a:rPr sz="900" b="1" i="0">
                <a:solidFill>
                  <a:srgbClr val="B74C45"/>
                </a:solidFill>
              </a:rPr>
              <a:t>● No</a:t>
            </a:r>
          </a:p>
        </p:txBody>
      </p:sp>
      <p:sp>
        <p:nvSpPr>
          <p:cNvPr id="40" name="">
            <a:extLst xmlns:a="http://schemas.openxmlformats.org/drawingml/2006/main">
              <a:ext uri="{FF2B5EF4-FFF2-40B4-BE49-F238E27FC236}">
                <a16:creationId xmlns:a16="http://schemas.microsoft.com/office/drawing/2014/main" id="{759964F1-A026-4AED-9E57-70EC34D47B13}"/>
              </a:ext>
            </a:extLst>
          </p:cNvPr>
          <p:cNvSpPr>
            <a:spLocks xmlns:a="http://schemas.openxmlformats.org/drawingml/2006/main" noGrp="1"/>
          </p:cNvSpPr>
          <p:nvPr/>
        </p:nvSpPr>
        <p:spPr>
          <a:xfrm xmlns:a="http://schemas.openxmlformats.org/drawingml/2006/main">
            <a:off x="7905750" y="4762500"/>
            <a:ext cx="1219200" cy="285750"/>
          </a:xfrm>
          <a:prstGeom xmlns:a="http://schemas.openxmlformats.org/drawingml/2006/main" prst="roundRect">
            <a:avLst>
              <a:gd name="adj" fmla="val 26667"/>
            </a:avLst>
          </a:prstGeom>
          <a:solidFill xmlns:a="http://schemas.openxmlformats.org/drawingml/2006/main">
            <a:srgbClr val="EEF0EE"/>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FF6B533E-76DE-4D26-8DA4-70EEA3147D39}"/>
              </a:ext>
            </a:extLst>
          </p:cNvPr>
          <p:cNvSpPr>
            <a:spLocks xmlns:a="http://schemas.openxmlformats.org/drawingml/2006/main" noGrp="1"/>
          </p:cNvSpPr>
          <p:nvPr/>
        </p:nvSpPr>
        <p:spPr>
          <a:xfrm xmlns:a="http://schemas.openxmlformats.org/drawingml/2006/main">
            <a:off x="8001000" y="4819650"/>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Not Available</a:t>
            </a:r>
          </a:p>
        </p:txBody>
      </p:sp>
      <p:sp>
        <p:nvSpPr>
          <p:cNvPr id="42" name="">
            <a:extLst xmlns:a="http://schemas.openxmlformats.org/drawingml/2006/main">
              <a:ext uri="{FF2B5EF4-FFF2-40B4-BE49-F238E27FC236}">
                <a16:creationId xmlns:a16="http://schemas.microsoft.com/office/drawing/2014/main" id="{A433EA5D-97F1-44CA-BCF4-9816654E0164}"/>
              </a:ext>
            </a:extLst>
          </p:cNvPr>
          <p:cNvSpPr>
            <a:spLocks xmlns:a="http://schemas.openxmlformats.org/drawingml/2006/main" noGrp="1"/>
          </p:cNvSpPr>
          <p:nvPr/>
        </p:nvSpPr>
        <p:spPr>
          <a:xfrm xmlns:a="http://schemas.openxmlformats.org/drawingml/2006/main">
            <a:off x="6019800" y="53911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1A4A34"/>
                </a:solidFill>
              </a:defRPr>
            </a:pPr>
            <a:r>
              <a:rPr sz="1350" b="1" i="0">
                <a:solidFill>
                  <a:srgbClr val="1A4A34"/>
                </a:solidFill>
              </a:rPr>
              <a:t>Visible focus  ·  readable hover  ·  clear feedback</a:t>
            </a:r>
          </a:p>
        </p:txBody>
      </p:sp>
      <p:sp>
        <p:nvSpPr>
          <p:cNvPr id="43" name="">
            <a:extLst xmlns:a="http://schemas.openxmlformats.org/drawingml/2006/main">
              <a:ext uri="{FF2B5EF4-FFF2-40B4-BE49-F238E27FC236}">
                <a16:creationId xmlns:a16="http://schemas.microsoft.com/office/drawing/2014/main" id="{0755D182-309F-4927-9D57-AD469C136EEB}"/>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722499467"/>
      </p:ext>
    </p:extLst>
  </p:cSld>
</p:sld>
</file>

<file path=ppt/slides/slide1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5" name="top-accent">
            <a:extLst xmlns:a="http://schemas.openxmlformats.org/drawingml/2006/main">
              <a:ext uri="{FF2B5EF4-FFF2-40B4-BE49-F238E27FC236}">
                <a16:creationId xmlns:a16="http://schemas.microsoft.com/office/drawing/2014/main" id="{AEF63FE6-2433-4E9D-A6BD-3860A20EBA50}"/>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8EBF366C-DDA3-4A3F-8E2A-D8E6BAD9A657}"/>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2 · CSS</a:t>
            </a:r>
          </a:p>
        </p:txBody>
      </p:sp>
      <p:sp>
        <p:nvSpPr>
          <p:cNvPr id="3" name="slide-number">
            <a:extLst xmlns:a="http://schemas.openxmlformats.org/drawingml/2006/main">
              <a:ext uri="{FF2B5EF4-FFF2-40B4-BE49-F238E27FC236}">
                <a16:creationId xmlns:a16="http://schemas.microsoft.com/office/drawing/2014/main" id="{A08605DC-64FC-4ADF-B094-4CBDF7316BF8}"/>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17</a:t>
            </a:r>
          </a:p>
        </p:txBody>
      </p:sp>
      <p:sp>
        <p:nvSpPr>
          <p:cNvPr id="4" name="slide-title">
            <a:extLst xmlns:a="http://schemas.openxmlformats.org/drawingml/2006/main">
              <a:ext uri="{FF2B5EF4-FFF2-40B4-BE49-F238E27FC236}">
                <a16:creationId xmlns:a16="http://schemas.microsoft.com/office/drawing/2014/main" id="{7FBAF3E2-8836-47DC-8124-DD048B64C418}"/>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CSS result: the same HTML now reads as a coherent academic product</a:t>
            </a:r>
          </a:p>
        </p:txBody>
      </p:sp>
      <p:sp>
        <p:nvSpPr>
          <p:cNvPr id="5" name="slide-subtitle">
            <a:extLst xmlns:a="http://schemas.openxmlformats.org/drawingml/2006/main">
              <a:ext uri="{FF2B5EF4-FFF2-40B4-BE49-F238E27FC236}">
                <a16:creationId xmlns:a16="http://schemas.microsoft.com/office/drawing/2014/main" id="{77C09112-B13F-4364-8F68-198A5F4DD195}"/>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Brand, hierarchy, spacing, component rhythm, and responsiveness are all visible at once.</a:t>
            </a:r>
          </a:p>
        </p:txBody>
      </p:sp>
      <p:sp>
        <p:nvSpPr>
          <p:cNvPr id="6" name="dev-browser-frame">
            <a:extLst xmlns:a="http://schemas.openxmlformats.org/drawingml/2006/main">
              <a:ext uri="{FF2B5EF4-FFF2-40B4-BE49-F238E27FC236}">
                <a16:creationId xmlns:a16="http://schemas.microsoft.com/office/drawing/2014/main" id="{C05B8089-93B6-47F5-A1F5-3EE26A9C7005}"/>
              </a:ext>
            </a:extLst>
          </p:cNvPr>
          <p:cNvSpPr>
            <a:spLocks xmlns:a="http://schemas.openxmlformats.org/drawingml/2006/main" noGrp="1"/>
          </p:cNvSpPr>
          <p:nvPr/>
        </p:nvSpPr>
        <p:spPr>
          <a:xfrm xmlns:a="http://schemas.openxmlformats.org/drawingml/2006/main">
            <a:off x="609600" y="1695450"/>
            <a:ext cx="10972800" cy="4438650"/>
          </a:xfrm>
          <a:prstGeom xmlns:a="http://schemas.openxmlformats.org/drawingml/2006/main" prst="roundRect">
            <a:avLst>
              <a:gd name="adj" fmla="val 1717"/>
            </a:avLst>
          </a:prstGeom>
          <a:solidFill xmlns:a="http://schemas.openxmlformats.org/drawingml/2006/main">
            <a:srgbClr val="071B12"/>
          </a:solidFill>
          <a:ln xmlns:a="http://schemas.openxmlformats.org/drawingml/2006/main" w="9525">
            <a:solidFill>
              <a:srgbClr val="315440"/>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e8d3f237c9e40a0"/>
          <a:srcRect xmlns:a="http://schemas.openxmlformats.org/drawingml/2006/main" l="0" t="18839" r="0" b="18839"/>
          <a:stretch xmlns:a="http://schemas.openxmlformats.org/drawingml/2006/main">
            <a:fillRect l="0" t="0" r="0" b="0"/>
          </a:stretch>
        </p:blipFill>
        <p:spPr>
          <a:xfrm xmlns:a="http://schemas.openxmlformats.org/drawingml/2006/main">
            <a:off x="742950" y="1828800"/>
            <a:ext cx="10706100" cy="4171950"/>
          </a:xfrm>
          <a:prstGeom xmlns:a="http://schemas.openxmlformats.org/drawingml/2006/main" prst="roundRect">
            <a:avLst/>
          </a:prstGeom>
        </p:spPr>
      </p:pic>
      <p:sp>
        <p:nvSpPr>
          <p:cNvPr id="8" name="">
            <a:extLst xmlns:a="http://schemas.openxmlformats.org/drawingml/2006/main">
              <a:ext uri="{FF2B5EF4-FFF2-40B4-BE49-F238E27FC236}">
                <a16:creationId xmlns:a16="http://schemas.microsoft.com/office/drawing/2014/main" id="{6A066E23-B794-4282-B3F5-13327E6C80F5}"/>
              </a:ext>
            </a:extLst>
          </p:cNvPr>
          <p:cNvSpPr>
            <a:spLocks xmlns:a="http://schemas.openxmlformats.org/drawingml/2006/main" noGrp="1"/>
          </p:cNvSpPr>
          <p:nvPr/>
        </p:nvSpPr>
        <p:spPr>
          <a:xfrm xmlns:a="http://schemas.openxmlformats.org/drawingml/2006/main">
            <a:off x="876300" y="5619750"/>
            <a:ext cx="1600200" cy="285750"/>
          </a:xfrm>
          <a:prstGeom xmlns:a="http://schemas.openxmlformats.org/drawingml/2006/main" prst="roundRect">
            <a:avLst>
              <a:gd name="adj" fmla="val 26667"/>
            </a:avLst>
          </a:prstGeom>
          <a:solidFill xmlns:a="http://schemas.openxmlformats.org/drawingml/2006/main">
            <a:srgbClr val="12352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6D4D58D-7B03-469A-A793-D1649631E505}"/>
              </a:ext>
            </a:extLst>
          </p:cNvPr>
          <p:cNvSpPr>
            <a:spLocks xmlns:a="http://schemas.openxmlformats.org/drawingml/2006/main" noGrp="1"/>
          </p:cNvSpPr>
          <p:nvPr/>
        </p:nvSpPr>
        <p:spPr>
          <a:xfrm xmlns:a="http://schemas.openxmlformats.org/drawingml/2006/main">
            <a:off x="971550" y="567690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forest + gold identity</a:t>
            </a:r>
          </a:p>
        </p:txBody>
      </p:sp>
      <p:sp>
        <p:nvSpPr>
          <p:cNvPr id="10" name="">
            <a:extLst xmlns:a="http://schemas.openxmlformats.org/drawingml/2006/main">
              <a:ext uri="{FF2B5EF4-FFF2-40B4-BE49-F238E27FC236}">
                <a16:creationId xmlns:a16="http://schemas.microsoft.com/office/drawing/2014/main" id="{8F980F81-054E-41D6-8099-AD71DC3E8997}"/>
              </a:ext>
            </a:extLst>
          </p:cNvPr>
          <p:cNvSpPr>
            <a:spLocks xmlns:a="http://schemas.openxmlformats.org/drawingml/2006/main" noGrp="1"/>
          </p:cNvSpPr>
          <p:nvPr/>
        </p:nvSpPr>
        <p:spPr>
          <a:xfrm xmlns:a="http://schemas.openxmlformats.org/drawingml/2006/main">
            <a:off x="2590800" y="5619750"/>
            <a:ext cx="1352550" cy="285750"/>
          </a:xfrm>
          <a:prstGeom xmlns:a="http://schemas.openxmlformats.org/drawingml/2006/main" prst="roundRect">
            <a:avLst>
              <a:gd name="adj" fmla="val 26667"/>
            </a:avLst>
          </a:prstGeom>
          <a:solidFill xmlns:a="http://schemas.openxmlformats.org/drawingml/2006/main">
            <a:srgbClr val="C8A96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854AC93-3DF6-49C1-B01F-358150FDC30F}"/>
              </a:ext>
            </a:extLst>
          </p:cNvPr>
          <p:cNvSpPr>
            <a:spLocks xmlns:a="http://schemas.openxmlformats.org/drawingml/2006/main" noGrp="1"/>
          </p:cNvSpPr>
          <p:nvPr/>
        </p:nvSpPr>
        <p:spPr>
          <a:xfrm xmlns:a="http://schemas.openxmlformats.org/drawingml/2006/main">
            <a:off x="2686050" y="567690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071B12"/>
                </a:solidFill>
              </a:defRPr>
            </a:pPr>
            <a:r>
              <a:rPr sz="900" b="1" i="0">
                <a:solidFill>
                  <a:srgbClr val="071B12"/>
                </a:solidFill>
              </a:rPr>
              <a:t>responsive cards</a:t>
            </a:r>
          </a:p>
        </p:txBody>
      </p:sp>
      <p:sp>
        <p:nvSpPr>
          <p:cNvPr id="12" name="">
            <a:extLst xmlns:a="http://schemas.openxmlformats.org/drawingml/2006/main">
              <a:ext uri="{FF2B5EF4-FFF2-40B4-BE49-F238E27FC236}">
                <a16:creationId xmlns:a16="http://schemas.microsoft.com/office/drawing/2014/main" id="{5BFD5F03-175A-487E-B95E-C443E9501BB9}"/>
              </a:ext>
            </a:extLst>
          </p:cNvPr>
          <p:cNvSpPr>
            <a:spLocks xmlns:a="http://schemas.openxmlformats.org/drawingml/2006/main" noGrp="1"/>
          </p:cNvSpPr>
          <p:nvPr/>
        </p:nvSpPr>
        <p:spPr>
          <a:xfrm xmlns:a="http://schemas.openxmlformats.org/drawingml/2006/main">
            <a:off x="4057650" y="5619750"/>
            <a:ext cx="1352550" cy="285750"/>
          </a:xfrm>
          <a:prstGeom xmlns:a="http://schemas.openxmlformats.org/drawingml/2006/main" prst="roundRect">
            <a:avLst>
              <a:gd name="adj" fmla="val 26667"/>
            </a:avLst>
          </a:prstGeom>
          <a:solidFill xmlns:a="http://schemas.openxmlformats.org/drawingml/2006/main">
            <a:srgbClr val="E4EEE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6138DF1-A241-46DC-9C68-AE1A16B3C044}"/>
              </a:ext>
            </a:extLst>
          </p:cNvPr>
          <p:cNvSpPr>
            <a:spLocks xmlns:a="http://schemas.openxmlformats.org/drawingml/2006/main" noGrp="1"/>
          </p:cNvSpPr>
          <p:nvPr/>
        </p:nvSpPr>
        <p:spPr>
          <a:xfrm xmlns:a="http://schemas.openxmlformats.org/drawingml/2006/main">
            <a:off x="4152900" y="567690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123524"/>
                </a:solidFill>
              </a:defRPr>
            </a:pPr>
            <a:r>
              <a:rPr sz="900" b="1" i="0">
                <a:solidFill>
                  <a:srgbClr val="123524"/>
                </a:solidFill>
              </a:rPr>
              <a:t>data-first layout</a:t>
            </a:r>
          </a:p>
        </p:txBody>
      </p:sp>
      <p:sp>
        <p:nvSpPr>
          <p:cNvPr id="14" name="">
            <a:extLst xmlns:a="http://schemas.openxmlformats.org/drawingml/2006/main">
              <a:ext uri="{FF2B5EF4-FFF2-40B4-BE49-F238E27FC236}">
                <a16:creationId xmlns:a16="http://schemas.microsoft.com/office/drawing/2014/main" id="{94BA8A8B-654C-417C-ACA1-D57B9AC90D07}"/>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1832956167"/>
      </p:ext>
    </p:extLst>
  </p:cSld>
</p:sld>
</file>

<file path=ppt/slides/slide18.xml><?xml version="1.0" encoding="utf-8"?>
<p:sld xmlns:p="http://schemas.openxmlformats.org/presentationml/2006/main">
  <p:cSld>
    <p:bg>
      <p:bgPr>
        <a:solidFill xmlns:a="http://schemas.openxmlformats.org/drawingml/2006/main">
          <a:srgbClr val="071B12"/>
        </a:solidFill>
      </p:bgPr>
    </p:bg>
    <p:spTree>
      <p:nvGrpSpPr>
        <p:cNvPr id="1" name=""/>
        <p:cNvGrpSpPr/>
        <p:nvPr/>
      </p:nvGrpSpPr>
      <p:grpSpPr>
        <a:xfrm xmlns:a="http://schemas.openxmlformats.org/drawingml/2006/main"/>
      </p:grpSpPr>
      <p:sp>
        <p:nvSpPr>
          <p:cNvPr id="17" name="top-accent">
            <a:extLst xmlns:a="http://schemas.openxmlformats.org/drawingml/2006/main">
              <a:ext uri="{FF2B5EF4-FFF2-40B4-BE49-F238E27FC236}">
                <a16:creationId xmlns:a16="http://schemas.microsoft.com/office/drawing/2014/main" id="{FE1E20AE-7A6F-4FF7-8C97-E825999C908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CA80B756-1313-42BD-9808-619903151D63}"/>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STAGE 3 · JAVASCRIPT</a:t>
            </a:r>
          </a:p>
        </p:txBody>
      </p:sp>
      <p:sp>
        <p:nvSpPr>
          <p:cNvPr id="3" name="slide-number">
            <a:extLst xmlns:a="http://schemas.openxmlformats.org/drawingml/2006/main">
              <a:ext uri="{FF2B5EF4-FFF2-40B4-BE49-F238E27FC236}">
                <a16:creationId xmlns:a16="http://schemas.microsoft.com/office/drawing/2014/main" id="{DFFF9B4D-0ACE-457D-9045-5F976C6F9685}"/>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18</a:t>
            </a:r>
          </a:p>
        </p:txBody>
      </p:sp>
      <p:sp>
        <p:nvSpPr>
          <p:cNvPr id="4" name="">
            <a:extLst xmlns:a="http://schemas.openxmlformats.org/drawingml/2006/main">
              <a:ext uri="{FF2B5EF4-FFF2-40B4-BE49-F238E27FC236}">
                <a16:creationId xmlns:a16="http://schemas.microsoft.com/office/drawing/2014/main" id="{078CD083-20F9-4929-BA16-ECC0AFB15B8E}"/>
              </a:ext>
            </a:extLst>
          </p:cNvPr>
          <p:cNvSpPr>
            <a:spLocks xmlns:a="http://schemas.openxmlformats.org/drawingml/2006/main" noGrp="1"/>
          </p:cNvSpPr>
          <p:nvPr/>
        </p:nvSpPr>
        <p:spPr>
          <a:xfrm xmlns:a="http://schemas.openxmlformats.org/drawingml/2006/main">
            <a:off x="666750" y="1476375"/>
            <a:ext cx="1238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5400" b="1" i="0">
                <a:solidFill>
                  <a:srgbClr val="C8A96A"/>
                </a:solidFill>
              </a:defRPr>
            </a:pPr>
            <a:r>
              <a:rPr sz="5400" b="1" i="0">
                <a:solidFill>
                  <a:srgbClr val="C8A96A"/>
                </a:solidFill>
              </a:rPr>
              <a:t>03</a:t>
            </a:r>
          </a:p>
        </p:txBody>
      </p:sp>
      <p:sp>
        <p:nvSpPr>
          <p:cNvPr id="5" name="transition-title">
            <a:extLst xmlns:a="http://schemas.openxmlformats.org/drawingml/2006/main">
              <a:ext uri="{FF2B5EF4-FFF2-40B4-BE49-F238E27FC236}">
                <a16:creationId xmlns:a16="http://schemas.microsoft.com/office/drawing/2014/main" id="{9FA53E50-BBC4-4ACF-985B-7622E5D2F74E}"/>
              </a:ext>
            </a:extLst>
          </p:cNvPr>
          <p:cNvSpPr>
            <a:spLocks xmlns:a="http://schemas.openxmlformats.org/drawingml/2006/main" noGrp="1"/>
          </p:cNvSpPr>
          <p:nvPr/>
        </p:nvSpPr>
        <p:spPr>
          <a:xfrm xmlns:a="http://schemas.openxmlformats.org/drawingml/2006/main">
            <a:off x="2095500" y="1476375"/>
            <a:ext cx="8763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050" b="1" i="0">
                <a:solidFill>
                  <a:srgbClr val="FFFEFA"/>
                </a:solidFill>
              </a:defRPr>
            </a:pPr>
            <a:r>
              <a:rPr sz="4050" b="1" i="0">
                <a:solidFill>
                  <a:srgbClr val="FFFEFA"/>
                </a:solidFill>
              </a:rPr>
              <a:t>Connect data and behaviour</a:t>
            </a:r>
          </a:p>
        </p:txBody>
      </p:sp>
      <p:sp>
        <p:nvSpPr>
          <p:cNvPr id="6" name="">
            <a:extLst xmlns:a="http://schemas.openxmlformats.org/drawingml/2006/main">
              <a:ext uri="{FF2B5EF4-FFF2-40B4-BE49-F238E27FC236}">
                <a16:creationId xmlns:a16="http://schemas.microsoft.com/office/drawing/2014/main" id="{A87BF0F3-E23A-45BB-BD26-776FDDA03633}"/>
              </a:ext>
            </a:extLst>
          </p:cNvPr>
          <p:cNvSpPr>
            <a:spLocks xmlns:a="http://schemas.openxmlformats.org/drawingml/2006/main" noGrp="1"/>
          </p:cNvSpPr>
          <p:nvPr/>
        </p:nvSpPr>
        <p:spPr>
          <a:xfrm xmlns:a="http://schemas.openxmlformats.org/drawingml/2006/main">
            <a:off x="2133600" y="2667000"/>
            <a:ext cx="7905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i="0">
                <a:solidFill>
                  <a:srgbClr val="C8D4CD"/>
                </a:solidFill>
              </a:defRPr>
            </a:pPr>
            <a:r>
              <a:rPr sz="1725" b="0" i="0">
                <a:solidFill>
                  <a:srgbClr val="C8D4CD"/>
                </a:solidFill>
              </a:rPr>
              <a:t>JavaScript turns styled components into a searchable, filterable, bilingual, data-driven research application.</a:t>
            </a:r>
          </a:p>
        </p:txBody>
      </p:sp>
      <p:sp>
        <p:nvSpPr>
          <p:cNvPr id="7" name="">
            <a:extLst xmlns:a="http://schemas.openxmlformats.org/drawingml/2006/main">
              <a:ext uri="{FF2B5EF4-FFF2-40B4-BE49-F238E27FC236}">
                <a16:creationId xmlns:a16="http://schemas.microsoft.com/office/drawing/2014/main" id="{57098C4A-9D3A-4F3E-9BF7-2A798E56199A}"/>
              </a:ext>
            </a:extLst>
          </p:cNvPr>
          <p:cNvSpPr>
            <a:spLocks xmlns:a="http://schemas.openxmlformats.org/drawingml/2006/main" noGrp="1"/>
          </p:cNvSpPr>
          <p:nvPr/>
        </p:nvSpPr>
        <p:spPr>
          <a:xfrm xmlns:a="http://schemas.openxmlformats.org/drawingml/2006/main">
            <a:off x="5857875" y="4305300"/>
            <a:ext cx="895350" cy="285750"/>
          </a:xfrm>
          <a:prstGeom xmlns:a="http://schemas.openxmlformats.org/drawingml/2006/main" prst="roundRect">
            <a:avLst>
              <a:gd name="adj" fmla="val 26667"/>
            </a:avLst>
          </a:prstGeom>
          <a:solidFill xmlns:a="http://schemas.openxmlformats.org/drawingml/2006/main">
            <a:srgbClr val="1A4A3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E35708B-4923-4D3E-A59C-B5F9C70C32D9}"/>
              </a:ext>
            </a:extLst>
          </p:cNvPr>
          <p:cNvSpPr>
            <a:spLocks xmlns:a="http://schemas.openxmlformats.org/drawingml/2006/main" noGrp="1"/>
          </p:cNvSpPr>
          <p:nvPr/>
        </p:nvSpPr>
        <p:spPr>
          <a:xfrm xmlns:a="http://schemas.openxmlformats.org/drawingml/2006/main">
            <a:off x="5953125" y="4362450"/>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fetch</a:t>
            </a:r>
          </a:p>
        </p:txBody>
      </p:sp>
      <p:sp>
        <p:nvSpPr>
          <p:cNvPr id="9" name="">
            <a:extLst xmlns:a="http://schemas.openxmlformats.org/drawingml/2006/main">
              <a:ext uri="{FF2B5EF4-FFF2-40B4-BE49-F238E27FC236}">
                <a16:creationId xmlns:a16="http://schemas.microsoft.com/office/drawing/2014/main" id="{CC040174-3B06-4BAD-BE8A-D5CA08370E1A}"/>
              </a:ext>
            </a:extLst>
          </p:cNvPr>
          <p:cNvSpPr>
            <a:spLocks xmlns:a="http://schemas.openxmlformats.org/drawingml/2006/main" noGrp="1"/>
          </p:cNvSpPr>
          <p:nvPr/>
        </p:nvSpPr>
        <p:spPr>
          <a:xfrm xmlns:a="http://schemas.openxmlformats.org/drawingml/2006/main">
            <a:off x="6848475" y="4305300"/>
            <a:ext cx="895350" cy="285750"/>
          </a:xfrm>
          <a:prstGeom xmlns:a="http://schemas.openxmlformats.org/drawingml/2006/main" prst="roundRect">
            <a:avLst>
              <a:gd name="adj" fmla="val 26667"/>
            </a:avLst>
          </a:prstGeom>
          <a:solidFill xmlns:a="http://schemas.openxmlformats.org/drawingml/2006/main">
            <a:srgbClr val="1A4A3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3037AFD-98AA-4C75-86C7-62B3AE75E21B}"/>
              </a:ext>
            </a:extLst>
          </p:cNvPr>
          <p:cNvSpPr>
            <a:spLocks xmlns:a="http://schemas.openxmlformats.org/drawingml/2006/main" noGrp="1"/>
          </p:cNvSpPr>
          <p:nvPr/>
        </p:nvSpPr>
        <p:spPr>
          <a:xfrm xmlns:a="http://schemas.openxmlformats.org/drawingml/2006/main">
            <a:off x="6943725" y="4362450"/>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normalize</a:t>
            </a:r>
          </a:p>
        </p:txBody>
      </p:sp>
      <p:sp>
        <p:nvSpPr>
          <p:cNvPr id="11" name="">
            <a:extLst xmlns:a="http://schemas.openxmlformats.org/drawingml/2006/main">
              <a:ext uri="{FF2B5EF4-FFF2-40B4-BE49-F238E27FC236}">
                <a16:creationId xmlns:a16="http://schemas.microsoft.com/office/drawing/2014/main" id="{6A4C4F82-0CAE-4519-8225-E4096EC47BE1}"/>
              </a:ext>
            </a:extLst>
          </p:cNvPr>
          <p:cNvSpPr>
            <a:spLocks xmlns:a="http://schemas.openxmlformats.org/drawingml/2006/main" noGrp="1"/>
          </p:cNvSpPr>
          <p:nvPr/>
        </p:nvSpPr>
        <p:spPr>
          <a:xfrm xmlns:a="http://schemas.openxmlformats.org/drawingml/2006/main">
            <a:off x="7839075" y="4305300"/>
            <a:ext cx="895350" cy="285750"/>
          </a:xfrm>
          <a:prstGeom xmlns:a="http://schemas.openxmlformats.org/drawingml/2006/main" prst="roundRect">
            <a:avLst>
              <a:gd name="adj" fmla="val 26667"/>
            </a:avLst>
          </a:prstGeom>
          <a:solidFill xmlns:a="http://schemas.openxmlformats.org/drawingml/2006/main">
            <a:srgbClr val="1A4A3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EAC57D8-5369-418E-8237-824292C8B65B}"/>
              </a:ext>
            </a:extLst>
          </p:cNvPr>
          <p:cNvSpPr>
            <a:spLocks xmlns:a="http://schemas.openxmlformats.org/drawingml/2006/main" noGrp="1"/>
          </p:cNvSpPr>
          <p:nvPr/>
        </p:nvSpPr>
        <p:spPr>
          <a:xfrm xmlns:a="http://schemas.openxmlformats.org/drawingml/2006/main">
            <a:off x="7934325" y="4362450"/>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filter</a:t>
            </a:r>
          </a:p>
        </p:txBody>
      </p:sp>
      <p:sp>
        <p:nvSpPr>
          <p:cNvPr id="13" name="">
            <a:extLst xmlns:a="http://schemas.openxmlformats.org/drawingml/2006/main">
              <a:ext uri="{FF2B5EF4-FFF2-40B4-BE49-F238E27FC236}">
                <a16:creationId xmlns:a16="http://schemas.microsoft.com/office/drawing/2014/main" id="{E8E82CD5-ED9B-48C9-AF28-9952532F2391}"/>
              </a:ext>
            </a:extLst>
          </p:cNvPr>
          <p:cNvSpPr>
            <a:spLocks xmlns:a="http://schemas.openxmlformats.org/drawingml/2006/main" noGrp="1"/>
          </p:cNvSpPr>
          <p:nvPr/>
        </p:nvSpPr>
        <p:spPr>
          <a:xfrm xmlns:a="http://schemas.openxmlformats.org/drawingml/2006/main">
            <a:off x="8829675" y="4305300"/>
            <a:ext cx="895350" cy="285750"/>
          </a:xfrm>
          <a:prstGeom xmlns:a="http://schemas.openxmlformats.org/drawingml/2006/main" prst="roundRect">
            <a:avLst>
              <a:gd name="adj" fmla="val 26667"/>
            </a:avLst>
          </a:prstGeom>
          <a:solidFill xmlns:a="http://schemas.openxmlformats.org/drawingml/2006/main">
            <a:srgbClr val="C8A96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03A8AA7-28D3-4883-88B8-75D36DF7D8AA}"/>
              </a:ext>
            </a:extLst>
          </p:cNvPr>
          <p:cNvSpPr>
            <a:spLocks xmlns:a="http://schemas.openxmlformats.org/drawingml/2006/main" noGrp="1"/>
          </p:cNvSpPr>
          <p:nvPr/>
        </p:nvSpPr>
        <p:spPr>
          <a:xfrm xmlns:a="http://schemas.openxmlformats.org/drawingml/2006/main">
            <a:off x="8924925" y="4362450"/>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071B12"/>
                </a:solidFill>
              </a:defRPr>
            </a:pPr>
            <a:r>
              <a:rPr sz="900" b="1" i="0">
                <a:solidFill>
                  <a:srgbClr val="071B12"/>
                </a:solidFill>
              </a:rPr>
              <a:t>render</a:t>
            </a:r>
          </a:p>
        </p:txBody>
      </p:sp>
      <p:sp>
        <p:nvSpPr>
          <p:cNvPr id="15" name="">
            <a:extLst xmlns:a="http://schemas.openxmlformats.org/drawingml/2006/main">
              <a:ext uri="{FF2B5EF4-FFF2-40B4-BE49-F238E27FC236}">
                <a16:creationId xmlns:a16="http://schemas.microsoft.com/office/drawing/2014/main" id="{C64EC1A5-AF1F-4BB2-A35A-7989831BF7A6}"/>
              </a:ext>
            </a:extLst>
          </p:cNvPr>
          <p:cNvSpPr>
            <a:spLocks xmlns:a="http://schemas.openxmlformats.org/drawingml/2006/main" noGrp="1"/>
          </p:cNvSpPr>
          <p:nvPr/>
        </p:nvSpPr>
        <p:spPr>
          <a:xfrm xmlns:a="http://schemas.openxmlformats.org/drawingml/2006/main">
            <a:off x="9820275" y="4305300"/>
            <a:ext cx="895350" cy="285750"/>
          </a:xfrm>
          <a:prstGeom xmlns:a="http://schemas.openxmlformats.org/drawingml/2006/main" prst="roundRect">
            <a:avLst>
              <a:gd name="adj" fmla="val 26667"/>
            </a:avLst>
          </a:prstGeom>
          <a:solidFill xmlns:a="http://schemas.openxmlformats.org/drawingml/2006/main">
            <a:srgbClr val="1A4A3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6C8E931-266F-4B09-831D-70264674CD3F}"/>
              </a:ext>
            </a:extLst>
          </p:cNvPr>
          <p:cNvSpPr>
            <a:spLocks xmlns:a="http://schemas.openxmlformats.org/drawingml/2006/main" noGrp="1"/>
          </p:cNvSpPr>
          <p:nvPr/>
        </p:nvSpPr>
        <p:spPr>
          <a:xfrm xmlns:a="http://schemas.openxmlformats.org/drawingml/2006/main">
            <a:off x="9915525" y="4362450"/>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persist</a:t>
            </a:r>
          </a:p>
        </p:txBody>
      </p:sp>
    </p:spTree>
    <p:extLst>
      <p:ext uri="{BB962C8B-B14F-4D97-AF65-F5344CB8AC3E}">
        <p14:creationId xmlns:p14="http://schemas.microsoft.com/office/powerpoint/2010/main" val="1847871831"/>
      </p:ext>
    </p:extLst>
  </p:cSld>
</p:sld>
</file>

<file path=ppt/slides/slide1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42" name="top-accent">
            <a:extLst xmlns:a="http://schemas.openxmlformats.org/drawingml/2006/main">
              <a:ext uri="{FF2B5EF4-FFF2-40B4-BE49-F238E27FC236}">
                <a16:creationId xmlns:a16="http://schemas.microsoft.com/office/drawing/2014/main" id="{7EFCEC45-FB23-4B9F-81C0-BA3064E1823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6F24D394-C5DD-4A6E-B793-4C4AC5DC3309}"/>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3 · JAVASCRIPT</a:t>
            </a:r>
          </a:p>
        </p:txBody>
      </p:sp>
      <p:sp>
        <p:nvSpPr>
          <p:cNvPr id="3" name="slide-number">
            <a:extLst xmlns:a="http://schemas.openxmlformats.org/drawingml/2006/main">
              <a:ext uri="{FF2B5EF4-FFF2-40B4-BE49-F238E27FC236}">
                <a16:creationId xmlns:a16="http://schemas.microsoft.com/office/drawing/2014/main" id="{7D885F33-D3A8-431B-A592-94876735436E}"/>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19</a:t>
            </a:r>
          </a:p>
        </p:txBody>
      </p:sp>
      <p:sp>
        <p:nvSpPr>
          <p:cNvPr id="4" name="slide-title">
            <a:extLst xmlns:a="http://schemas.openxmlformats.org/drawingml/2006/main">
              <a:ext uri="{FF2B5EF4-FFF2-40B4-BE49-F238E27FC236}">
                <a16:creationId xmlns:a16="http://schemas.microsoft.com/office/drawing/2014/main" id="{4361C8E1-0C9A-4E84-9C07-68C5D8ADED4C}"/>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Load one API contract, then render every data surface</a:t>
            </a:r>
          </a:p>
        </p:txBody>
      </p:sp>
      <p:sp>
        <p:nvSpPr>
          <p:cNvPr id="5" name="slide-subtitle">
            <a:extLst xmlns:a="http://schemas.openxmlformats.org/drawingml/2006/main">
              <a:ext uri="{FF2B5EF4-FFF2-40B4-BE49-F238E27FC236}">
                <a16:creationId xmlns:a16="http://schemas.microsoft.com/office/drawing/2014/main" id="{77A853AB-CA79-4628-8C46-F1F088165990}"/>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The frontend normalizes backend fields once and reuses the resulting state across pages.</a:t>
            </a:r>
          </a:p>
        </p:txBody>
      </p:sp>
      <p:sp>
        <p:nvSpPr>
          <p:cNvPr id="6" name="dev-code-panel">
            <a:extLst xmlns:a="http://schemas.openxmlformats.org/drawingml/2006/main">
              <a:ext uri="{FF2B5EF4-FFF2-40B4-BE49-F238E27FC236}">
                <a16:creationId xmlns:a16="http://schemas.microsoft.com/office/drawing/2014/main" id="{CFADB0B5-F110-414C-8DF5-61A4C1AFD7B3}"/>
              </a:ext>
            </a:extLst>
          </p:cNvPr>
          <p:cNvSpPr>
            <a:spLocks xmlns:a="http://schemas.openxmlformats.org/drawingml/2006/main" noGrp="1"/>
          </p:cNvSpPr>
          <p:nvPr/>
        </p:nvSpPr>
        <p:spPr>
          <a:xfrm xmlns:a="http://schemas.openxmlformats.org/drawingml/2006/main">
            <a:off x="609600" y="1809750"/>
            <a:ext cx="4762500" cy="4000500"/>
          </a:xfrm>
          <a:prstGeom xmlns:a="http://schemas.openxmlformats.org/drawingml/2006/main" prst="roundRect">
            <a:avLst>
              <a:gd name="adj" fmla="val 1905"/>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C0F88A54-14DF-4CC4-97B0-FC798EE185DC}"/>
              </a:ext>
            </a:extLst>
          </p:cNvPr>
          <p:cNvSpPr>
            <a:spLocks xmlns:a="http://schemas.openxmlformats.org/drawingml/2006/main" noGrp="1"/>
          </p:cNvSpPr>
          <p:nvPr/>
        </p:nvSpPr>
        <p:spPr>
          <a:xfrm xmlns:a="http://schemas.openxmlformats.org/drawingml/2006/main">
            <a:off x="609600" y="1809750"/>
            <a:ext cx="47625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BE51A4E-E04C-49CA-9905-45C28522BFEB}"/>
              </a:ext>
            </a:extLst>
          </p:cNvPr>
          <p:cNvSpPr>
            <a:spLocks xmlns:a="http://schemas.openxmlformats.org/drawingml/2006/main" noGrp="1"/>
          </p:cNvSpPr>
          <p:nvPr/>
        </p:nvSpPr>
        <p:spPr>
          <a:xfrm xmlns:a="http://schemas.openxmlformats.org/drawingml/2006/main">
            <a:off x="781050" y="1905000"/>
            <a:ext cx="441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js/script.js · API loading</a:t>
            </a:r>
          </a:p>
        </p:txBody>
      </p:sp>
      <p:sp>
        <p:nvSpPr>
          <p:cNvPr id="9" name="">
            <a:extLst xmlns:a="http://schemas.openxmlformats.org/drawingml/2006/main">
              <a:ext uri="{FF2B5EF4-FFF2-40B4-BE49-F238E27FC236}">
                <a16:creationId xmlns:a16="http://schemas.microsoft.com/office/drawing/2014/main" id="{31BD6F88-60F4-41E8-9DDF-50339485332D}"/>
              </a:ext>
            </a:extLst>
          </p:cNvPr>
          <p:cNvSpPr>
            <a:spLocks xmlns:a="http://schemas.openxmlformats.org/drawingml/2006/main" noGrp="1"/>
          </p:cNvSpPr>
          <p:nvPr/>
        </p:nvSpPr>
        <p:spPr>
          <a:xfrm xmlns:a="http://schemas.openxmlformats.org/drawingml/2006/main">
            <a:off x="781050" y="22574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C6A0F6"/>
                </a:solidFill>
              </a:defRPr>
            </a:pPr>
            <a:r>
              <a:rPr sz="1050" b="0" i="0">
                <a:solidFill>
                  <a:srgbClr val="C6A0F6"/>
                </a:solidFill>
              </a:rPr>
              <a:t>01  async function loadApiData() {</a:t>
            </a:r>
          </a:p>
        </p:txBody>
      </p:sp>
      <p:sp>
        <p:nvSpPr>
          <p:cNvPr id="10" name="">
            <a:extLst xmlns:a="http://schemas.openxmlformats.org/drawingml/2006/main">
              <a:ext uri="{FF2B5EF4-FFF2-40B4-BE49-F238E27FC236}">
                <a16:creationId xmlns:a16="http://schemas.microsoft.com/office/drawing/2014/main" id="{07B4246E-5848-409D-B41B-31D9750A72A2}"/>
              </a:ext>
            </a:extLst>
          </p:cNvPr>
          <p:cNvSpPr>
            <a:spLocks xmlns:a="http://schemas.openxmlformats.org/drawingml/2006/main" noGrp="1"/>
          </p:cNvSpPr>
          <p:nvPr/>
        </p:nvSpPr>
        <p:spPr>
          <a:xfrm xmlns:a="http://schemas.openxmlformats.org/drawingml/2006/main">
            <a:off x="781050" y="25146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C6A0F6"/>
                </a:solidFill>
              </a:defRPr>
            </a:pPr>
            <a:r>
              <a:rPr sz="1050" b="0" i="0">
                <a:solidFill>
                  <a:srgbClr val="C6A0F6"/>
                </a:solidFill>
              </a:rPr>
              <a:t>02    const [stats, groups, continents] = await Promise.all([</a:t>
            </a:r>
          </a:p>
        </p:txBody>
      </p:sp>
      <p:sp>
        <p:nvSpPr>
          <p:cNvPr id="11" name="">
            <a:extLst xmlns:a="http://schemas.openxmlformats.org/drawingml/2006/main">
              <a:ext uri="{FF2B5EF4-FFF2-40B4-BE49-F238E27FC236}">
                <a16:creationId xmlns:a16="http://schemas.microsoft.com/office/drawing/2014/main" id="{57973257-6E4E-4A8B-AC71-72368C087CA8}"/>
              </a:ext>
            </a:extLst>
          </p:cNvPr>
          <p:cNvSpPr>
            <a:spLocks xmlns:a="http://schemas.openxmlformats.org/drawingml/2006/main" noGrp="1"/>
          </p:cNvSpPr>
          <p:nvPr/>
        </p:nvSpPr>
        <p:spPr>
          <a:xfrm xmlns:a="http://schemas.openxmlformats.org/drawingml/2006/main">
            <a:off x="781050" y="27717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03      apiRequest('/stats'),</a:t>
            </a:r>
          </a:p>
        </p:txBody>
      </p:sp>
      <p:sp>
        <p:nvSpPr>
          <p:cNvPr id="12" name="">
            <a:extLst xmlns:a="http://schemas.openxmlformats.org/drawingml/2006/main">
              <a:ext uri="{FF2B5EF4-FFF2-40B4-BE49-F238E27FC236}">
                <a16:creationId xmlns:a16="http://schemas.microsoft.com/office/drawing/2014/main" id="{E1B6DFCD-C76E-4FAE-A493-F7A784E2C2CA}"/>
              </a:ext>
            </a:extLst>
          </p:cNvPr>
          <p:cNvSpPr>
            <a:spLocks xmlns:a="http://schemas.openxmlformats.org/drawingml/2006/main" noGrp="1"/>
          </p:cNvSpPr>
          <p:nvPr/>
        </p:nvSpPr>
        <p:spPr>
          <a:xfrm xmlns:a="http://schemas.openxmlformats.org/drawingml/2006/main">
            <a:off x="781050" y="302895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04      apiRequest('/groups?page=1&amp;limit=100'),</a:t>
            </a:r>
          </a:p>
        </p:txBody>
      </p:sp>
      <p:sp>
        <p:nvSpPr>
          <p:cNvPr id="13" name="">
            <a:extLst xmlns:a="http://schemas.openxmlformats.org/drawingml/2006/main">
              <a:ext uri="{FF2B5EF4-FFF2-40B4-BE49-F238E27FC236}">
                <a16:creationId xmlns:a16="http://schemas.microsoft.com/office/drawing/2014/main" id="{739AEF5F-3D86-4AB6-BAAB-7E5200DE460C}"/>
              </a:ext>
            </a:extLst>
          </p:cNvPr>
          <p:cNvSpPr>
            <a:spLocks xmlns:a="http://schemas.openxmlformats.org/drawingml/2006/main" noGrp="1"/>
          </p:cNvSpPr>
          <p:nvPr/>
        </p:nvSpPr>
        <p:spPr>
          <a:xfrm xmlns:a="http://schemas.openxmlformats.org/drawingml/2006/main">
            <a:off x="781050" y="32861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05      apiRequest('/continents')</a:t>
            </a:r>
          </a:p>
        </p:txBody>
      </p:sp>
      <p:sp>
        <p:nvSpPr>
          <p:cNvPr id="14" name="">
            <a:extLst xmlns:a="http://schemas.openxmlformats.org/drawingml/2006/main">
              <a:ext uri="{FF2B5EF4-FFF2-40B4-BE49-F238E27FC236}">
                <a16:creationId xmlns:a16="http://schemas.microsoft.com/office/drawing/2014/main" id="{211E86CE-20D4-494A-98C3-C181B3615BEB}"/>
              </a:ext>
            </a:extLst>
          </p:cNvPr>
          <p:cNvSpPr>
            <a:spLocks xmlns:a="http://schemas.openxmlformats.org/drawingml/2006/main" noGrp="1"/>
          </p:cNvSpPr>
          <p:nvPr/>
        </p:nvSpPr>
        <p:spPr>
          <a:xfrm xmlns:a="http://schemas.openxmlformats.org/drawingml/2006/main">
            <a:off x="781050" y="35433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06    ]);</a:t>
            </a:r>
          </a:p>
        </p:txBody>
      </p:sp>
      <p:sp>
        <p:nvSpPr>
          <p:cNvPr id="15" name="">
            <a:extLst xmlns:a="http://schemas.openxmlformats.org/drawingml/2006/main">
              <a:ext uri="{FF2B5EF4-FFF2-40B4-BE49-F238E27FC236}">
                <a16:creationId xmlns:a16="http://schemas.microsoft.com/office/drawing/2014/main" id="{F702763D-E429-4059-A08D-1410EEF8DB89}"/>
              </a:ext>
            </a:extLst>
          </p:cNvPr>
          <p:cNvSpPr>
            <a:spLocks xmlns:a="http://schemas.openxmlformats.org/drawingml/2006/main" noGrp="1"/>
          </p:cNvSpPr>
          <p:nvPr/>
        </p:nvSpPr>
        <p:spPr>
          <a:xfrm xmlns:a="http://schemas.openxmlformats.org/drawingml/2006/main">
            <a:off x="781050" y="38004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07    state.groups = groups.data.map(normalizeGroup);</a:t>
            </a:r>
          </a:p>
        </p:txBody>
      </p:sp>
      <p:sp>
        <p:nvSpPr>
          <p:cNvPr id="16" name="">
            <a:extLst xmlns:a="http://schemas.openxmlformats.org/drawingml/2006/main">
              <a:ext uri="{FF2B5EF4-FFF2-40B4-BE49-F238E27FC236}">
                <a16:creationId xmlns:a16="http://schemas.microsoft.com/office/drawing/2014/main" id="{2671C637-F030-456C-8197-E9DE7D3454E3}"/>
              </a:ext>
            </a:extLst>
          </p:cNvPr>
          <p:cNvSpPr>
            <a:spLocks xmlns:a="http://schemas.openxmlformats.org/drawingml/2006/main" noGrp="1"/>
          </p:cNvSpPr>
          <p:nvPr/>
        </p:nvSpPr>
        <p:spPr>
          <a:xfrm xmlns:a="http://schemas.openxmlformats.org/drawingml/2006/main">
            <a:off x="781050" y="405765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08    renderHomeMetrics(stats.data);</a:t>
            </a:r>
          </a:p>
        </p:txBody>
      </p:sp>
      <p:sp>
        <p:nvSpPr>
          <p:cNvPr id="17" name="">
            <a:extLst xmlns:a="http://schemas.openxmlformats.org/drawingml/2006/main">
              <a:ext uri="{FF2B5EF4-FFF2-40B4-BE49-F238E27FC236}">
                <a16:creationId xmlns:a16="http://schemas.microsoft.com/office/drawing/2014/main" id="{FE6807A8-50B9-4B6F-BCD8-AE4AFA283980}"/>
              </a:ext>
            </a:extLst>
          </p:cNvPr>
          <p:cNvSpPr>
            <a:spLocks xmlns:a="http://schemas.openxmlformats.org/drawingml/2006/main" noGrp="1"/>
          </p:cNvSpPr>
          <p:nvPr/>
        </p:nvSpPr>
        <p:spPr>
          <a:xfrm xmlns:a="http://schemas.openxmlformats.org/drawingml/2006/main">
            <a:off x="781050" y="43148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09    renderMapCounts(continents.data);</a:t>
            </a:r>
          </a:p>
        </p:txBody>
      </p:sp>
      <p:sp>
        <p:nvSpPr>
          <p:cNvPr id="18" name="">
            <a:extLst xmlns:a="http://schemas.openxmlformats.org/drawingml/2006/main">
              <a:ext uri="{FF2B5EF4-FFF2-40B4-BE49-F238E27FC236}">
                <a16:creationId xmlns:a16="http://schemas.microsoft.com/office/drawing/2014/main" id="{63E71D07-2E93-44B9-A6CC-D75FB68A1FD6}"/>
              </a:ext>
            </a:extLst>
          </p:cNvPr>
          <p:cNvSpPr>
            <a:spLocks xmlns:a="http://schemas.openxmlformats.org/drawingml/2006/main" noGrp="1"/>
          </p:cNvSpPr>
          <p:nvPr/>
        </p:nvSpPr>
        <p:spPr>
          <a:xfrm xmlns:a="http://schemas.openxmlformats.org/drawingml/2006/main">
            <a:off x="781050" y="45720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10    renderLatestGroups();</a:t>
            </a:r>
          </a:p>
        </p:txBody>
      </p:sp>
      <p:sp>
        <p:nvSpPr>
          <p:cNvPr id="19" name="">
            <a:extLst xmlns:a="http://schemas.openxmlformats.org/drawingml/2006/main">
              <a:ext uri="{FF2B5EF4-FFF2-40B4-BE49-F238E27FC236}">
                <a16:creationId xmlns:a16="http://schemas.microsoft.com/office/drawing/2014/main" id="{544C541A-5C9C-4007-98A6-FAFAD48DD2F1}"/>
              </a:ext>
            </a:extLst>
          </p:cNvPr>
          <p:cNvSpPr>
            <a:spLocks xmlns:a="http://schemas.openxmlformats.org/drawingml/2006/main" noGrp="1"/>
          </p:cNvSpPr>
          <p:nvPr/>
        </p:nvSpPr>
        <p:spPr>
          <a:xfrm xmlns:a="http://schemas.openxmlformats.org/drawingml/2006/main">
            <a:off x="781050" y="48291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11  }</a:t>
            </a:r>
          </a:p>
        </p:txBody>
      </p:sp>
      <p:sp>
        <p:nvSpPr>
          <p:cNvPr id="20" name="data-flow">
            <a:extLst xmlns:a="http://schemas.openxmlformats.org/drawingml/2006/main">
              <a:ext uri="{FF2B5EF4-FFF2-40B4-BE49-F238E27FC236}">
                <a16:creationId xmlns:a16="http://schemas.microsoft.com/office/drawing/2014/main" id="{761374C8-55E9-406B-82AF-CA53B02CBCFA}"/>
              </a:ext>
            </a:extLst>
          </p:cNvPr>
          <p:cNvSpPr>
            <a:spLocks xmlns:a="http://schemas.openxmlformats.org/drawingml/2006/main" noGrp="1"/>
          </p:cNvSpPr>
          <p:nvPr/>
        </p:nvSpPr>
        <p:spPr>
          <a:xfrm xmlns:a="http://schemas.openxmlformats.org/drawingml/2006/main">
            <a:off x="5715000" y="1809750"/>
            <a:ext cx="5867400" cy="4000500"/>
          </a:xfrm>
          <a:prstGeom xmlns:a="http://schemas.openxmlformats.org/drawingml/2006/main" prst="roundRect">
            <a:avLst>
              <a:gd name="adj" fmla="val 1905"/>
            </a:avLst>
          </a:prstGeom>
          <a:solidFill xmlns:a="http://schemas.openxmlformats.org/drawingml/2006/main">
            <a:srgbClr val="FFFEFA"/>
          </a:solidFill>
          <a:ln xmlns:a="http://schemas.openxmlformats.org/drawingml/2006/main" w="9525">
            <a:solidFill>
              <a:srgbClr val="E5E1D8"/>
            </a:solidFill>
            <a:prstDash val="solid"/>
          </a:ln>
        </p:spPr>
      </p:sp>
      <p:sp>
        <p:nvSpPr>
          <p:cNvPr id="21" name="data-node-1">
            <a:extLst xmlns:a="http://schemas.openxmlformats.org/drawingml/2006/main">
              <a:ext uri="{FF2B5EF4-FFF2-40B4-BE49-F238E27FC236}">
                <a16:creationId xmlns:a16="http://schemas.microsoft.com/office/drawing/2014/main" id="{03B6C582-769F-4620-BC65-401D63AB5A38}"/>
              </a:ext>
            </a:extLst>
          </p:cNvPr>
          <p:cNvSpPr>
            <a:spLocks xmlns:a="http://schemas.openxmlformats.org/drawingml/2006/main" noGrp="1"/>
          </p:cNvSpPr>
          <p:nvPr/>
        </p:nvSpPr>
        <p:spPr>
          <a:xfrm xmlns:a="http://schemas.openxmlformats.org/drawingml/2006/main">
            <a:off x="6000750" y="2381250"/>
            <a:ext cx="1143000" cy="685800"/>
          </a:xfrm>
          <a:prstGeom xmlns:a="http://schemas.openxmlformats.org/drawingml/2006/main" prst="roundRect">
            <a:avLst>
              <a:gd name="adj" fmla="val 11111"/>
            </a:avLst>
          </a:prstGeom>
          <a:solidFill xmlns:a="http://schemas.openxmlformats.org/drawingml/2006/main">
            <a:srgbClr val="12352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01ABE31-5E2B-410F-BB70-39F0844A1EF1}"/>
              </a:ext>
            </a:extLst>
          </p:cNvPr>
          <p:cNvSpPr>
            <a:spLocks xmlns:a="http://schemas.openxmlformats.org/drawingml/2006/main" noGrp="1"/>
          </p:cNvSpPr>
          <p:nvPr/>
        </p:nvSpPr>
        <p:spPr>
          <a:xfrm xmlns:a="http://schemas.openxmlformats.org/drawingml/2006/main">
            <a:off x="6076950" y="2600325"/>
            <a:ext cx="99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FFFEFA"/>
                </a:solidFill>
              </a:defRPr>
            </a:pPr>
            <a:r>
              <a:rPr sz="1050" b="1" i="0">
                <a:solidFill>
                  <a:srgbClr val="FFFEFA"/>
                </a:solidFill>
              </a:rPr>
              <a:t>Flask API</a:t>
            </a:r>
          </a:p>
        </p:txBody>
      </p:sp>
      <p:sp>
        <p:nvSpPr>
          <p:cNvPr id="23" name="">
            <a:extLst xmlns:a="http://schemas.openxmlformats.org/drawingml/2006/main">
              <a:ext uri="{FF2B5EF4-FFF2-40B4-BE49-F238E27FC236}">
                <a16:creationId xmlns:a16="http://schemas.microsoft.com/office/drawing/2014/main" id="{ABC0D066-DE19-4BCA-906E-4EF088A492CA}"/>
              </a:ext>
            </a:extLst>
          </p:cNvPr>
          <p:cNvSpPr>
            <a:spLocks xmlns:a="http://schemas.openxmlformats.org/drawingml/2006/main" noGrp="1"/>
          </p:cNvSpPr>
          <p:nvPr/>
        </p:nvSpPr>
        <p:spPr>
          <a:xfrm xmlns:a="http://schemas.openxmlformats.org/drawingml/2006/main">
            <a:off x="7143750" y="2562225"/>
            <a:ext cx="19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i="0">
                <a:solidFill>
                  <a:srgbClr val="C8A96A"/>
                </a:solidFill>
              </a:defRPr>
            </a:pPr>
            <a:r>
              <a:rPr sz="1800" b="1" i="0">
                <a:solidFill>
                  <a:srgbClr val="C8A96A"/>
                </a:solidFill>
              </a:rPr>
              <a:t>→</a:t>
            </a:r>
          </a:p>
        </p:txBody>
      </p:sp>
      <p:sp>
        <p:nvSpPr>
          <p:cNvPr id="24" name="data-node-2">
            <a:extLst xmlns:a="http://schemas.openxmlformats.org/drawingml/2006/main">
              <a:ext uri="{FF2B5EF4-FFF2-40B4-BE49-F238E27FC236}">
                <a16:creationId xmlns:a16="http://schemas.microsoft.com/office/drawing/2014/main" id="{BA3F43CB-9D7E-4216-A256-AD412FFED9BC}"/>
              </a:ext>
            </a:extLst>
          </p:cNvPr>
          <p:cNvSpPr>
            <a:spLocks xmlns:a="http://schemas.openxmlformats.org/drawingml/2006/main" noGrp="1"/>
          </p:cNvSpPr>
          <p:nvPr/>
        </p:nvSpPr>
        <p:spPr>
          <a:xfrm xmlns:a="http://schemas.openxmlformats.org/drawingml/2006/main">
            <a:off x="7334250" y="2381250"/>
            <a:ext cx="1143000" cy="685800"/>
          </a:xfrm>
          <a:prstGeom xmlns:a="http://schemas.openxmlformats.org/drawingml/2006/main" prst="roundRect">
            <a:avLst>
              <a:gd name="adj" fmla="val 11111"/>
            </a:avLst>
          </a:prstGeom>
          <a:solidFill xmlns:a="http://schemas.openxmlformats.org/drawingml/2006/main">
            <a:srgbClr val="C8A96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511593A-2C5E-43FD-A127-E446B3B32A06}"/>
              </a:ext>
            </a:extLst>
          </p:cNvPr>
          <p:cNvSpPr>
            <a:spLocks xmlns:a="http://schemas.openxmlformats.org/drawingml/2006/main" noGrp="1"/>
          </p:cNvSpPr>
          <p:nvPr/>
        </p:nvSpPr>
        <p:spPr>
          <a:xfrm xmlns:a="http://schemas.openxmlformats.org/drawingml/2006/main">
            <a:off x="7410450" y="2600325"/>
            <a:ext cx="99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071B12"/>
                </a:solidFill>
              </a:defRPr>
            </a:pPr>
            <a:r>
              <a:rPr sz="900" b="1" i="0">
                <a:solidFill>
                  <a:srgbClr val="071B12"/>
                </a:solidFill>
              </a:rPr>
              <a:t>normalizeGroup</a:t>
            </a:r>
          </a:p>
        </p:txBody>
      </p:sp>
      <p:sp>
        <p:nvSpPr>
          <p:cNvPr id="26" name="">
            <a:extLst xmlns:a="http://schemas.openxmlformats.org/drawingml/2006/main">
              <a:ext uri="{FF2B5EF4-FFF2-40B4-BE49-F238E27FC236}">
                <a16:creationId xmlns:a16="http://schemas.microsoft.com/office/drawing/2014/main" id="{848B94B7-1010-45A5-B31E-36F3FCBAB948}"/>
              </a:ext>
            </a:extLst>
          </p:cNvPr>
          <p:cNvSpPr>
            <a:spLocks xmlns:a="http://schemas.openxmlformats.org/drawingml/2006/main" noGrp="1"/>
          </p:cNvSpPr>
          <p:nvPr/>
        </p:nvSpPr>
        <p:spPr>
          <a:xfrm xmlns:a="http://schemas.openxmlformats.org/drawingml/2006/main">
            <a:off x="8477250" y="2562225"/>
            <a:ext cx="19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i="0">
                <a:solidFill>
                  <a:srgbClr val="C8A96A"/>
                </a:solidFill>
              </a:defRPr>
            </a:pPr>
            <a:r>
              <a:rPr sz="1800" b="1" i="0">
                <a:solidFill>
                  <a:srgbClr val="C8A96A"/>
                </a:solidFill>
              </a:rPr>
              <a:t>→</a:t>
            </a:r>
          </a:p>
        </p:txBody>
      </p:sp>
      <p:sp>
        <p:nvSpPr>
          <p:cNvPr id="27" name="data-node-3">
            <a:extLst xmlns:a="http://schemas.openxmlformats.org/drawingml/2006/main">
              <a:ext uri="{FF2B5EF4-FFF2-40B4-BE49-F238E27FC236}">
                <a16:creationId xmlns:a16="http://schemas.microsoft.com/office/drawing/2014/main" id="{E3CF5F1B-0A93-4B3C-BEFB-5325526AD604}"/>
              </a:ext>
            </a:extLst>
          </p:cNvPr>
          <p:cNvSpPr>
            <a:spLocks xmlns:a="http://schemas.openxmlformats.org/drawingml/2006/main" noGrp="1"/>
          </p:cNvSpPr>
          <p:nvPr/>
        </p:nvSpPr>
        <p:spPr>
          <a:xfrm xmlns:a="http://schemas.openxmlformats.org/drawingml/2006/main">
            <a:off x="8667750" y="2381250"/>
            <a:ext cx="1143000" cy="685800"/>
          </a:xfrm>
          <a:prstGeom xmlns:a="http://schemas.openxmlformats.org/drawingml/2006/main" prst="roundRect">
            <a:avLst>
              <a:gd name="adj" fmla="val 11111"/>
            </a:avLst>
          </a:prstGeom>
          <a:solidFill xmlns:a="http://schemas.openxmlformats.org/drawingml/2006/main">
            <a:srgbClr val="1A4A3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98F3832-6638-4E2C-BB4D-973930760A8A}"/>
              </a:ext>
            </a:extLst>
          </p:cNvPr>
          <p:cNvSpPr>
            <a:spLocks xmlns:a="http://schemas.openxmlformats.org/drawingml/2006/main" noGrp="1"/>
          </p:cNvSpPr>
          <p:nvPr/>
        </p:nvSpPr>
        <p:spPr>
          <a:xfrm xmlns:a="http://schemas.openxmlformats.org/drawingml/2006/main">
            <a:off x="8743950" y="2600325"/>
            <a:ext cx="99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FFFEFA"/>
                </a:solidFill>
              </a:defRPr>
            </a:pPr>
            <a:r>
              <a:rPr sz="1050" b="1" i="0">
                <a:solidFill>
                  <a:srgbClr val="FFFEFA"/>
                </a:solidFill>
              </a:rPr>
              <a:t>shared state</a:t>
            </a:r>
          </a:p>
        </p:txBody>
      </p:sp>
      <p:sp>
        <p:nvSpPr>
          <p:cNvPr id="29" name="">
            <a:extLst xmlns:a="http://schemas.openxmlformats.org/drawingml/2006/main">
              <a:ext uri="{FF2B5EF4-FFF2-40B4-BE49-F238E27FC236}">
                <a16:creationId xmlns:a16="http://schemas.microsoft.com/office/drawing/2014/main" id="{E1A4EAAA-DC1E-4A91-BE95-1D48EC7080B5}"/>
              </a:ext>
            </a:extLst>
          </p:cNvPr>
          <p:cNvSpPr>
            <a:spLocks xmlns:a="http://schemas.openxmlformats.org/drawingml/2006/main" noGrp="1"/>
          </p:cNvSpPr>
          <p:nvPr/>
        </p:nvSpPr>
        <p:spPr>
          <a:xfrm xmlns:a="http://schemas.openxmlformats.org/drawingml/2006/main">
            <a:off x="9810750" y="2562225"/>
            <a:ext cx="19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i="0">
                <a:solidFill>
                  <a:srgbClr val="C8A96A"/>
                </a:solidFill>
              </a:defRPr>
            </a:pPr>
            <a:r>
              <a:rPr sz="1800" b="1" i="0">
                <a:solidFill>
                  <a:srgbClr val="C8A96A"/>
                </a:solidFill>
              </a:rPr>
              <a:t>→</a:t>
            </a:r>
          </a:p>
        </p:txBody>
      </p:sp>
      <p:sp>
        <p:nvSpPr>
          <p:cNvPr id="30" name="data-node-4">
            <a:extLst xmlns:a="http://schemas.openxmlformats.org/drawingml/2006/main">
              <a:ext uri="{FF2B5EF4-FFF2-40B4-BE49-F238E27FC236}">
                <a16:creationId xmlns:a16="http://schemas.microsoft.com/office/drawing/2014/main" id="{96367303-9BA7-421E-BD89-717747F0F270}"/>
              </a:ext>
            </a:extLst>
          </p:cNvPr>
          <p:cNvSpPr>
            <a:spLocks xmlns:a="http://schemas.openxmlformats.org/drawingml/2006/main" noGrp="1"/>
          </p:cNvSpPr>
          <p:nvPr/>
        </p:nvSpPr>
        <p:spPr>
          <a:xfrm xmlns:a="http://schemas.openxmlformats.org/drawingml/2006/main">
            <a:off x="10001250" y="2381250"/>
            <a:ext cx="1143000" cy="685800"/>
          </a:xfrm>
          <a:prstGeom xmlns:a="http://schemas.openxmlformats.org/drawingml/2006/main" prst="roundRect">
            <a:avLst>
              <a:gd name="adj" fmla="val 11111"/>
            </a:avLst>
          </a:prstGeom>
          <a:solidFill xmlns:a="http://schemas.openxmlformats.org/drawingml/2006/main">
            <a:srgbClr val="123524"/>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B94A7D74-733C-4353-8807-EEAF2962D8B5}"/>
              </a:ext>
            </a:extLst>
          </p:cNvPr>
          <p:cNvSpPr>
            <a:spLocks xmlns:a="http://schemas.openxmlformats.org/drawingml/2006/main" noGrp="1"/>
          </p:cNvSpPr>
          <p:nvPr/>
        </p:nvSpPr>
        <p:spPr>
          <a:xfrm xmlns:a="http://schemas.openxmlformats.org/drawingml/2006/main">
            <a:off x="10077450" y="2600325"/>
            <a:ext cx="99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FFFEFA"/>
                </a:solidFill>
              </a:defRPr>
            </a:pPr>
            <a:r>
              <a:rPr sz="1050" b="1" i="0">
                <a:solidFill>
                  <a:srgbClr val="FFFEFA"/>
                </a:solidFill>
              </a:rPr>
              <a:t>DOM renderers</a:t>
            </a:r>
          </a:p>
        </p:txBody>
      </p:sp>
      <p:sp>
        <p:nvSpPr>
          <p:cNvPr id="32" name="">
            <a:extLst xmlns:a="http://schemas.openxmlformats.org/drawingml/2006/main">
              <a:ext uri="{FF2B5EF4-FFF2-40B4-BE49-F238E27FC236}">
                <a16:creationId xmlns:a16="http://schemas.microsoft.com/office/drawing/2014/main" id="{3F7C3594-794C-4818-A6AF-680B98DFFB0D}"/>
              </a:ext>
            </a:extLst>
          </p:cNvPr>
          <p:cNvSpPr>
            <a:spLocks xmlns:a="http://schemas.openxmlformats.org/drawingml/2006/main" noGrp="1"/>
          </p:cNvSpPr>
          <p:nvPr/>
        </p:nvSpPr>
        <p:spPr>
          <a:xfrm xmlns:a="http://schemas.openxmlformats.org/drawingml/2006/main">
            <a:off x="6019800" y="35242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ONE RESPONSE, MANY VIEWS</a:t>
            </a:r>
          </a:p>
        </p:txBody>
      </p:sp>
      <p:sp>
        <p:nvSpPr>
          <p:cNvPr id="33" name="">
            <a:extLst xmlns:a="http://schemas.openxmlformats.org/drawingml/2006/main">
              <a:ext uri="{FF2B5EF4-FFF2-40B4-BE49-F238E27FC236}">
                <a16:creationId xmlns:a16="http://schemas.microsoft.com/office/drawing/2014/main" id="{1F3EC77B-DCA7-493A-9719-168902164DBC}"/>
              </a:ext>
            </a:extLst>
          </p:cNvPr>
          <p:cNvSpPr>
            <a:spLocks xmlns:a="http://schemas.openxmlformats.org/drawingml/2006/main" noGrp="1"/>
          </p:cNvSpPr>
          <p:nvPr/>
        </p:nvSpPr>
        <p:spPr>
          <a:xfrm xmlns:a="http://schemas.openxmlformats.org/drawingml/2006/main">
            <a:off x="6019800" y="3886200"/>
            <a:ext cx="2381250" cy="533400"/>
          </a:xfrm>
          <a:prstGeom xmlns:a="http://schemas.openxmlformats.org/drawingml/2006/main" prst="roundRect">
            <a:avLst>
              <a:gd name="adj" fmla="val 14286"/>
            </a:avLst>
          </a:prstGeom>
          <a:solidFill xmlns:a="http://schemas.openxmlformats.org/drawingml/2006/main">
            <a:srgbClr val="EDF2EE"/>
          </a:solidFill>
          <a:ln xmlns:a="http://schemas.openxmlformats.org/drawingml/2006/main" w="9525">
            <a:solidFill>
              <a:srgbClr val="E5E1D8"/>
            </a:solidFill>
            <a:prstDash val="solid"/>
          </a:ln>
        </p:spPr>
      </p:sp>
      <p:sp>
        <p:nvSpPr>
          <p:cNvPr id="34" name="">
            <a:extLst xmlns:a="http://schemas.openxmlformats.org/drawingml/2006/main">
              <a:ext uri="{FF2B5EF4-FFF2-40B4-BE49-F238E27FC236}">
                <a16:creationId xmlns:a16="http://schemas.microsoft.com/office/drawing/2014/main" id="{C2028055-A47D-43DB-8C91-73EBF6E4B357}"/>
              </a:ext>
            </a:extLst>
          </p:cNvPr>
          <p:cNvSpPr>
            <a:spLocks xmlns:a="http://schemas.openxmlformats.org/drawingml/2006/main" noGrp="1"/>
          </p:cNvSpPr>
          <p:nvPr/>
        </p:nvSpPr>
        <p:spPr>
          <a:xfrm xmlns:a="http://schemas.openxmlformats.org/drawingml/2006/main">
            <a:off x="6172200" y="405765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123524"/>
                </a:solidFill>
              </a:defRPr>
            </a:pPr>
            <a:r>
              <a:rPr sz="1050" b="1" i="0">
                <a:solidFill>
                  <a:srgbClr val="123524"/>
                </a:solidFill>
              </a:rPr>
              <a:t>Animated summary counters</a:t>
            </a:r>
          </a:p>
        </p:txBody>
      </p:sp>
      <p:sp>
        <p:nvSpPr>
          <p:cNvPr id="35" name="">
            <a:extLst xmlns:a="http://schemas.openxmlformats.org/drawingml/2006/main">
              <a:ext uri="{FF2B5EF4-FFF2-40B4-BE49-F238E27FC236}">
                <a16:creationId xmlns:a16="http://schemas.microsoft.com/office/drawing/2014/main" id="{F0C96060-C74D-4239-9E1C-3993833D605C}"/>
              </a:ext>
            </a:extLst>
          </p:cNvPr>
          <p:cNvSpPr>
            <a:spLocks xmlns:a="http://schemas.openxmlformats.org/drawingml/2006/main" noGrp="1"/>
          </p:cNvSpPr>
          <p:nvPr/>
        </p:nvSpPr>
        <p:spPr>
          <a:xfrm xmlns:a="http://schemas.openxmlformats.org/drawingml/2006/main">
            <a:off x="8591550" y="3886200"/>
            <a:ext cx="2381250" cy="533400"/>
          </a:xfrm>
          <a:prstGeom xmlns:a="http://schemas.openxmlformats.org/drawingml/2006/main" prst="roundRect">
            <a:avLst>
              <a:gd name="adj" fmla="val 14286"/>
            </a:avLst>
          </a:prstGeom>
          <a:solidFill xmlns:a="http://schemas.openxmlformats.org/drawingml/2006/main">
            <a:srgbClr val="F3E9D5"/>
          </a:solidFill>
          <a:ln xmlns:a="http://schemas.openxmlformats.org/drawingml/2006/main" w="9525">
            <a:solidFill>
              <a:srgbClr val="E5E1D8"/>
            </a:solidFill>
            <a:prstDash val="solid"/>
          </a:ln>
        </p:spPr>
      </p:sp>
      <p:sp>
        <p:nvSpPr>
          <p:cNvPr id="36" name="">
            <a:extLst xmlns:a="http://schemas.openxmlformats.org/drawingml/2006/main">
              <a:ext uri="{FF2B5EF4-FFF2-40B4-BE49-F238E27FC236}">
                <a16:creationId xmlns:a16="http://schemas.microsoft.com/office/drawing/2014/main" id="{A6AEF923-6552-4AD6-9AD5-22FFBD6093D4}"/>
              </a:ext>
            </a:extLst>
          </p:cNvPr>
          <p:cNvSpPr>
            <a:spLocks xmlns:a="http://schemas.openxmlformats.org/drawingml/2006/main" noGrp="1"/>
          </p:cNvSpPr>
          <p:nvPr/>
        </p:nvSpPr>
        <p:spPr>
          <a:xfrm xmlns:a="http://schemas.openxmlformats.org/drawingml/2006/main">
            <a:off x="8743950" y="405765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123524"/>
                </a:solidFill>
              </a:defRPr>
            </a:pPr>
            <a:r>
              <a:rPr sz="1050" b="1" i="0">
                <a:solidFill>
                  <a:srgbClr val="123524"/>
                </a:solidFill>
              </a:rPr>
              <a:t>Continent map totals</a:t>
            </a:r>
          </a:p>
        </p:txBody>
      </p:sp>
      <p:sp>
        <p:nvSpPr>
          <p:cNvPr id="37" name="">
            <a:extLst xmlns:a="http://schemas.openxmlformats.org/drawingml/2006/main">
              <a:ext uri="{FF2B5EF4-FFF2-40B4-BE49-F238E27FC236}">
                <a16:creationId xmlns:a16="http://schemas.microsoft.com/office/drawing/2014/main" id="{E7ACBEB8-91F7-4253-AFBF-047A4B4DECB3}"/>
              </a:ext>
            </a:extLst>
          </p:cNvPr>
          <p:cNvSpPr>
            <a:spLocks xmlns:a="http://schemas.openxmlformats.org/drawingml/2006/main" noGrp="1"/>
          </p:cNvSpPr>
          <p:nvPr/>
        </p:nvSpPr>
        <p:spPr>
          <a:xfrm xmlns:a="http://schemas.openxmlformats.org/drawingml/2006/main">
            <a:off x="6019800" y="4572000"/>
            <a:ext cx="2381250" cy="533400"/>
          </a:xfrm>
          <a:prstGeom xmlns:a="http://schemas.openxmlformats.org/drawingml/2006/main" prst="roundRect">
            <a:avLst>
              <a:gd name="adj" fmla="val 14286"/>
            </a:avLst>
          </a:prstGeom>
          <a:solidFill xmlns:a="http://schemas.openxmlformats.org/drawingml/2006/main">
            <a:srgbClr val="EDF2EE"/>
          </a:solidFill>
          <a:ln xmlns:a="http://schemas.openxmlformats.org/drawingml/2006/main" w="9525">
            <a:solidFill>
              <a:srgbClr val="E5E1D8"/>
            </a:solidFill>
            <a:prstDash val="solid"/>
          </a:ln>
        </p:spPr>
      </p:sp>
      <p:sp>
        <p:nvSpPr>
          <p:cNvPr id="38" name="">
            <a:extLst xmlns:a="http://schemas.openxmlformats.org/drawingml/2006/main">
              <a:ext uri="{FF2B5EF4-FFF2-40B4-BE49-F238E27FC236}">
                <a16:creationId xmlns:a16="http://schemas.microsoft.com/office/drawing/2014/main" id="{D4286718-9256-4275-9978-1B8D3BFC14FD}"/>
              </a:ext>
            </a:extLst>
          </p:cNvPr>
          <p:cNvSpPr>
            <a:spLocks xmlns:a="http://schemas.openxmlformats.org/drawingml/2006/main" noGrp="1"/>
          </p:cNvSpPr>
          <p:nvPr/>
        </p:nvSpPr>
        <p:spPr>
          <a:xfrm xmlns:a="http://schemas.openxmlformats.org/drawingml/2006/main">
            <a:off x="6172200" y="474345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123524"/>
                </a:solidFill>
              </a:defRPr>
            </a:pPr>
            <a:r>
              <a:rPr sz="1050" b="1" i="0">
                <a:solidFill>
                  <a:srgbClr val="123524"/>
                </a:solidFill>
              </a:rPr>
              <a:t>Latest-groups table</a:t>
            </a:r>
          </a:p>
        </p:txBody>
      </p:sp>
      <p:sp>
        <p:nvSpPr>
          <p:cNvPr id="39" name="">
            <a:extLst xmlns:a="http://schemas.openxmlformats.org/drawingml/2006/main">
              <a:ext uri="{FF2B5EF4-FFF2-40B4-BE49-F238E27FC236}">
                <a16:creationId xmlns:a16="http://schemas.microsoft.com/office/drawing/2014/main" id="{0C92E498-5D91-4829-A047-2B76F1C7BF4C}"/>
              </a:ext>
            </a:extLst>
          </p:cNvPr>
          <p:cNvSpPr>
            <a:spLocks xmlns:a="http://schemas.openxmlformats.org/drawingml/2006/main" noGrp="1"/>
          </p:cNvSpPr>
          <p:nvPr/>
        </p:nvSpPr>
        <p:spPr>
          <a:xfrm xmlns:a="http://schemas.openxmlformats.org/drawingml/2006/main">
            <a:off x="8591550" y="4572000"/>
            <a:ext cx="2381250" cy="533400"/>
          </a:xfrm>
          <a:prstGeom xmlns:a="http://schemas.openxmlformats.org/drawingml/2006/main" prst="roundRect">
            <a:avLst>
              <a:gd name="adj" fmla="val 14286"/>
            </a:avLst>
          </a:prstGeom>
          <a:solidFill xmlns:a="http://schemas.openxmlformats.org/drawingml/2006/main">
            <a:srgbClr val="EDF2EE"/>
          </a:solidFill>
          <a:ln xmlns:a="http://schemas.openxmlformats.org/drawingml/2006/main" w="9525">
            <a:solidFill>
              <a:srgbClr val="E5E1D8"/>
            </a:solidFill>
            <a:prstDash val="solid"/>
          </a:ln>
        </p:spPr>
      </p:sp>
      <p:sp>
        <p:nvSpPr>
          <p:cNvPr id="40" name="">
            <a:extLst xmlns:a="http://schemas.openxmlformats.org/drawingml/2006/main">
              <a:ext uri="{FF2B5EF4-FFF2-40B4-BE49-F238E27FC236}">
                <a16:creationId xmlns:a16="http://schemas.microsoft.com/office/drawing/2014/main" id="{1F3C5631-6DAB-45A1-9069-4287B2A392B3}"/>
              </a:ext>
            </a:extLst>
          </p:cNvPr>
          <p:cNvSpPr>
            <a:spLocks xmlns:a="http://schemas.openxmlformats.org/drawingml/2006/main" noGrp="1"/>
          </p:cNvSpPr>
          <p:nvPr/>
        </p:nvSpPr>
        <p:spPr>
          <a:xfrm xmlns:a="http://schemas.openxmlformats.org/drawingml/2006/main">
            <a:off x="8743950" y="474345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123524"/>
                </a:solidFill>
              </a:defRPr>
            </a:pPr>
            <a:r>
              <a:rPr sz="1050" b="1" i="0">
                <a:solidFill>
                  <a:srgbClr val="123524"/>
                </a:solidFill>
              </a:rPr>
              <a:t>Charts + comparison selectors</a:t>
            </a:r>
          </a:p>
        </p:txBody>
      </p:sp>
      <p:sp>
        <p:nvSpPr>
          <p:cNvPr id="41" name="">
            <a:extLst xmlns:a="http://schemas.openxmlformats.org/drawingml/2006/main">
              <a:ext uri="{FF2B5EF4-FFF2-40B4-BE49-F238E27FC236}">
                <a16:creationId xmlns:a16="http://schemas.microsoft.com/office/drawing/2014/main" id="{79443116-755C-465A-AD8B-F70C4BAC5D8B}"/>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2094511095"/>
      </p:ext>
    </p:extLst>
  </p:cSld>
</p:sld>
</file>

<file path=ppt/slides/slide2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7" name="top-accent">
            <a:extLst xmlns:a="http://schemas.openxmlformats.org/drawingml/2006/main">
              <a:ext uri="{FF2B5EF4-FFF2-40B4-BE49-F238E27FC236}">
                <a16:creationId xmlns:a16="http://schemas.microsoft.com/office/drawing/2014/main" id="{DB37BF19-24F6-4267-841D-D945A539FFE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82612FBE-276B-4430-B934-7DF8A4A9458B}"/>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3 · JAVASCRIPT</a:t>
            </a:r>
          </a:p>
        </p:txBody>
      </p:sp>
      <p:sp>
        <p:nvSpPr>
          <p:cNvPr id="3" name="slide-number">
            <a:extLst xmlns:a="http://schemas.openxmlformats.org/drawingml/2006/main">
              <a:ext uri="{FF2B5EF4-FFF2-40B4-BE49-F238E27FC236}">
                <a16:creationId xmlns:a16="http://schemas.microsoft.com/office/drawing/2014/main" id="{CB6452BD-4210-447F-A790-0E51FBB8AD31}"/>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20</a:t>
            </a:r>
          </a:p>
        </p:txBody>
      </p:sp>
      <p:sp>
        <p:nvSpPr>
          <p:cNvPr id="4" name="slide-title">
            <a:extLst xmlns:a="http://schemas.openxmlformats.org/drawingml/2006/main">
              <a:ext uri="{FF2B5EF4-FFF2-40B4-BE49-F238E27FC236}">
                <a16:creationId xmlns:a16="http://schemas.microsoft.com/office/drawing/2014/main" id="{FB69BF7C-0742-44FD-A06B-99F83352F9EF}"/>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Turn user input into a live exploration workflow</a:t>
            </a:r>
          </a:p>
        </p:txBody>
      </p:sp>
      <p:sp>
        <p:nvSpPr>
          <p:cNvPr id="5" name="slide-subtitle">
            <a:extLst xmlns:a="http://schemas.openxmlformats.org/drawingml/2006/main">
              <a:ext uri="{FF2B5EF4-FFF2-40B4-BE49-F238E27FC236}">
                <a16:creationId xmlns:a16="http://schemas.microsoft.com/office/drawing/2014/main" id="{6862CC2D-13FC-40AA-A1DA-2EDED40696E7}"/>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Search, geographic filters, leadership, recognition, sorting, pagination, and URL state work together.</a:t>
            </a:r>
          </a:p>
        </p:txBody>
      </p:sp>
      <p:sp>
        <p:nvSpPr>
          <p:cNvPr id="6" name="dev-code-panel">
            <a:extLst xmlns:a="http://schemas.openxmlformats.org/drawingml/2006/main">
              <a:ext uri="{FF2B5EF4-FFF2-40B4-BE49-F238E27FC236}">
                <a16:creationId xmlns:a16="http://schemas.microsoft.com/office/drawing/2014/main" id="{2BA6C722-207C-43DA-AE64-1CCC41565729}"/>
              </a:ext>
            </a:extLst>
          </p:cNvPr>
          <p:cNvSpPr>
            <a:spLocks xmlns:a="http://schemas.openxmlformats.org/drawingml/2006/main" noGrp="1"/>
          </p:cNvSpPr>
          <p:nvPr/>
        </p:nvSpPr>
        <p:spPr>
          <a:xfrm xmlns:a="http://schemas.openxmlformats.org/drawingml/2006/main">
            <a:off x="609600" y="1809750"/>
            <a:ext cx="4762500" cy="4000500"/>
          </a:xfrm>
          <a:prstGeom xmlns:a="http://schemas.openxmlformats.org/drawingml/2006/main" prst="roundRect">
            <a:avLst>
              <a:gd name="adj" fmla="val 1905"/>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D47EBD2E-F795-486B-8188-9D91CCC521CE}"/>
              </a:ext>
            </a:extLst>
          </p:cNvPr>
          <p:cNvSpPr>
            <a:spLocks xmlns:a="http://schemas.openxmlformats.org/drawingml/2006/main" noGrp="1"/>
          </p:cNvSpPr>
          <p:nvPr/>
        </p:nvSpPr>
        <p:spPr>
          <a:xfrm xmlns:a="http://schemas.openxmlformats.org/drawingml/2006/main">
            <a:off x="609600" y="1809750"/>
            <a:ext cx="47625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988F073-6132-4010-860F-0DA846023637}"/>
              </a:ext>
            </a:extLst>
          </p:cNvPr>
          <p:cNvSpPr>
            <a:spLocks xmlns:a="http://schemas.openxmlformats.org/drawingml/2006/main" noGrp="1"/>
          </p:cNvSpPr>
          <p:nvPr/>
        </p:nvSpPr>
        <p:spPr>
          <a:xfrm xmlns:a="http://schemas.openxmlformats.org/drawingml/2006/main">
            <a:off x="781050" y="1905000"/>
            <a:ext cx="441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js/script.js · explorer controls</a:t>
            </a:r>
          </a:p>
        </p:txBody>
      </p:sp>
      <p:sp>
        <p:nvSpPr>
          <p:cNvPr id="9" name="">
            <a:extLst xmlns:a="http://schemas.openxmlformats.org/drawingml/2006/main">
              <a:ext uri="{FF2B5EF4-FFF2-40B4-BE49-F238E27FC236}">
                <a16:creationId xmlns:a16="http://schemas.microsoft.com/office/drawing/2014/main" id="{48A1EB25-4B0E-4502-B4E7-053127F22A0D}"/>
              </a:ext>
            </a:extLst>
          </p:cNvPr>
          <p:cNvSpPr>
            <a:spLocks xmlns:a="http://schemas.openxmlformats.org/drawingml/2006/main" noGrp="1"/>
          </p:cNvSpPr>
          <p:nvPr/>
        </p:nvSpPr>
        <p:spPr>
          <a:xfrm xmlns:a="http://schemas.openxmlformats.org/drawingml/2006/main">
            <a:off x="781050" y="22574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01  populateFilter('countryFilter', uniqueValues('Country'));</a:t>
            </a:r>
          </a:p>
        </p:txBody>
      </p:sp>
      <p:sp>
        <p:nvSpPr>
          <p:cNvPr id="10" name="">
            <a:extLst xmlns:a="http://schemas.openxmlformats.org/drawingml/2006/main">
              <a:ext uri="{FF2B5EF4-FFF2-40B4-BE49-F238E27FC236}">
                <a16:creationId xmlns:a16="http://schemas.microsoft.com/office/drawing/2014/main" id="{098BEDF8-3D5D-4B33-8C9F-42E770DC3E74}"/>
              </a:ext>
            </a:extLst>
          </p:cNvPr>
          <p:cNvSpPr>
            <a:spLocks xmlns:a="http://schemas.openxmlformats.org/drawingml/2006/main" noGrp="1"/>
          </p:cNvSpPr>
          <p:nvPr/>
        </p:nvSpPr>
        <p:spPr>
          <a:xfrm xmlns:a="http://schemas.openxmlformats.org/drawingml/2006/main">
            <a:off x="781050" y="25146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02  populateFilter('continentFilter', uniqueValues('Continent'));</a:t>
            </a:r>
          </a:p>
        </p:txBody>
      </p:sp>
      <p:sp>
        <p:nvSpPr>
          <p:cNvPr id="11" name="">
            <a:extLst xmlns:a="http://schemas.openxmlformats.org/drawingml/2006/main">
              <a:ext uri="{FF2B5EF4-FFF2-40B4-BE49-F238E27FC236}">
                <a16:creationId xmlns:a16="http://schemas.microsoft.com/office/drawing/2014/main" id="{EEFAAA52-CC4B-4CEE-885C-2FCE7F0CB9CA}"/>
              </a:ext>
            </a:extLst>
          </p:cNvPr>
          <p:cNvSpPr>
            <a:spLocks xmlns:a="http://schemas.openxmlformats.org/drawingml/2006/main" noGrp="1"/>
          </p:cNvSpPr>
          <p:nvPr/>
        </p:nvSpPr>
        <p:spPr>
          <a:xfrm xmlns:a="http://schemas.openxmlformats.org/drawingml/2006/main">
            <a:off x="781050" y="27717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03  applyExplorerQueryParameters();</a:t>
            </a:r>
          </a:p>
        </p:txBody>
      </p:sp>
      <p:sp>
        <p:nvSpPr>
          <p:cNvPr id="12" name="">
            <a:extLst xmlns:a="http://schemas.openxmlformats.org/drawingml/2006/main">
              <a:ext uri="{FF2B5EF4-FFF2-40B4-BE49-F238E27FC236}">
                <a16:creationId xmlns:a16="http://schemas.microsoft.com/office/drawing/2014/main" id="{1F43F110-AF76-4BD7-A1BE-E7C293CCB3CF}"/>
              </a:ext>
            </a:extLst>
          </p:cNvPr>
          <p:cNvSpPr>
            <a:spLocks xmlns:a="http://schemas.openxmlformats.org/drawingml/2006/main" noGrp="1"/>
          </p:cNvSpPr>
          <p:nvPr/>
        </p:nvSpPr>
        <p:spPr>
          <a:xfrm xmlns:a="http://schemas.openxmlformats.org/drawingml/2006/main">
            <a:off x="781050" y="302895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04  </a:t>
            </a:r>
          </a:p>
        </p:txBody>
      </p:sp>
      <p:sp>
        <p:nvSpPr>
          <p:cNvPr id="13" name="">
            <a:extLst xmlns:a="http://schemas.openxmlformats.org/drawingml/2006/main">
              <a:ext uri="{FF2B5EF4-FFF2-40B4-BE49-F238E27FC236}">
                <a16:creationId xmlns:a16="http://schemas.microsoft.com/office/drawing/2014/main" id="{226D4A65-5E45-4AD5-8A89-C8773489370C}"/>
              </a:ext>
            </a:extLst>
          </p:cNvPr>
          <p:cNvSpPr>
            <a:spLocks xmlns:a="http://schemas.openxmlformats.org/drawingml/2006/main" noGrp="1"/>
          </p:cNvSpPr>
          <p:nvPr/>
        </p:nvSpPr>
        <p:spPr>
          <a:xfrm xmlns:a="http://schemas.openxmlformats.org/drawingml/2006/main">
            <a:off x="781050" y="32861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05  controls.forEach(control =&gt; {</a:t>
            </a:r>
          </a:p>
        </p:txBody>
      </p:sp>
      <p:sp>
        <p:nvSpPr>
          <p:cNvPr id="14" name="">
            <a:extLst xmlns:a="http://schemas.openxmlformats.org/drawingml/2006/main">
              <a:ext uri="{FF2B5EF4-FFF2-40B4-BE49-F238E27FC236}">
                <a16:creationId xmlns:a16="http://schemas.microsoft.com/office/drawing/2014/main" id="{96BAEAC8-5362-43CF-AF9A-BF5C4E2FFE2A}"/>
              </a:ext>
            </a:extLst>
          </p:cNvPr>
          <p:cNvSpPr>
            <a:spLocks xmlns:a="http://schemas.openxmlformats.org/drawingml/2006/main" noGrp="1"/>
          </p:cNvSpPr>
          <p:nvPr/>
        </p:nvSpPr>
        <p:spPr>
          <a:xfrm xmlns:a="http://schemas.openxmlformats.org/drawingml/2006/main">
            <a:off x="781050" y="35433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06    control.addEventListener('change', () =&gt; {</a:t>
            </a:r>
          </a:p>
        </p:txBody>
      </p:sp>
      <p:sp>
        <p:nvSpPr>
          <p:cNvPr id="15" name="">
            <a:extLst xmlns:a="http://schemas.openxmlformats.org/drawingml/2006/main">
              <a:ext uri="{FF2B5EF4-FFF2-40B4-BE49-F238E27FC236}">
                <a16:creationId xmlns:a16="http://schemas.microsoft.com/office/drawing/2014/main" id="{3D514933-96D0-456E-A3BA-CBD1BE8A6B06}"/>
              </a:ext>
            </a:extLst>
          </p:cNvPr>
          <p:cNvSpPr>
            <a:spLocks xmlns:a="http://schemas.openxmlformats.org/drawingml/2006/main" noGrp="1"/>
          </p:cNvSpPr>
          <p:nvPr/>
        </p:nvSpPr>
        <p:spPr>
          <a:xfrm xmlns:a="http://schemas.openxmlformats.org/drawingml/2006/main">
            <a:off x="781050" y="38004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07      state.page = 1;</a:t>
            </a:r>
          </a:p>
        </p:txBody>
      </p:sp>
      <p:sp>
        <p:nvSpPr>
          <p:cNvPr id="16" name="">
            <a:extLst xmlns:a="http://schemas.openxmlformats.org/drawingml/2006/main">
              <a:ext uri="{FF2B5EF4-FFF2-40B4-BE49-F238E27FC236}">
                <a16:creationId xmlns:a16="http://schemas.microsoft.com/office/drawing/2014/main" id="{E9E1EAF4-D676-4F02-BBBA-75C3F7331F6C}"/>
              </a:ext>
            </a:extLst>
          </p:cNvPr>
          <p:cNvSpPr>
            <a:spLocks xmlns:a="http://schemas.openxmlformats.org/drawingml/2006/main" noGrp="1"/>
          </p:cNvSpPr>
          <p:nvPr/>
        </p:nvSpPr>
        <p:spPr>
          <a:xfrm xmlns:a="http://schemas.openxmlformats.org/drawingml/2006/main">
            <a:off x="781050" y="405765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08      applyExplorerFilters();</a:t>
            </a:r>
          </a:p>
        </p:txBody>
      </p:sp>
      <p:sp>
        <p:nvSpPr>
          <p:cNvPr id="17" name="">
            <a:extLst xmlns:a="http://schemas.openxmlformats.org/drawingml/2006/main">
              <a:ext uri="{FF2B5EF4-FFF2-40B4-BE49-F238E27FC236}">
                <a16:creationId xmlns:a16="http://schemas.microsoft.com/office/drawing/2014/main" id="{8F9DE3C0-54AB-49A7-B8AC-58C7C8A890F5}"/>
              </a:ext>
            </a:extLst>
          </p:cNvPr>
          <p:cNvSpPr>
            <a:spLocks xmlns:a="http://schemas.openxmlformats.org/drawingml/2006/main" noGrp="1"/>
          </p:cNvSpPr>
          <p:nvPr/>
        </p:nvSpPr>
        <p:spPr>
          <a:xfrm xmlns:a="http://schemas.openxmlformats.org/drawingml/2006/main">
            <a:off x="781050" y="43148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09      updateExplorerQueryString();</a:t>
            </a:r>
          </a:p>
        </p:txBody>
      </p:sp>
      <p:sp>
        <p:nvSpPr>
          <p:cNvPr id="18" name="">
            <a:extLst xmlns:a="http://schemas.openxmlformats.org/drawingml/2006/main">
              <a:ext uri="{FF2B5EF4-FFF2-40B4-BE49-F238E27FC236}">
                <a16:creationId xmlns:a16="http://schemas.microsoft.com/office/drawing/2014/main" id="{6097E3B1-140E-4924-BEAE-63E3AB2E4F1B}"/>
              </a:ext>
            </a:extLst>
          </p:cNvPr>
          <p:cNvSpPr>
            <a:spLocks xmlns:a="http://schemas.openxmlformats.org/drawingml/2006/main" noGrp="1"/>
          </p:cNvSpPr>
          <p:nvPr/>
        </p:nvSpPr>
        <p:spPr>
          <a:xfrm xmlns:a="http://schemas.openxmlformats.org/drawingml/2006/main">
            <a:off x="781050" y="45720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10    });</a:t>
            </a:r>
          </a:p>
        </p:txBody>
      </p:sp>
      <p:sp>
        <p:nvSpPr>
          <p:cNvPr id="19" name="">
            <a:extLst xmlns:a="http://schemas.openxmlformats.org/drawingml/2006/main">
              <a:ext uri="{FF2B5EF4-FFF2-40B4-BE49-F238E27FC236}">
                <a16:creationId xmlns:a16="http://schemas.microsoft.com/office/drawing/2014/main" id="{69BB1863-DB6A-47F3-AA4E-7FB7C2C3143A}"/>
              </a:ext>
            </a:extLst>
          </p:cNvPr>
          <p:cNvSpPr>
            <a:spLocks xmlns:a="http://schemas.openxmlformats.org/drawingml/2006/main" noGrp="1"/>
          </p:cNvSpPr>
          <p:nvPr/>
        </p:nvSpPr>
        <p:spPr>
          <a:xfrm xmlns:a="http://schemas.openxmlformats.org/drawingml/2006/main">
            <a:off x="781050" y="482917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11  });</a:t>
            </a:r>
          </a:p>
        </p:txBody>
      </p:sp>
      <p:sp>
        <p:nvSpPr>
          <p:cNvPr id="20" name="dev-browser-frame">
            <a:extLst xmlns:a="http://schemas.openxmlformats.org/drawingml/2006/main">
              <a:ext uri="{FF2B5EF4-FFF2-40B4-BE49-F238E27FC236}">
                <a16:creationId xmlns:a16="http://schemas.microsoft.com/office/drawing/2014/main" id="{0C721E0F-748E-464E-A49D-5C763FE34D7F}"/>
              </a:ext>
            </a:extLst>
          </p:cNvPr>
          <p:cNvSpPr>
            <a:spLocks xmlns:a="http://schemas.openxmlformats.org/drawingml/2006/main" noGrp="1"/>
          </p:cNvSpPr>
          <p:nvPr/>
        </p:nvSpPr>
        <p:spPr>
          <a:xfrm xmlns:a="http://schemas.openxmlformats.org/drawingml/2006/main">
            <a:off x="5715000" y="1809750"/>
            <a:ext cx="5867400" cy="4000500"/>
          </a:xfrm>
          <a:prstGeom xmlns:a="http://schemas.openxmlformats.org/drawingml/2006/main" prst="roundRect">
            <a:avLst>
              <a:gd name="adj" fmla="val 1905"/>
            </a:avLst>
          </a:prstGeom>
          <a:solidFill xmlns:a="http://schemas.openxmlformats.org/drawingml/2006/main">
            <a:srgbClr val="071B12"/>
          </a:solidFill>
          <a:ln xmlns:a="http://schemas.openxmlformats.org/drawingml/2006/main" w="9525">
            <a:solidFill>
              <a:srgbClr val="315440"/>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cad19d658c7949b4"/>
          <a:srcRect xmlns:a="http://schemas.openxmlformats.org/drawingml/2006/main" l="3105" t="0" r="3105" b="0"/>
          <a:stretch xmlns:a="http://schemas.openxmlformats.org/drawingml/2006/main">
            <a:fillRect l="0" t="0" r="0" b="0"/>
          </a:stretch>
        </p:blipFill>
        <p:spPr>
          <a:xfrm xmlns:a="http://schemas.openxmlformats.org/drawingml/2006/main">
            <a:off x="5848350" y="1943100"/>
            <a:ext cx="5600700" cy="3733800"/>
          </a:xfrm>
          <a:prstGeom xmlns:a="http://schemas.openxmlformats.org/drawingml/2006/main" prst="roundRect">
            <a:avLst/>
          </a:prstGeom>
        </p:spPr>
      </p:pic>
      <p:sp>
        <p:nvSpPr>
          <p:cNvPr id="22" name="">
            <a:extLst xmlns:a="http://schemas.openxmlformats.org/drawingml/2006/main">
              <a:ext uri="{FF2B5EF4-FFF2-40B4-BE49-F238E27FC236}">
                <a16:creationId xmlns:a16="http://schemas.microsoft.com/office/drawing/2014/main" id="{055AF658-CD8F-4E04-BE13-3E83B5B510E2}"/>
              </a:ext>
            </a:extLst>
          </p:cNvPr>
          <p:cNvSpPr>
            <a:spLocks xmlns:a="http://schemas.openxmlformats.org/drawingml/2006/main" noGrp="1"/>
          </p:cNvSpPr>
          <p:nvPr/>
        </p:nvSpPr>
        <p:spPr>
          <a:xfrm xmlns:a="http://schemas.openxmlformats.org/drawingml/2006/main">
            <a:off x="6115050" y="5257800"/>
            <a:ext cx="1790700" cy="285750"/>
          </a:xfrm>
          <a:prstGeom xmlns:a="http://schemas.openxmlformats.org/drawingml/2006/main" prst="roundRect">
            <a:avLst>
              <a:gd name="adj" fmla="val 26667"/>
            </a:avLst>
          </a:prstGeom>
          <a:solidFill xmlns:a="http://schemas.openxmlformats.org/drawingml/2006/main">
            <a:srgbClr val="C8A96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6B6B100-7171-4122-9B80-336DD4B3AD7F}"/>
              </a:ext>
            </a:extLst>
          </p:cNvPr>
          <p:cNvSpPr>
            <a:spLocks xmlns:a="http://schemas.openxmlformats.org/drawingml/2006/main" noGrp="1"/>
          </p:cNvSpPr>
          <p:nvPr/>
        </p:nvSpPr>
        <p:spPr>
          <a:xfrm xmlns:a="http://schemas.openxmlformats.org/drawingml/2006/main">
            <a:off x="6210300" y="5314950"/>
            <a:ext cx="1600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071B12"/>
                </a:solidFill>
              </a:defRPr>
            </a:pPr>
            <a:r>
              <a:rPr sz="900" b="1" i="0">
                <a:solidFill>
                  <a:srgbClr val="071B12"/>
                </a:solidFill>
              </a:rPr>
              <a:t>URL: ?continent=Africa</a:t>
            </a:r>
          </a:p>
        </p:txBody>
      </p:sp>
      <p:sp>
        <p:nvSpPr>
          <p:cNvPr id="24" name="">
            <a:extLst xmlns:a="http://schemas.openxmlformats.org/drawingml/2006/main">
              <a:ext uri="{FF2B5EF4-FFF2-40B4-BE49-F238E27FC236}">
                <a16:creationId xmlns:a16="http://schemas.microsoft.com/office/drawing/2014/main" id="{160B3658-423E-41B7-83F4-42AB38167E12}"/>
              </a:ext>
            </a:extLst>
          </p:cNvPr>
          <p:cNvSpPr>
            <a:spLocks xmlns:a="http://schemas.openxmlformats.org/drawingml/2006/main" noGrp="1"/>
          </p:cNvSpPr>
          <p:nvPr/>
        </p:nvSpPr>
        <p:spPr>
          <a:xfrm xmlns:a="http://schemas.openxmlformats.org/drawingml/2006/main">
            <a:off x="8020050" y="5257800"/>
            <a:ext cx="1619250" cy="285750"/>
          </a:xfrm>
          <a:prstGeom xmlns:a="http://schemas.openxmlformats.org/drawingml/2006/main" prst="roundRect">
            <a:avLst>
              <a:gd name="adj" fmla="val 26667"/>
            </a:avLst>
          </a:prstGeom>
          <a:solidFill xmlns:a="http://schemas.openxmlformats.org/drawingml/2006/main">
            <a:srgbClr val="12352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555C0A7-8B12-4B02-B0C1-52FFF4BF9913}"/>
              </a:ext>
            </a:extLst>
          </p:cNvPr>
          <p:cNvSpPr>
            <a:spLocks xmlns:a="http://schemas.openxmlformats.org/drawingml/2006/main" noGrp="1"/>
          </p:cNvSpPr>
          <p:nvPr/>
        </p:nvSpPr>
        <p:spPr>
          <a:xfrm xmlns:a="http://schemas.openxmlformats.org/drawingml/2006/main">
            <a:off x="8115300" y="531495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726 matching records</a:t>
            </a:r>
          </a:p>
        </p:txBody>
      </p:sp>
      <p:sp>
        <p:nvSpPr>
          <p:cNvPr id="26" name="">
            <a:extLst xmlns:a="http://schemas.openxmlformats.org/drawingml/2006/main">
              <a:ext uri="{FF2B5EF4-FFF2-40B4-BE49-F238E27FC236}">
                <a16:creationId xmlns:a16="http://schemas.microsoft.com/office/drawing/2014/main" id="{B52D7256-C32D-4FBD-BC47-32C6FEE239A2}"/>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1900009538"/>
      </p:ext>
    </p:extLst>
  </p:cSld>
</p:sld>
</file>

<file path=ppt/slides/slide21.xml><?xml version="1.0" encoding="utf-8"?>
<p:sld xmlns:p="http://schemas.openxmlformats.org/presentationml/2006/main">
  <p:cSld>
    <p:bg>
      <p:bgPr>
        <a:solidFill xmlns:a="http://schemas.openxmlformats.org/drawingml/2006/main">
          <a:srgbClr val="071B12"/>
        </a:solidFill>
      </p:bgPr>
    </p:bg>
    <p:spTree>
      <p:nvGrpSpPr>
        <p:cNvPr id="1" name=""/>
        <p:cNvGrpSpPr/>
        <p:nvPr/>
      </p:nvGrpSpPr>
      <p:grpSpPr>
        <a:xfrm xmlns:a="http://schemas.openxmlformats.org/drawingml/2006/main"/>
      </p:grpSpPr>
      <p:sp>
        <p:nvSpPr>
          <p:cNvPr id="18" name="top-accent">
            <a:extLst xmlns:a="http://schemas.openxmlformats.org/drawingml/2006/main">
              <a:ext uri="{FF2B5EF4-FFF2-40B4-BE49-F238E27FC236}">
                <a16:creationId xmlns:a16="http://schemas.microsoft.com/office/drawing/2014/main" id="{F2DA6417-B3F3-45F5-AA66-425629E0255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9EE28343-3338-44E1-9A82-DCE31BCE6C97}"/>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STAGE 4 · BACKEND</a:t>
            </a:r>
          </a:p>
        </p:txBody>
      </p:sp>
      <p:sp>
        <p:nvSpPr>
          <p:cNvPr id="3" name="slide-number">
            <a:extLst xmlns:a="http://schemas.openxmlformats.org/drawingml/2006/main">
              <a:ext uri="{FF2B5EF4-FFF2-40B4-BE49-F238E27FC236}">
                <a16:creationId xmlns:a16="http://schemas.microsoft.com/office/drawing/2014/main" id="{33D52354-6673-4246-A6C9-44D119E87C33}"/>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21</a:t>
            </a:r>
          </a:p>
        </p:txBody>
      </p:sp>
      <p:sp>
        <p:nvSpPr>
          <p:cNvPr id="4" name="">
            <a:extLst xmlns:a="http://schemas.openxmlformats.org/drawingml/2006/main">
              <a:ext uri="{FF2B5EF4-FFF2-40B4-BE49-F238E27FC236}">
                <a16:creationId xmlns:a16="http://schemas.microsoft.com/office/drawing/2014/main" id="{50380A97-B59C-4A90-81A5-6E1AA31B6C43}"/>
              </a:ext>
            </a:extLst>
          </p:cNvPr>
          <p:cNvSpPr>
            <a:spLocks xmlns:a="http://schemas.openxmlformats.org/drawingml/2006/main" noGrp="1"/>
          </p:cNvSpPr>
          <p:nvPr/>
        </p:nvSpPr>
        <p:spPr>
          <a:xfrm xmlns:a="http://schemas.openxmlformats.org/drawingml/2006/main">
            <a:off x="666750" y="1314450"/>
            <a:ext cx="1238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5400" b="1" i="0">
                <a:solidFill>
                  <a:srgbClr val="C8A96A"/>
                </a:solidFill>
              </a:defRPr>
            </a:pPr>
            <a:r>
              <a:rPr sz="5400" b="1" i="0">
                <a:solidFill>
                  <a:srgbClr val="C8A96A"/>
                </a:solidFill>
              </a:rPr>
              <a:t>04</a:t>
            </a:r>
          </a:p>
        </p:txBody>
      </p:sp>
      <p:sp>
        <p:nvSpPr>
          <p:cNvPr id="5" name="backend-transition-title">
            <a:extLst xmlns:a="http://schemas.openxmlformats.org/drawingml/2006/main">
              <a:ext uri="{FF2B5EF4-FFF2-40B4-BE49-F238E27FC236}">
                <a16:creationId xmlns:a16="http://schemas.microsoft.com/office/drawing/2014/main" id="{C501EEAD-F2BC-4C78-BCD9-3B7A69D1B4D7}"/>
              </a:ext>
            </a:extLst>
          </p:cNvPr>
          <p:cNvSpPr>
            <a:spLocks xmlns:a="http://schemas.openxmlformats.org/drawingml/2006/main" noGrp="1"/>
          </p:cNvSpPr>
          <p:nvPr/>
        </p:nvSpPr>
        <p:spPr>
          <a:xfrm xmlns:a="http://schemas.openxmlformats.org/drawingml/2006/main">
            <a:off x="2095500" y="1352550"/>
            <a:ext cx="8953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525" b="1" i="0">
                <a:solidFill>
                  <a:srgbClr val="FFFEFA"/>
                </a:solidFill>
              </a:defRPr>
            </a:pPr>
            <a:r>
              <a:rPr sz="3525" b="1" i="0">
                <a:solidFill>
                  <a:srgbClr val="FFFEFA"/>
                </a:solidFill>
              </a:rPr>
              <a:t>Backend — Processing, Data, and APIs</a:t>
            </a:r>
          </a:p>
        </p:txBody>
      </p:sp>
      <p:sp>
        <p:nvSpPr>
          <p:cNvPr id="6" name="">
            <a:extLst xmlns:a="http://schemas.openxmlformats.org/drawingml/2006/main">
              <a:ext uri="{FF2B5EF4-FFF2-40B4-BE49-F238E27FC236}">
                <a16:creationId xmlns:a16="http://schemas.microsoft.com/office/drawing/2014/main" id="{45F09B82-347E-4BD1-AF0F-C0D521515225}"/>
              </a:ext>
            </a:extLst>
          </p:cNvPr>
          <p:cNvSpPr>
            <a:spLocks xmlns:a="http://schemas.openxmlformats.org/drawingml/2006/main" noGrp="1"/>
          </p:cNvSpPr>
          <p:nvPr/>
        </p:nvSpPr>
        <p:spPr>
          <a:xfrm xmlns:a="http://schemas.openxmlformats.org/drawingml/2006/main">
            <a:off x="2133600" y="2457450"/>
            <a:ext cx="809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0" i="0">
                <a:solidFill>
                  <a:srgbClr val="C8D4CD"/>
                </a:solidFill>
              </a:defRPr>
            </a:pPr>
            <a:r>
              <a:rPr sz="1650" b="0" i="0">
                <a:solidFill>
                  <a:srgbClr val="C8D4CD"/>
                </a:solidFill>
              </a:rPr>
              <a:t>The backend works behind the interface. It receives requests, processes data, communicates with MySQL, and returns results.</a:t>
            </a:r>
          </a:p>
        </p:txBody>
      </p:sp>
      <p:sp>
        <p:nvSpPr>
          <p:cNvPr id="7" name="layer-1">
            <a:extLst xmlns:a="http://schemas.openxmlformats.org/drawingml/2006/main">
              <a:ext uri="{FF2B5EF4-FFF2-40B4-BE49-F238E27FC236}">
                <a16:creationId xmlns:a16="http://schemas.microsoft.com/office/drawing/2014/main" id="{4E6A7A30-AB67-4872-9005-30520AC1E2E6}"/>
              </a:ext>
            </a:extLst>
          </p:cNvPr>
          <p:cNvSpPr>
            <a:spLocks xmlns:a="http://schemas.openxmlformats.org/drawingml/2006/main" noGrp="1"/>
          </p:cNvSpPr>
          <p:nvPr/>
        </p:nvSpPr>
        <p:spPr>
          <a:xfrm xmlns:a="http://schemas.openxmlformats.org/drawingml/2006/main">
            <a:off x="1866900" y="3905250"/>
            <a:ext cx="2381250" cy="1257300"/>
          </a:xfrm>
          <a:prstGeom xmlns:a="http://schemas.openxmlformats.org/drawingml/2006/main" prst="roundRect">
            <a:avLst>
              <a:gd name="adj" fmla="val 6061"/>
            </a:avLst>
          </a:prstGeom>
          <a:solidFill xmlns:a="http://schemas.openxmlformats.org/drawingml/2006/main">
            <a:srgbClr val="0C291B"/>
          </a:solidFill>
          <a:ln xmlns:a="http://schemas.openxmlformats.org/drawingml/2006/main" w="9525">
            <a:solidFill>
              <a:srgbClr val="315440"/>
            </a:solidFill>
            <a:prstDash val="solid"/>
          </a:ln>
        </p:spPr>
      </p:sp>
      <p:sp>
        <p:nvSpPr>
          <p:cNvPr id="8" name="">
            <a:extLst xmlns:a="http://schemas.openxmlformats.org/drawingml/2006/main">
              <a:ext uri="{FF2B5EF4-FFF2-40B4-BE49-F238E27FC236}">
                <a16:creationId xmlns:a16="http://schemas.microsoft.com/office/drawing/2014/main" id="{4D254FFE-28BE-4637-B265-6248587B1DD8}"/>
              </a:ext>
            </a:extLst>
          </p:cNvPr>
          <p:cNvSpPr>
            <a:spLocks xmlns:a="http://schemas.openxmlformats.org/drawingml/2006/main" noGrp="1"/>
          </p:cNvSpPr>
          <p:nvPr/>
        </p:nvSpPr>
        <p:spPr>
          <a:xfrm xmlns:a="http://schemas.openxmlformats.org/drawingml/2006/main">
            <a:off x="2038350" y="41719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6EC6D9"/>
                </a:solidFill>
              </a:defRPr>
            </a:pPr>
            <a:r>
              <a:rPr sz="1350" b="1" i="0">
                <a:solidFill>
                  <a:srgbClr val="6EC6D9"/>
                </a:solidFill>
              </a:rPr>
              <a:t>FRONTEND</a:t>
            </a:r>
          </a:p>
        </p:txBody>
      </p:sp>
      <p:sp>
        <p:nvSpPr>
          <p:cNvPr id="9" name="">
            <a:extLst xmlns:a="http://schemas.openxmlformats.org/drawingml/2006/main">
              <a:ext uri="{FF2B5EF4-FFF2-40B4-BE49-F238E27FC236}">
                <a16:creationId xmlns:a16="http://schemas.microsoft.com/office/drawing/2014/main" id="{CD3A5BB7-15FA-47AD-8C74-E100D5566FC6}"/>
              </a:ext>
            </a:extLst>
          </p:cNvPr>
          <p:cNvSpPr>
            <a:spLocks xmlns:a="http://schemas.openxmlformats.org/drawingml/2006/main" noGrp="1"/>
          </p:cNvSpPr>
          <p:nvPr/>
        </p:nvSpPr>
        <p:spPr>
          <a:xfrm xmlns:a="http://schemas.openxmlformats.org/drawingml/2006/main">
            <a:off x="2057400" y="46291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FFFEFA"/>
                </a:solidFill>
              </a:defRPr>
            </a:pPr>
            <a:r>
              <a:rPr sz="1125" b="0" i="0">
                <a:solidFill>
                  <a:srgbClr val="FFFEFA"/>
                </a:solidFill>
              </a:rPr>
              <a:t>What the user sees</a:t>
            </a:r>
          </a:p>
        </p:txBody>
      </p:sp>
      <p:sp>
        <p:nvSpPr>
          <p:cNvPr id="10" name="">
            <a:extLst xmlns:a="http://schemas.openxmlformats.org/drawingml/2006/main">
              <a:ext uri="{FF2B5EF4-FFF2-40B4-BE49-F238E27FC236}">
                <a16:creationId xmlns:a16="http://schemas.microsoft.com/office/drawing/2014/main" id="{991E36EB-77FF-425C-BDB1-14232C9FF8A7}"/>
              </a:ext>
            </a:extLst>
          </p:cNvPr>
          <p:cNvSpPr>
            <a:spLocks xmlns:a="http://schemas.openxmlformats.org/drawingml/2006/main" noGrp="1"/>
          </p:cNvSpPr>
          <p:nvPr/>
        </p:nvSpPr>
        <p:spPr>
          <a:xfrm xmlns:a="http://schemas.openxmlformats.org/drawingml/2006/main">
            <a:off x="4267200" y="4333875"/>
            <a:ext cx="47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1" i="0">
                <a:solidFill>
                  <a:srgbClr val="C8A96A"/>
                </a:solidFill>
              </a:defRPr>
            </a:pPr>
            <a:r>
              <a:rPr sz="2250" b="1" i="0">
                <a:solidFill>
                  <a:srgbClr val="C8A96A"/>
                </a:solidFill>
              </a:rPr>
              <a:t>→</a:t>
            </a:r>
          </a:p>
        </p:txBody>
      </p:sp>
      <p:sp>
        <p:nvSpPr>
          <p:cNvPr id="11" name="layer-2">
            <a:extLst xmlns:a="http://schemas.openxmlformats.org/drawingml/2006/main">
              <a:ext uri="{FF2B5EF4-FFF2-40B4-BE49-F238E27FC236}">
                <a16:creationId xmlns:a16="http://schemas.microsoft.com/office/drawing/2014/main" id="{7768B95B-9900-4C8B-AEFA-C7653D8B2338}"/>
              </a:ext>
            </a:extLst>
          </p:cNvPr>
          <p:cNvSpPr>
            <a:spLocks xmlns:a="http://schemas.openxmlformats.org/drawingml/2006/main" noGrp="1"/>
          </p:cNvSpPr>
          <p:nvPr/>
        </p:nvSpPr>
        <p:spPr>
          <a:xfrm xmlns:a="http://schemas.openxmlformats.org/drawingml/2006/main">
            <a:off x="4762500" y="3905250"/>
            <a:ext cx="2381250" cy="1257300"/>
          </a:xfrm>
          <a:prstGeom xmlns:a="http://schemas.openxmlformats.org/drawingml/2006/main" prst="roundRect">
            <a:avLst>
              <a:gd name="adj" fmla="val 6061"/>
            </a:avLst>
          </a:prstGeom>
          <a:solidFill xmlns:a="http://schemas.openxmlformats.org/drawingml/2006/main">
            <a:srgbClr val="0C291B"/>
          </a:solidFill>
          <a:ln xmlns:a="http://schemas.openxmlformats.org/drawingml/2006/main" w="9525">
            <a:solidFill>
              <a:srgbClr val="315440"/>
            </a:solidFill>
            <a:prstDash val="solid"/>
          </a:ln>
        </p:spPr>
      </p:sp>
      <p:sp>
        <p:nvSpPr>
          <p:cNvPr id="12" name="">
            <a:extLst xmlns:a="http://schemas.openxmlformats.org/drawingml/2006/main">
              <a:ext uri="{FF2B5EF4-FFF2-40B4-BE49-F238E27FC236}">
                <a16:creationId xmlns:a16="http://schemas.microsoft.com/office/drawing/2014/main" id="{7894631D-5393-4C55-B28A-183D5CD491AA}"/>
              </a:ext>
            </a:extLst>
          </p:cNvPr>
          <p:cNvSpPr>
            <a:spLocks xmlns:a="http://schemas.openxmlformats.org/drawingml/2006/main" noGrp="1"/>
          </p:cNvSpPr>
          <p:nvPr/>
        </p:nvSpPr>
        <p:spPr>
          <a:xfrm xmlns:a="http://schemas.openxmlformats.org/drawingml/2006/main">
            <a:off x="4933950" y="41719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C8A96A"/>
                </a:solidFill>
              </a:defRPr>
            </a:pPr>
            <a:r>
              <a:rPr sz="1350" b="1" i="0">
                <a:solidFill>
                  <a:srgbClr val="C8A96A"/>
                </a:solidFill>
              </a:rPr>
              <a:t>BACKEND</a:t>
            </a:r>
          </a:p>
        </p:txBody>
      </p:sp>
      <p:sp>
        <p:nvSpPr>
          <p:cNvPr id="13" name="">
            <a:extLst xmlns:a="http://schemas.openxmlformats.org/drawingml/2006/main">
              <a:ext uri="{FF2B5EF4-FFF2-40B4-BE49-F238E27FC236}">
                <a16:creationId xmlns:a16="http://schemas.microsoft.com/office/drawing/2014/main" id="{4F42F684-4B3B-4C85-AC15-A53596FF3757}"/>
              </a:ext>
            </a:extLst>
          </p:cNvPr>
          <p:cNvSpPr>
            <a:spLocks xmlns:a="http://schemas.openxmlformats.org/drawingml/2006/main" noGrp="1"/>
          </p:cNvSpPr>
          <p:nvPr/>
        </p:nvSpPr>
        <p:spPr>
          <a:xfrm xmlns:a="http://schemas.openxmlformats.org/drawingml/2006/main">
            <a:off x="4953000" y="46291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FFFEFA"/>
                </a:solidFill>
              </a:defRPr>
            </a:pPr>
            <a:r>
              <a:rPr sz="1125" b="0" i="0">
                <a:solidFill>
                  <a:srgbClr val="FFFEFA"/>
                </a:solidFill>
              </a:rPr>
              <a:t>What Flask processes</a:t>
            </a:r>
          </a:p>
        </p:txBody>
      </p:sp>
      <p:sp>
        <p:nvSpPr>
          <p:cNvPr id="14" name="">
            <a:extLst xmlns:a="http://schemas.openxmlformats.org/drawingml/2006/main">
              <a:ext uri="{FF2B5EF4-FFF2-40B4-BE49-F238E27FC236}">
                <a16:creationId xmlns:a16="http://schemas.microsoft.com/office/drawing/2014/main" id="{9841BB2D-01AB-43D6-8BDE-A88681B9CBAA}"/>
              </a:ext>
            </a:extLst>
          </p:cNvPr>
          <p:cNvSpPr>
            <a:spLocks xmlns:a="http://schemas.openxmlformats.org/drawingml/2006/main" noGrp="1"/>
          </p:cNvSpPr>
          <p:nvPr/>
        </p:nvSpPr>
        <p:spPr>
          <a:xfrm xmlns:a="http://schemas.openxmlformats.org/drawingml/2006/main">
            <a:off x="7162800" y="4333875"/>
            <a:ext cx="47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1" i="0">
                <a:solidFill>
                  <a:srgbClr val="C8A96A"/>
                </a:solidFill>
              </a:defRPr>
            </a:pPr>
            <a:r>
              <a:rPr sz="2250" b="1" i="0">
                <a:solidFill>
                  <a:srgbClr val="C8A96A"/>
                </a:solidFill>
              </a:rPr>
              <a:t>→</a:t>
            </a:r>
          </a:p>
        </p:txBody>
      </p:sp>
      <p:sp>
        <p:nvSpPr>
          <p:cNvPr id="15" name="layer-3">
            <a:extLst xmlns:a="http://schemas.openxmlformats.org/drawingml/2006/main">
              <a:ext uri="{FF2B5EF4-FFF2-40B4-BE49-F238E27FC236}">
                <a16:creationId xmlns:a16="http://schemas.microsoft.com/office/drawing/2014/main" id="{13079A03-7342-4C75-A23A-D212232EC844}"/>
              </a:ext>
            </a:extLst>
          </p:cNvPr>
          <p:cNvSpPr>
            <a:spLocks xmlns:a="http://schemas.openxmlformats.org/drawingml/2006/main" noGrp="1"/>
          </p:cNvSpPr>
          <p:nvPr/>
        </p:nvSpPr>
        <p:spPr>
          <a:xfrm xmlns:a="http://schemas.openxmlformats.org/drawingml/2006/main">
            <a:off x="7658100" y="3905250"/>
            <a:ext cx="2381250" cy="1257300"/>
          </a:xfrm>
          <a:prstGeom xmlns:a="http://schemas.openxmlformats.org/drawingml/2006/main" prst="roundRect">
            <a:avLst>
              <a:gd name="adj" fmla="val 6061"/>
            </a:avLst>
          </a:prstGeom>
          <a:solidFill xmlns:a="http://schemas.openxmlformats.org/drawingml/2006/main">
            <a:srgbClr val="0C291B"/>
          </a:solidFill>
          <a:ln xmlns:a="http://schemas.openxmlformats.org/drawingml/2006/main" w="9525">
            <a:solidFill>
              <a:srgbClr val="315440"/>
            </a:solidFill>
            <a:prstDash val="solid"/>
          </a:ln>
        </p:spPr>
      </p:sp>
      <p:sp>
        <p:nvSpPr>
          <p:cNvPr id="16" name="">
            <a:extLst xmlns:a="http://schemas.openxmlformats.org/drawingml/2006/main">
              <a:ext uri="{FF2B5EF4-FFF2-40B4-BE49-F238E27FC236}">
                <a16:creationId xmlns:a16="http://schemas.microsoft.com/office/drawing/2014/main" id="{6EED6FDA-8553-49B1-9CB0-34107B227A20}"/>
              </a:ext>
            </a:extLst>
          </p:cNvPr>
          <p:cNvSpPr>
            <a:spLocks xmlns:a="http://schemas.openxmlformats.org/drawingml/2006/main" noGrp="1"/>
          </p:cNvSpPr>
          <p:nvPr/>
        </p:nvSpPr>
        <p:spPr>
          <a:xfrm xmlns:a="http://schemas.openxmlformats.org/drawingml/2006/main">
            <a:off x="7829550" y="41719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C6A0F6"/>
                </a:solidFill>
              </a:defRPr>
            </a:pPr>
            <a:r>
              <a:rPr sz="1350" b="1" i="0">
                <a:solidFill>
                  <a:srgbClr val="C6A0F6"/>
                </a:solidFill>
              </a:rPr>
              <a:t>DATABASE</a:t>
            </a:r>
          </a:p>
        </p:txBody>
      </p:sp>
      <p:sp>
        <p:nvSpPr>
          <p:cNvPr id="17" name="">
            <a:extLst xmlns:a="http://schemas.openxmlformats.org/drawingml/2006/main">
              <a:ext uri="{FF2B5EF4-FFF2-40B4-BE49-F238E27FC236}">
                <a16:creationId xmlns:a16="http://schemas.microsoft.com/office/drawing/2014/main" id="{D4299758-C13C-42E3-8CF6-698A68213A43}"/>
              </a:ext>
            </a:extLst>
          </p:cNvPr>
          <p:cNvSpPr>
            <a:spLocks xmlns:a="http://schemas.openxmlformats.org/drawingml/2006/main" noGrp="1"/>
          </p:cNvSpPr>
          <p:nvPr/>
        </p:nvSpPr>
        <p:spPr>
          <a:xfrm xmlns:a="http://schemas.openxmlformats.org/drawingml/2006/main">
            <a:off x="7848600" y="46291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FFFEFA"/>
                </a:solidFill>
              </a:defRPr>
            </a:pPr>
            <a:r>
              <a:rPr sz="1125" b="0" i="0">
                <a:solidFill>
                  <a:srgbClr val="FFFEFA"/>
                </a:solidFill>
              </a:rPr>
              <a:t>Where records are stored</a:t>
            </a:r>
          </a:p>
        </p:txBody>
      </p:sp>
    </p:spTree>
    <p:extLst>
      <p:ext uri="{BB962C8B-B14F-4D97-AF65-F5344CB8AC3E}">
        <p14:creationId xmlns:p14="http://schemas.microsoft.com/office/powerpoint/2010/main" val="455865965"/>
      </p:ext>
    </p:extLst>
  </p:cSld>
</p:sld>
</file>

<file path=ppt/slides/slide2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8" name="top-accent">
            <a:extLst xmlns:a="http://schemas.openxmlformats.org/drawingml/2006/main">
              <a:ext uri="{FF2B5EF4-FFF2-40B4-BE49-F238E27FC236}">
                <a16:creationId xmlns:a16="http://schemas.microsoft.com/office/drawing/2014/main" id="{107B261C-ADC5-43C6-A5FB-DECFD677F43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04135D22-7E0A-42C3-80AA-7B0A38BB2EA5}"/>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4 · BACKEND</a:t>
            </a:r>
          </a:p>
        </p:txBody>
      </p:sp>
      <p:sp>
        <p:nvSpPr>
          <p:cNvPr id="3" name="slide-number">
            <a:extLst xmlns:a="http://schemas.openxmlformats.org/drawingml/2006/main">
              <a:ext uri="{FF2B5EF4-FFF2-40B4-BE49-F238E27FC236}">
                <a16:creationId xmlns:a16="http://schemas.microsoft.com/office/drawing/2014/main" id="{38C4DFF5-E0AB-4875-BBD9-D44E7DFDF409}"/>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22</a:t>
            </a:r>
          </a:p>
        </p:txBody>
      </p:sp>
      <p:sp>
        <p:nvSpPr>
          <p:cNvPr id="4" name="slide-title">
            <a:extLst xmlns:a="http://schemas.openxmlformats.org/drawingml/2006/main">
              <a:ext uri="{FF2B5EF4-FFF2-40B4-BE49-F238E27FC236}">
                <a16:creationId xmlns:a16="http://schemas.microsoft.com/office/drawing/2014/main" id="{8497D5E2-1F16-4F5D-9AB9-5B1B11663FA8}"/>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One backend supplies every data-driven page</a:t>
            </a:r>
          </a:p>
        </p:txBody>
      </p:sp>
      <p:sp>
        <p:nvSpPr>
          <p:cNvPr id="5" name="slide-subtitle">
            <a:extLst xmlns:a="http://schemas.openxmlformats.org/drawingml/2006/main">
              <a:ext uri="{FF2B5EF4-FFF2-40B4-BE49-F238E27FC236}">
                <a16:creationId xmlns:a16="http://schemas.microsoft.com/office/drawing/2014/main" id="{89D074DC-AB3C-4F42-906E-88C04367EAF7}"/>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The Flask API gives the interface a controlled, reusable path to the same MySQL research dataset.</a:t>
            </a:r>
          </a:p>
        </p:txBody>
      </p:sp>
      <p:sp>
        <p:nvSpPr>
          <p:cNvPr id="6" name="backend-role-1">
            <a:extLst xmlns:a="http://schemas.openxmlformats.org/drawingml/2006/main">
              <a:ext uri="{FF2B5EF4-FFF2-40B4-BE49-F238E27FC236}">
                <a16:creationId xmlns:a16="http://schemas.microsoft.com/office/drawing/2014/main" id="{E3649BA1-EA93-446E-8279-B091825C72C0}"/>
              </a:ext>
            </a:extLst>
          </p:cNvPr>
          <p:cNvSpPr>
            <a:spLocks xmlns:a="http://schemas.openxmlformats.org/drawingml/2006/main" noGrp="1"/>
          </p:cNvSpPr>
          <p:nvPr/>
        </p:nvSpPr>
        <p:spPr>
          <a:xfrm xmlns:a="http://schemas.openxmlformats.org/drawingml/2006/main">
            <a:off x="609600" y="1866900"/>
            <a:ext cx="3352800" cy="1409700"/>
          </a:xfrm>
          <a:prstGeom xmlns:a="http://schemas.openxmlformats.org/drawingml/2006/main" prst="roundRect">
            <a:avLst>
              <a:gd name="adj" fmla="val 5405"/>
            </a:avLst>
          </a:prstGeom>
          <a:solidFill xmlns:a="http://schemas.openxmlformats.org/drawingml/2006/main">
            <a:srgbClr val="FFFEFA"/>
          </a:solidFill>
          <a:ln xmlns:a="http://schemas.openxmlformats.org/drawingml/2006/main" w="9525">
            <a:solidFill>
              <a:srgbClr val="E5E1D8"/>
            </a:solidFill>
            <a:prstDash val="solid"/>
          </a:ln>
        </p:spPr>
      </p:sp>
      <p:sp>
        <p:nvSpPr>
          <p:cNvPr id="7" name="">
            <a:extLst xmlns:a="http://schemas.openxmlformats.org/drawingml/2006/main">
              <a:ext uri="{FF2B5EF4-FFF2-40B4-BE49-F238E27FC236}">
                <a16:creationId xmlns:a16="http://schemas.microsoft.com/office/drawing/2014/main" id="{3770AE3D-C01F-4518-9EE5-0B8D58C8948D}"/>
              </a:ext>
            </a:extLst>
          </p:cNvPr>
          <p:cNvSpPr>
            <a:spLocks xmlns:a="http://schemas.openxmlformats.org/drawingml/2006/main" noGrp="1"/>
          </p:cNvSpPr>
          <p:nvPr/>
        </p:nvSpPr>
        <p:spPr>
          <a:xfrm xmlns:a="http://schemas.openxmlformats.org/drawingml/2006/main">
            <a:off x="838200" y="2133600"/>
            <a:ext cx="457200" cy="457200"/>
          </a:xfrm>
          <a:prstGeom xmlns:a="http://schemas.openxmlformats.org/drawingml/2006/main" prst="ellipse">
            <a:avLst/>
          </a:prstGeom>
          <a:solidFill xmlns:a="http://schemas.openxmlformats.org/drawingml/2006/main">
            <a:srgbClr val="E4EEE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65B7DC3-0A25-4167-9C8A-E8090BC7C412}"/>
              </a:ext>
            </a:extLst>
          </p:cNvPr>
          <p:cNvSpPr>
            <a:spLocks xmlns:a="http://schemas.openxmlformats.org/drawingml/2006/main" noGrp="1"/>
          </p:cNvSpPr>
          <p:nvPr/>
        </p:nvSpPr>
        <p:spPr>
          <a:xfrm xmlns:a="http://schemas.openxmlformats.org/drawingml/2006/main">
            <a:off x="885825" y="22669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i="0">
                <a:solidFill>
                  <a:srgbClr val="123524"/>
                </a:solidFill>
              </a:defRPr>
            </a:pPr>
            <a:r>
              <a:rPr sz="1125" b="1" i="0">
                <a:solidFill>
                  <a:srgbClr val="123524"/>
                </a:solidFill>
              </a:rPr>
              <a:t>01</a:t>
            </a:r>
          </a:p>
        </p:txBody>
      </p:sp>
      <p:sp>
        <p:nvSpPr>
          <p:cNvPr id="9" name="">
            <a:extLst xmlns:a="http://schemas.openxmlformats.org/drawingml/2006/main">
              <a:ext uri="{FF2B5EF4-FFF2-40B4-BE49-F238E27FC236}">
                <a16:creationId xmlns:a16="http://schemas.microsoft.com/office/drawing/2014/main" id="{6F9A1AD5-6DA9-4D1F-8C59-9F447415E07A}"/>
              </a:ext>
            </a:extLst>
          </p:cNvPr>
          <p:cNvSpPr>
            <a:spLocks xmlns:a="http://schemas.openxmlformats.org/drawingml/2006/main" noGrp="1"/>
          </p:cNvSpPr>
          <p:nvPr/>
        </p:nvSpPr>
        <p:spPr>
          <a:xfrm xmlns:a="http://schemas.openxmlformats.org/drawingml/2006/main">
            <a:off x="1447800" y="21336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GROUP RECORDS</a:t>
            </a:r>
          </a:p>
        </p:txBody>
      </p:sp>
      <p:sp>
        <p:nvSpPr>
          <p:cNvPr id="10" name="">
            <a:extLst xmlns:a="http://schemas.openxmlformats.org/drawingml/2006/main">
              <a:ext uri="{FF2B5EF4-FFF2-40B4-BE49-F238E27FC236}">
                <a16:creationId xmlns:a16="http://schemas.microsoft.com/office/drawing/2014/main" id="{A7C20C95-637D-4E51-839E-17F8A65C7E22}"/>
              </a:ext>
            </a:extLst>
          </p:cNvPr>
          <p:cNvSpPr>
            <a:spLocks xmlns:a="http://schemas.openxmlformats.org/drawingml/2006/main" noGrp="1"/>
          </p:cNvSpPr>
          <p:nvPr/>
        </p:nvSpPr>
        <p:spPr>
          <a:xfrm xmlns:a="http://schemas.openxmlformats.org/drawingml/2006/main">
            <a:off x="1447800" y="2457450"/>
            <a:ext cx="2247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071B12"/>
                </a:solidFill>
              </a:defRPr>
            </a:pPr>
            <a:r>
              <a:rPr sz="1350" b="1" i="0">
                <a:solidFill>
                  <a:srgbClr val="071B12"/>
                </a:solidFill>
              </a:rPr>
              <a:t>Paginated lists and individual group details</a:t>
            </a:r>
          </a:p>
        </p:txBody>
      </p:sp>
      <p:sp>
        <p:nvSpPr>
          <p:cNvPr id="11" name="backend-role-2">
            <a:extLst xmlns:a="http://schemas.openxmlformats.org/drawingml/2006/main">
              <a:ext uri="{FF2B5EF4-FFF2-40B4-BE49-F238E27FC236}">
                <a16:creationId xmlns:a16="http://schemas.microsoft.com/office/drawing/2014/main" id="{BE5A1C1B-65CE-483C-88B4-4D9EFE48254D}"/>
              </a:ext>
            </a:extLst>
          </p:cNvPr>
          <p:cNvSpPr>
            <a:spLocks xmlns:a="http://schemas.openxmlformats.org/drawingml/2006/main" noGrp="1"/>
          </p:cNvSpPr>
          <p:nvPr/>
        </p:nvSpPr>
        <p:spPr>
          <a:xfrm xmlns:a="http://schemas.openxmlformats.org/drawingml/2006/main">
            <a:off x="4267200" y="1866900"/>
            <a:ext cx="3352800" cy="1409700"/>
          </a:xfrm>
          <a:prstGeom xmlns:a="http://schemas.openxmlformats.org/drawingml/2006/main" prst="roundRect">
            <a:avLst>
              <a:gd name="adj" fmla="val 5405"/>
            </a:avLst>
          </a:prstGeom>
          <a:solidFill xmlns:a="http://schemas.openxmlformats.org/drawingml/2006/main">
            <a:srgbClr val="F3E9D5"/>
          </a:solidFill>
          <a:ln xmlns:a="http://schemas.openxmlformats.org/drawingml/2006/main" w="9525">
            <a:solidFill>
              <a:srgbClr val="E5E1D8"/>
            </a:solidFill>
            <a:prstDash val="solid"/>
          </a:ln>
        </p:spPr>
      </p:sp>
      <p:sp>
        <p:nvSpPr>
          <p:cNvPr id="12" name="">
            <a:extLst xmlns:a="http://schemas.openxmlformats.org/drawingml/2006/main">
              <a:ext uri="{FF2B5EF4-FFF2-40B4-BE49-F238E27FC236}">
                <a16:creationId xmlns:a16="http://schemas.microsoft.com/office/drawing/2014/main" id="{993FC9A5-5E29-4BEE-B72A-CF5919675012}"/>
              </a:ext>
            </a:extLst>
          </p:cNvPr>
          <p:cNvSpPr>
            <a:spLocks xmlns:a="http://schemas.openxmlformats.org/drawingml/2006/main" noGrp="1"/>
          </p:cNvSpPr>
          <p:nvPr/>
        </p:nvSpPr>
        <p:spPr>
          <a:xfrm xmlns:a="http://schemas.openxmlformats.org/drawingml/2006/main">
            <a:off x="4495800" y="2133600"/>
            <a:ext cx="457200" cy="457200"/>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DD74390-09C3-4C44-AD19-CAE32ABB36AD}"/>
              </a:ext>
            </a:extLst>
          </p:cNvPr>
          <p:cNvSpPr>
            <a:spLocks xmlns:a="http://schemas.openxmlformats.org/drawingml/2006/main" noGrp="1"/>
          </p:cNvSpPr>
          <p:nvPr/>
        </p:nvSpPr>
        <p:spPr>
          <a:xfrm xmlns:a="http://schemas.openxmlformats.org/drawingml/2006/main">
            <a:off x="4543425" y="22669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i="0">
                <a:solidFill>
                  <a:srgbClr val="123524"/>
                </a:solidFill>
              </a:defRPr>
            </a:pPr>
            <a:r>
              <a:rPr sz="1125" b="1" i="0">
                <a:solidFill>
                  <a:srgbClr val="123524"/>
                </a:solidFill>
              </a:rPr>
              <a:t>02</a:t>
            </a:r>
          </a:p>
        </p:txBody>
      </p:sp>
      <p:sp>
        <p:nvSpPr>
          <p:cNvPr id="14" name="">
            <a:extLst xmlns:a="http://schemas.openxmlformats.org/drawingml/2006/main">
              <a:ext uri="{FF2B5EF4-FFF2-40B4-BE49-F238E27FC236}">
                <a16:creationId xmlns:a16="http://schemas.microsoft.com/office/drawing/2014/main" id="{FAB722B8-8838-4A77-9A39-EC89A4C7021C}"/>
              </a:ext>
            </a:extLst>
          </p:cNvPr>
          <p:cNvSpPr>
            <a:spLocks xmlns:a="http://schemas.openxmlformats.org/drawingml/2006/main" noGrp="1"/>
          </p:cNvSpPr>
          <p:nvPr/>
        </p:nvSpPr>
        <p:spPr>
          <a:xfrm xmlns:a="http://schemas.openxmlformats.org/drawingml/2006/main">
            <a:off x="5105400" y="21336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DISCOVERY</a:t>
            </a:r>
          </a:p>
        </p:txBody>
      </p:sp>
      <p:sp>
        <p:nvSpPr>
          <p:cNvPr id="15" name="">
            <a:extLst xmlns:a="http://schemas.openxmlformats.org/drawingml/2006/main">
              <a:ext uri="{FF2B5EF4-FFF2-40B4-BE49-F238E27FC236}">
                <a16:creationId xmlns:a16="http://schemas.microsoft.com/office/drawing/2014/main" id="{B99DE08D-C5CF-42B7-AE80-A0FA3EE3D606}"/>
              </a:ext>
            </a:extLst>
          </p:cNvPr>
          <p:cNvSpPr>
            <a:spLocks xmlns:a="http://schemas.openxmlformats.org/drawingml/2006/main" noGrp="1"/>
          </p:cNvSpPr>
          <p:nvPr/>
        </p:nvSpPr>
        <p:spPr>
          <a:xfrm xmlns:a="http://schemas.openxmlformats.org/drawingml/2006/main">
            <a:off x="5105400" y="2457450"/>
            <a:ext cx="2247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071B12"/>
                </a:solidFill>
              </a:defRPr>
            </a:pPr>
            <a:r>
              <a:rPr sz="1350" b="1" i="0">
                <a:solidFill>
                  <a:srgbClr val="071B12"/>
                </a:solidFill>
              </a:rPr>
              <a:t>Search, continent, region, and TPI query filters</a:t>
            </a:r>
          </a:p>
        </p:txBody>
      </p:sp>
      <p:sp>
        <p:nvSpPr>
          <p:cNvPr id="16" name="backend-role-3">
            <a:extLst xmlns:a="http://schemas.openxmlformats.org/drawingml/2006/main">
              <a:ext uri="{FF2B5EF4-FFF2-40B4-BE49-F238E27FC236}">
                <a16:creationId xmlns:a16="http://schemas.microsoft.com/office/drawing/2014/main" id="{8043A151-5C3B-4005-A5CB-A1A928E525B0}"/>
              </a:ext>
            </a:extLst>
          </p:cNvPr>
          <p:cNvSpPr>
            <a:spLocks xmlns:a="http://schemas.openxmlformats.org/drawingml/2006/main" noGrp="1"/>
          </p:cNvSpPr>
          <p:nvPr/>
        </p:nvSpPr>
        <p:spPr>
          <a:xfrm xmlns:a="http://schemas.openxmlformats.org/drawingml/2006/main">
            <a:off x="7924800" y="1866900"/>
            <a:ext cx="3352800" cy="1409700"/>
          </a:xfrm>
          <a:prstGeom xmlns:a="http://schemas.openxmlformats.org/drawingml/2006/main" prst="roundRect">
            <a:avLst>
              <a:gd name="adj" fmla="val 5405"/>
            </a:avLst>
          </a:prstGeom>
          <a:solidFill xmlns:a="http://schemas.openxmlformats.org/drawingml/2006/main">
            <a:srgbClr val="FFFEFA"/>
          </a:solidFill>
          <a:ln xmlns:a="http://schemas.openxmlformats.org/drawingml/2006/main" w="9525">
            <a:solidFill>
              <a:srgbClr val="E5E1D8"/>
            </a:solidFill>
            <a:prstDash val="solid"/>
          </a:ln>
        </p:spPr>
      </p:sp>
      <p:sp>
        <p:nvSpPr>
          <p:cNvPr id="17" name="">
            <a:extLst xmlns:a="http://schemas.openxmlformats.org/drawingml/2006/main">
              <a:ext uri="{FF2B5EF4-FFF2-40B4-BE49-F238E27FC236}">
                <a16:creationId xmlns:a16="http://schemas.microsoft.com/office/drawing/2014/main" id="{E05F4531-9E3C-427B-9644-555D08C8FAB7}"/>
              </a:ext>
            </a:extLst>
          </p:cNvPr>
          <p:cNvSpPr>
            <a:spLocks xmlns:a="http://schemas.openxmlformats.org/drawingml/2006/main" noGrp="1"/>
          </p:cNvSpPr>
          <p:nvPr/>
        </p:nvSpPr>
        <p:spPr>
          <a:xfrm xmlns:a="http://schemas.openxmlformats.org/drawingml/2006/main">
            <a:off x="8153400" y="2133600"/>
            <a:ext cx="457200" cy="457200"/>
          </a:xfrm>
          <a:prstGeom xmlns:a="http://schemas.openxmlformats.org/drawingml/2006/main" prst="ellipse">
            <a:avLst/>
          </a:prstGeom>
          <a:solidFill xmlns:a="http://schemas.openxmlformats.org/drawingml/2006/main">
            <a:srgbClr val="E4EEE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7CAB33B-2EA3-42BF-84CF-E2B9E5B6E66A}"/>
              </a:ext>
            </a:extLst>
          </p:cNvPr>
          <p:cNvSpPr>
            <a:spLocks xmlns:a="http://schemas.openxmlformats.org/drawingml/2006/main" noGrp="1"/>
          </p:cNvSpPr>
          <p:nvPr/>
        </p:nvSpPr>
        <p:spPr>
          <a:xfrm xmlns:a="http://schemas.openxmlformats.org/drawingml/2006/main">
            <a:off x="8201025" y="22669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i="0">
                <a:solidFill>
                  <a:srgbClr val="123524"/>
                </a:solidFill>
              </a:defRPr>
            </a:pPr>
            <a:r>
              <a:rPr sz="1125" b="1" i="0">
                <a:solidFill>
                  <a:srgbClr val="123524"/>
                </a:solidFill>
              </a:rPr>
              <a:t>03</a:t>
            </a:r>
          </a:p>
        </p:txBody>
      </p:sp>
      <p:sp>
        <p:nvSpPr>
          <p:cNvPr id="19" name="">
            <a:extLst xmlns:a="http://schemas.openxmlformats.org/drawingml/2006/main">
              <a:ext uri="{FF2B5EF4-FFF2-40B4-BE49-F238E27FC236}">
                <a16:creationId xmlns:a16="http://schemas.microsoft.com/office/drawing/2014/main" id="{4E9AC42E-4E7D-4451-AE76-5A1BBEFC90E6}"/>
              </a:ext>
            </a:extLst>
          </p:cNvPr>
          <p:cNvSpPr>
            <a:spLocks xmlns:a="http://schemas.openxmlformats.org/drawingml/2006/main" noGrp="1"/>
          </p:cNvSpPr>
          <p:nvPr/>
        </p:nvSpPr>
        <p:spPr>
          <a:xfrm xmlns:a="http://schemas.openxmlformats.org/drawingml/2006/main">
            <a:off x="8763000" y="21336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SUMMARIES</a:t>
            </a:r>
          </a:p>
        </p:txBody>
      </p:sp>
      <p:sp>
        <p:nvSpPr>
          <p:cNvPr id="20" name="">
            <a:extLst xmlns:a="http://schemas.openxmlformats.org/drawingml/2006/main">
              <a:ext uri="{FF2B5EF4-FFF2-40B4-BE49-F238E27FC236}">
                <a16:creationId xmlns:a16="http://schemas.microsoft.com/office/drawing/2014/main" id="{DE0BD637-B43E-447E-8A2F-F0F9096C8D42}"/>
              </a:ext>
            </a:extLst>
          </p:cNvPr>
          <p:cNvSpPr>
            <a:spLocks xmlns:a="http://schemas.openxmlformats.org/drawingml/2006/main" noGrp="1"/>
          </p:cNvSpPr>
          <p:nvPr/>
        </p:nvSpPr>
        <p:spPr>
          <a:xfrm xmlns:a="http://schemas.openxmlformats.org/drawingml/2006/main">
            <a:off x="8763000" y="2457450"/>
            <a:ext cx="2247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071B12"/>
                </a:solidFill>
              </a:defRPr>
            </a:pPr>
            <a:r>
              <a:rPr sz="1350" b="1" i="0">
                <a:solidFill>
                  <a:srgbClr val="071B12"/>
                </a:solidFill>
              </a:rPr>
              <a:t>Countries, continents, regions, and leadership views</a:t>
            </a:r>
          </a:p>
        </p:txBody>
      </p:sp>
      <p:sp>
        <p:nvSpPr>
          <p:cNvPr id="21" name="backend-role-4">
            <a:extLst xmlns:a="http://schemas.openxmlformats.org/drawingml/2006/main">
              <a:ext uri="{FF2B5EF4-FFF2-40B4-BE49-F238E27FC236}">
                <a16:creationId xmlns:a16="http://schemas.microsoft.com/office/drawing/2014/main" id="{9C8C90EC-D360-4ACB-82EC-8444AA961488}"/>
              </a:ext>
            </a:extLst>
          </p:cNvPr>
          <p:cNvSpPr>
            <a:spLocks xmlns:a="http://schemas.openxmlformats.org/drawingml/2006/main" noGrp="1"/>
          </p:cNvSpPr>
          <p:nvPr/>
        </p:nvSpPr>
        <p:spPr>
          <a:xfrm xmlns:a="http://schemas.openxmlformats.org/drawingml/2006/main">
            <a:off x="609600" y="3543300"/>
            <a:ext cx="3352800" cy="1409700"/>
          </a:xfrm>
          <a:prstGeom xmlns:a="http://schemas.openxmlformats.org/drawingml/2006/main" prst="roundRect">
            <a:avLst>
              <a:gd name="adj" fmla="val 5405"/>
            </a:avLst>
          </a:prstGeom>
          <a:solidFill xmlns:a="http://schemas.openxmlformats.org/drawingml/2006/main">
            <a:srgbClr val="FFFEFA"/>
          </a:solidFill>
          <a:ln xmlns:a="http://schemas.openxmlformats.org/drawingml/2006/main" w="9525">
            <a:solidFill>
              <a:srgbClr val="E5E1D8"/>
            </a:solidFill>
            <a:prstDash val="solid"/>
          </a:ln>
        </p:spPr>
      </p:sp>
      <p:sp>
        <p:nvSpPr>
          <p:cNvPr id="22" name="">
            <a:extLst xmlns:a="http://schemas.openxmlformats.org/drawingml/2006/main">
              <a:ext uri="{FF2B5EF4-FFF2-40B4-BE49-F238E27FC236}">
                <a16:creationId xmlns:a16="http://schemas.microsoft.com/office/drawing/2014/main" id="{AF47B4BC-C59A-4085-9139-B8472488A6AB}"/>
              </a:ext>
            </a:extLst>
          </p:cNvPr>
          <p:cNvSpPr>
            <a:spLocks xmlns:a="http://schemas.openxmlformats.org/drawingml/2006/main" noGrp="1"/>
          </p:cNvSpPr>
          <p:nvPr/>
        </p:nvSpPr>
        <p:spPr>
          <a:xfrm xmlns:a="http://schemas.openxmlformats.org/drawingml/2006/main">
            <a:off x="838200" y="3810000"/>
            <a:ext cx="457200" cy="457200"/>
          </a:xfrm>
          <a:prstGeom xmlns:a="http://schemas.openxmlformats.org/drawingml/2006/main" prst="ellipse">
            <a:avLst/>
          </a:prstGeom>
          <a:solidFill xmlns:a="http://schemas.openxmlformats.org/drawingml/2006/main">
            <a:srgbClr val="E4EEE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804D551-981B-4519-9F51-11B28F390BB2}"/>
              </a:ext>
            </a:extLst>
          </p:cNvPr>
          <p:cNvSpPr>
            <a:spLocks xmlns:a="http://schemas.openxmlformats.org/drawingml/2006/main" noGrp="1"/>
          </p:cNvSpPr>
          <p:nvPr/>
        </p:nvSpPr>
        <p:spPr>
          <a:xfrm xmlns:a="http://schemas.openxmlformats.org/drawingml/2006/main">
            <a:off x="885825" y="39433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i="0">
                <a:solidFill>
                  <a:srgbClr val="123524"/>
                </a:solidFill>
              </a:defRPr>
            </a:pPr>
            <a:r>
              <a:rPr sz="1125" b="1" i="0">
                <a:solidFill>
                  <a:srgbClr val="123524"/>
                </a:solidFill>
              </a:rPr>
              <a:t>04</a:t>
            </a:r>
          </a:p>
        </p:txBody>
      </p:sp>
      <p:sp>
        <p:nvSpPr>
          <p:cNvPr id="24" name="">
            <a:extLst xmlns:a="http://schemas.openxmlformats.org/drawingml/2006/main">
              <a:ext uri="{FF2B5EF4-FFF2-40B4-BE49-F238E27FC236}">
                <a16:creationId xmlns:a16="http://schemas.microsoft.com/office/drawing/2014/main" id="{926F7EDE-FB12-420C-AC43-82E2E876854A}"/>
              </a:ext>
            </a:extLst>
          </p:cNvPr>
          <p:cNvSpPr>
            <a:spLocks xmlns:a="http://schemas.openxmlformats.org/drawingml/2006/main" noGrp="1"/>
          </p:cNvSpPr>
          <p:nvPr/>
        </p:nvSpPr>
        <p:spPr>
          <a:xfrm xmlns:a="http://schemas.openxmlformats.org/drawingml/2006/main">
            <a:off x="1447800" y="38100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ANALYSIS</a:t>
            </a:r>
          </a:p>
        </p:txBody>
      </p:sp>
      <p:sp>
        <p:nvSpPr>
          <p:cNvPr id="25" name="">
            <a:extLst xmlns:a="http://schemas.openxmlformats.org/drawingml/2006/main">
              <a:ext uri="{FF2B5EF4-FFF2-40B4-BE49-F238E27FC236}">
                <a16:creationId xmlns:a16="http://schemas.microsoft.com/office/drawing/2014/main" id="{01ACE7B8-94BF-44D9-8EE6-B51FFAEC57BE}"/>
              </a:ext>
            </a:extLst>
          </p:cNvPr>
          <p:cNvSpPr>
            <a:spLocks xmlns:a="http://schemas.openxmlformats.org/drawingml/2006/main" noGrp="1"/>
          </p:cNvSpPr>
          <p:nvPr/>
        </p:nvSpPr>
        <p:spPr>
          <a:xfrm xmlns:a="http://schemas.openxmlformats.org/drawingml/2006/main">
            <a:off x="1447800" y="4133850"/>
            <a:ext cx="2247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071B12"/>
                </a:solidFill>
              </a:defRPr>
            </a:pPr>
            <a:r>
              <a:rPr sz="1350" b="1" i="0">
                <a:solidFill>
                  <a:srgbClr val="071B12"/>
                </a:solidFill>
              </a:rPr>
              <a:t>Totals, largest groups, and top-country aggregates</a:t>
            </a:r>
          </a:p>
        </p:txBody>
      </p:sp>
      <p:sp>
        <p:nvSpPr>
          <p:cNvPr id="26" name="backend-role-5">
            <a:extLst xmlns:a="http://schemas.openxmlformats.org/drawingml/2006/main">
              <a:ext uri="{FF2B5EF4-FFF2-40B4-BE49-F238E27FC236}">
                <a16:creationId xmlns:a16="http://schemas.microsoft.com/office/drawing/2014/main" id="{9DB8B77B-EAA1-4C2B-AE58-42DB56674FE2}"/>
              </a:ext>
            </a:extLst>
          </p:cNvPr>
          <p:cNvSpPr>
            <a:spLocks xmlns:a="http://schemas.openxmlformats.org/drawingml/2006/main" noGrp="1"/>
          </p:cNvSpPr>
          <p:nvPr/>
        </p:nvSpPr>
        <p:spPr>
          <a:xfrm xmlns:a="http://schemas.openxmlformats.org/drawingml/2006/main">
            <a:off x="4267200" y="3543300"/>
            <a:ext cx="3352800" cy="1409700"/>
          </a:xfrm>
          <a:prstGeom xmlns:a="http://schemas.openxmlformats.org/drawingml/2006/main" prst="roundRect">
            <a:avLst>
              <a:gd name="adj" fmla="val 5405"/>
            </a:avLst>
          </a:prstGeom>
          <a:solidFill xmlns:a="http://schemas.openxmlformats.org/drawingml/2006/main">
            <a:srgbClr val="F3E9D5"/>
          </a:solidFill>
          <a:ln xmlns:a="http://schemas.openxmlformats.org/drawingml/2006/main" w="9525">
            <a:solidFill>
              <a:srgbClr val="E5E1D8"/>
            </a:solidFill>
            <a:prstDash val="solid"/>
          </a:ln>
        </p:spPr>
      </p:sp>
      <p:sp>
        <p:nvSpPr>
          <p:cNvPr id="27" name="">
            <a:extLst xmlns:a="http://schemas.openxmlformats.org/drawingml/2006/main">
              <a:ext uri="{FF2B5EF4-FFF2-40B4-BE49-F238E27FC236}">
                <a16:creationId xmlns:a16="http://schemas.microsoft.com/office/drawing/2014/main" id="{D0DC7598-02E1-4D54-9858-8359A9C7811A}"/>
              </a:ext>
            </a:extLst>
          </p:cNvPr>
          <p:cNvSpPr>
            <a:spLocks xmlns:a="http://schemas.openxmlformats.org/drawingml/2006/main" noGrp="1"/>
          </p:cNvSpPr>
          <p:nvPr/>
        </p:nvSpPr>
        <p:spPr>
          <a:xfrm xmlns:a="http://schemas.openxmlformats.org/drawingml/2006/main">
            <a:off x="4495800" y="3810000"/>
            <a:ext cx="457200" cy="457200"/>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8134B8C-0C50-47B8-A801-4DCF888ED815}"/>
              </a:ext>
            </a:extLst>
          </p:cNvPr>
          <p:cNvSpPr>
            <a:spLocks xmlns:a="http://schemas.openxmlformats.org/drawingml/2006/main" noGrp="1"/>
          </p:cNvSpPr>
          <p:nvPr/>
        </p:nvSpPr>
        <p:spPr>
          <a:xfrm xmlns:a="http://schemas.openxmlformats.org/drawingml/2006/main">
            <a:off x="4543425" y="39433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i="0">
                <a:solidFill>
                  <a:srgbClr val="123524"/>
                </a:solidFill>
              </a:defRPr>
            </a:pPr>
            <a:r>
              <a:rPr sz="1125" b="1" i="0">
                <a:solidFill>
                  <a:srgbClr val="123524"/>
                </a:solidFill>
              </a:rPr>
              <a:t>05</a:t>
            </a:r>
          </a:p>
        </p:txBody>
      </p:sp>
      <p:sp>
        <p:nvSpPr>
          <p:cNvPr id="29" name="">
            <a:extLst xmlns:a="http://schemas.openxmlformats.org/drawingml/2006/main">
              <a:ext uri="{FF2B5EF4-FFF2-40B4-BE49-F238E27FC236}">
                <a16:creationId xmlns:a16="http://schemas.microsoft.com/office/drawing/2014/main" id="{7685FAC9-7FA7-4EEB-9A8C-4C9F95331E96}"/>
              </a:ext>
            </a:extLst>
          </p:cNvPr>
          <p:cNvSpPr>
            <a:spLocks xmlns:a="http://schemas.openxmlformats.org/drawingml/2006/main" noGrp="1"/>
          </p:cNvSpPr>
          <p:nvPr/>
        </p:nvSpPr>
        <p:spPr>
          <a:xfrm xmlns:a="http://schemas.openxmlformats.org/drawingml/2006/main">
            <a:off x="5105400" y="38100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RELIABILITY</a:t>
            </a:r>
          </a:p>
        </p:txBody>
      </p:sp>
      <p:sp>
        <p:nvSpPr>
          <p:cNvPr id="30" name="">
            <a:extLst xmlns:a="http://schemas.openxmlformats.org/drawingml/2006/main">
              <a:ext uri="{FF2B5EF4-FFF2-40B4-BE49-F238E27FC236}">
                <a16:creationId xmlns:a16="http://schemas.microsoft.com/office/drawing/2014/main" id="{255125BE-998B-456A-B4A5-744FB0A758D8}"/>
              </a:ext>
            </a:extLst>
          </p:cNvPr>
          <p:cNvSpPr>
            <a:spLocks xmlns:a="http://schemas.openxmlformats.org/drawingml/2006/main" noGrp="1"/>
          </p:cNvSpPr>
          <p:nvPr/>
        </p:nvSpPr>
        <p:spPr>
          <a:xfrm xmlns:a="http://schemas.openxmlformats.org/drawingml/2006/main">
            <a:off x="5105400" y="4133850"/>
            <a:ext cx="2247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071B12"/>
                </a:solidFill>
              </a:defRPr>
            </a:pPr>
            <a:r>
              <a:rPr sz="1350" b="1" i="0">
                <a:solidFill>
                  <a:srgbClr val="071B12"/>
                </a:solidFill>
              </a:rPr>
              <a:t>Validation, health checks, and JSON error messages</a:t>
            </a:r>
          </a:p>
        </p:txBody>
      </p:sp>
      <p:sp>
        <p:nvSpPr>
          <p:cNvPr id="31" name="backend-role-6">
            <a:extLst xmlns:a="http://schemas.openxmlformats.org/drawingml/2006/main">
              <a:ext uri="{FF2B5EF4-FFF2-40B4-BE49-F238E27FC236}">
                <a16:creationId xmlns:a16="http://schemas.microsoft.com/office/drawing/2014/main" id="{EEC8093A-65B7-4CBC-B3E6-F6745B62905B}"/>
              </a:ext>
            </a:extLst>
          </p:cNvPr>
          <p:cNvSpPr>
            <a:spLocks xmlns:a="http://schemas.openxmlformats.org/drawingml/2006/main" noGrp="1"/>
          </p:cNvSpPr>
          <p:nvPr/>
        </p:nvSpPr>
        <p:spPr>
          <a:xfrm xmlns:a="http://schemas.openxmlformats.org/drawingml/2006/main">
            <a:off x="7924800" y="3543300"/>
            <a:ext cx="3352800" cy="1409700"/>
          </a:xfrm>
          <a:prstGeom xmlns:a="http://schemas.openxmlformats.org/drawingml/2006/main" prst="roundRect">
            <a:avLst>
              <a:gd name="adj" fmla="val 5405"/>
            </a:avLst>
          </a:prstGeom>
          <a:solidFill xmlns:a="http://schemas.openxmlformats.org/drawingml/2006/main">
            <a:srgbClr val="FFFEFA"/>
          </a:solidFill>
          <a:ln xmlns:a="http://schemas.openxmlformats.org/drawingml/2006/main" w="9525">
            <a:solidFill>
              <a:srgbClr val="E5E1D8"/>
            </a:solidFill>
            <a:prstDash val="solid"/>
          </a:ln>
        </p:spPr>
      </p:sp>
      <p:sp>
        <p:nvSpPr>
          <p:cNvPr id="32" name="">
            <a:extLst xmlns:a="http://schemas.openxmlformats.org/drawingml/2006/main">
              <a:ext uri="{FF2B5EF4-FFF2-40B4-BE49-F238E27FC236}">
                <a16:creationId xmlns:a16="http://schemas.microsoft.com/office/drawing/2014/main" id="{D0B44858-3E03-4AB1-B177-A22F53908FEB}"/>
              </a:ext>
            </a:extLst>
          </p:cNvPr>
          <p:cNvSpPr>
            <a:spLocks xmlns:a="http://schemas.openxmlformats.org/drawingml/2006/main" noGrp="1"/>
          </p:cNvSpPr>
          <p:nvPr/>
        </p:nvSpPr>
        <p:spPr>
          <a:xfrm xmlns:a="http://schemas.openxmlformats.org/drawingml/2006/main">
            <a:off x="8153400" y="3810000"/>
            <a:ext cx="457200" cy="457200"/>
          </a:xfrm>
          <a:prstGeom xmlns:a="http://schemas.openxmlformats.org/drawingml/2006/main" prst="ellipse">
            <a:avLst/>
          </a:prstGeom>
          <a:solidFill xmlns:a="http://schemas.openxmlformats.org/drawingml/2006/main">
            <a:srgbClr val="E4EEE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0BA9F816-BF4C-4281-9A61-B4585AAE501B}"/>
              </a:ext>
            </a:extLst>
          </p:cNvPr>
          <p:cNvSpPr>
            <a:spLocks xmlns:a="http://schemas.openxmlformats.org/drawingml/2006/main" noGrp="1"/>
          </p:cNvSpPr>
          <p:nvPr/>
        </p:nvSpPr>
        <p:spPr>
          <a:xfrm xmlns:a="http://schemas.openxmlformats.org/drawingml/2006/main">
            <a:off x="8201025" y="39433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i="0">
                <a:solidFill>
                  <a:srgbClr val="123524"/>
                </a:solidFill>
              </a:defRPr>
            </a:pPr>
            <a:r>
              <a:rPr sz="1125" b="1" i="0">
                <a:solidFill>
                  <a:srgbClr val="123524"/>
                </a:solidFill>
              </a:rPr>
              <a:t>06</a:t>
            </a:r>
          </a:p>
        </p:txBody>
      </p:sp>
      <p:sp>
        <p:nvSpPr>
          <p:cNvPr id="34" name="">
            <a:extLst xmlns:a="http://schemas.openxmlformats.org/drawingml/2006/main">
              <a:ext uri="{FF2B5EF4-FFF2-40B4-BE49-F238E27FC236}">
                <a16:creationId xmlns:a16="http://schemas.microsoft.com/office/drawing/2014/main" id="{93CB7307-4B9F-408D-8A4F-F7D667498D80}"/>
              </a:ext>
            </a:extLst>
          </p:cNvPr>
          <p:cNvSpPr>
            <a:spLocks xmlns:a="http://schemas.openxmlformats.org/drawingml/2006/main" noGrp="1"/>
          </p:cNvSpPr>
          <p:nvPr/>
        </p:nvSpPr>
        <p:spPr>
          <a:xfrm xmlns:a="http://schemas.openxmlformats.org/drawingml/2006/main">
            <a:off x="8763000" y="38100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COMPATIBILITY</a:t>
            </a:r>
          </a:p>
        </p:txBody>
      </p:sp>
      <p:sp>
        <p:nvSpPr>
          <p:cNvPr id="35" name="">
            <a:extLst xmlns:a="http://schemas.openxmlformats.org/drawingml/2006/main">
              <a:ext uri="{FF2B5EF4-FFF2-40B4-BE49-F238E27FC236}">
                <a16:creationId xmlns:a16="http://schemas.microsoft.com/office/drawing/2014/main" id="{C33A5F2D-52A6-44E4-B8D2-BCFCDF7930F7}"/>
              </a:ext>
            </a:extLst>
          </p:cNvPr>
          <p:cNvSpPr>
            <a:spLocks xmlns:a="http://schemas.openxmlformats.org/drawingml/2006/main" noGrp="1"/>
          </p:cNvSpPr>
          <p:nvPr/>
        </p:nvSpPr>
        <p:spPr>
          <a:xfrm xmlns:a="http://schemas.openxmlformats.org/drawingml/2006/main">
            <a:off x="8763000" y="4133850"/>
            <a:ext cx="2247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071B12"/>
                </a:solidFill>
              </a:defRPr>
            </a:pPr>
            <a:r>
              <a:rPr sz="1350" b="1" i="0">
                <a:solidFill>
                  <a:srgbClr val="071B12"/>
                </a:solidFill>
              </a:rPr>
              <a:t>One stable API contract for the existing frontend</a:t>
            </a:r>
          </a:p>
        </p:txBody>
      </p:sp>
      <p:sp>
        <p:nvSpPr>
          <p:cNvPr id="36" name="">
            <a:extLst xmlns:a="http://schemas.openxmlformats.org/drawingml/2006/main">
              <a:ext uri="{FF2B5EF4-FFF2-40B4-BE49-F238E27FC236}">
                <a16:creationId xmlns:a16="http://schemas.microsoft.com/office/drawing/2014/main" id="{74578FF5-99E5-4D37-94CE-39F7BC4EEA5C}"/>
              </a:ext>
            </a:extLst>
          </p:cNvPr>
          <p:cNvSpPr>
            <a:spLocks xmlns:a="http://schemas.openxmlformats.org/drawingml/2006/main" noGrp="1"/>
          </p:cNvSpPr>
          <p:nvPr/>
        </p:nvSpPr>
        <p:spPr>
          <a:xfrm xmlns:a="http://schemas.openxmlformats.org/drawingml/2006/main">
            <a:off x="1981200" y="5505450"/>
            <a:ext cx="822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i="0">
                <a:solidFill>
                  <a:srgbClr val="123524"/>
                </a:solidFill>
              </a:defRPr>
            </a:pPr>
            <a:r>
              <a:rPr sz="1725" b="1" i="0">
                <a:solidFill>
                  <a:srgbClr val="123524"/>
                </a:solidFill>
              </a:rPr>
              <a:t>Browser interface  →  Flask logic  →  MySQL research data</a:t>
            </a:r>
          </a:p>
        </p:txBody>
      </p:sp>
      <p:sp>
        <p:nvSpPr>
          <p:cNvPr id="37" name="">
            <a:extLst xmlns:a="http://schemas.openxmlformats.org/drawingml/2006/main">
              <a:ext uri="{FF2B5EF4-FFF2-40B4-BE49-F238E27FC236}">
                <a16:creationId xmlns:a16="http://schemas.microsoft.com/office/drawing/2014/main" id="{44532ED0-2478-4DB0-A6B5-AC73B162BFB3}"/>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1024348645"/>
      </p:ext>
    </p:extLst>
  </p:cSld>
</p:sld>
</file>

<file path=ppt/slides/slide2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42" name="top-accent">
            <a:extLst xmlns:a="http://schemas.openxmlformats.org/drawingml/2006/main">
              <a:ext uri="{FF2B5EF4-FFF2-40B4-BE49-F238E27FC236}">
                <a16:creationId xmlns:a16="http://schemas.microsoft.com/office/drawing/2014/main" id="{BC1A696D-3E09-4343-B796-C2D7A5B9796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EB3AB5E4-0CDE-413C-8D76-B0D1961D2A16}"/>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4 · BACKEND</a:t>
            </a:r>
          </a:p>
        </p:txBody>
      </p:sp>
      <p:sp>
        <p:nvSpPr>
          <p:cNvPr id="3" name="slide-number">
            <a:extLst xmlns:a="http://schemas.openxmlformats.org/drawingml/2006/main">
              <a:ext uri="{FF2B5EF4-FFF2-40B4-BE49-F238E27FC236}">
                <a16:creationId xmlns:a16="http://schemas.microsoft.com/office/drawing/2014/main" id="{E2795D96-10F2-48FB-8C62-A5FD18E98D55}"/>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23</a:t>
            </a:r>
          </a:p>
        </p:txBody>
      </p:sp>
      <p:sp>
        <p:nvSpPr>
          <p:cNvPr id="4" name="slide-title">
            <a:extLst xmlns:a="http://schemas.openxmlformats.org/drawingml/2006/main">
              <a:ext uri="{FF2B5EF4-FFF2-40B4-BE49-F238E27FC236}">
                <a16:creationId xmlns:a16="http://schemas.microsoft.com/office/drawing/2014/main" id="{D19EC1E8-8B0F-4B0F-B399-29D6196BEF92}"/>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The project uses a compact, verified backend stack</a:t>
            </a:r>
          </a:p>
        </p:txBody>
      </p:sp>
      <p:sp>
        <p:nvSpPr>
          <p:cNvPr id="5" name="slide-subtitle">
            <a:extLst xmlns:a="http://schemas.openxmlformats.org/drawingml/2006/main">
              <a:ext uri="{FF2B5EF4-FFF2-40B4-BE49-F238E27FC236}">
                <a16:creationId xmlns:a16="http://schemas.microsoft.com/office/drawing/2014/main" id="{050355B6-C7F7-4B17-9EF5-B59B5D1F9542}"/>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Every technology shown here appears in backend-flask/requirements.txt or the application source.</a:t>
            </a:r>
          </a:p>
        </p:txBody>
      </p:sp>
      <p:sp>
        <p:nvSpPr>
          <p:cNvPr id="6" name="stack-1">
            <a:extLst xmlns:a="http://schemas.openxmlformats.org/drawingml/2006/main">
              <a:ext uri="{FF2B5EF4-FFF2-40B4-BE49-F238E27FC236}">
                <a16:creationId xmlns:a16="http://schemas.microsoft.com/office/drawing/2014/main" id="{C15E911E-7C14-471C-8047-66562AF348E6}"/>
              </a:ext>
            </a:extLst>
          </p:cNvPr>
          <p:cNvSpPr>
            <a:spLocks xmlns:a="http://schemas.openxmlformats.org/drawingml/2006/main" noGrp="1"/>
          </p:cNvSpPr>
          <p:nvPr/>
        </p:nvSpPr>
        <p:spPr>
          <a:xfrm xmlns:a="http://schemas.openxmlformats.org/drawingml/2006/main">
            <a:off x="609600" y="1905000"/>
            <a:ext cx="2514600" cy="1581150"/>
          </a:xfrm>
          <a:prstGeom xmlns:a="http://schemas.openxmlformats.org/drawingml/2006/main" prst="roundRect">
            <a:avLst>
              <a:gd name="adj" fmla="val 4819"/>
            </a:avLst>
          </a:prstGeom>
          <a:solidFill xmlns:a="http://schemas.openxmlformats.org/drawingml/2006/main">
            <a:srgbClr val="FFFEFA"/>
          </a:solidFill>
          <a:ln xmlns:a="http://schemas.openxmlformats.org/drawingml/2006/main" w="9525">
            <a:solidFill>
              <a:srgbClr val="E5E1D8"/>
            </a:solidFill>
            <a:prstDash val="solid"/>
          </a:ln>
        </p:spPr>
      </p:sp>
      <p:sp>
        <p:nvSpPr>
          <p:cNvPr id="7" name="">
            <a:extLst xmlns:a="http://schemas.openxmlformats.org/drawingml/2006/main">
              <a:ext uri="{FF2B5EF4-FFF2-40B4-BE49-F238E27FC236}">
                <a16:creationId xmlns:a16="http://schemas.microsoft.com/office/drawing/2014/main" id="{032A4581-C493-4290-A1D3-3A21C7EE2451}"/>
              </a:ext>
            </a:extLst>
          </p:cNvPr>
          <p:cNvSpPr>
            <a:spLocks xmlns:a="http://schemas.openxmlformats.org/drawingml/2006/main" noGrp="1"/>
          </p:cNvSpPr>
          <p:nvPr/>
        </p:nvSpPr>
        <p:spPr>
          <a:xfrm xmlns:a="http://schemas.openxmlformats.org/drawingml/2006/main">
            <a:off x="800100" y="2171700"/>
            <a:ext cx="590550" cy="590550"/>
          </a:xfrm>
          <a:prstGeom xmlns:a="http://schemas.openxmlformats.org/drawingml/2006/main" prst="ellipse">
            <a:avLst/>
          </a:prstGeom>
          <a:solidFill xmlns:a="http://schemas.openxmlformats.org/drawingml/2006/main">
            <a:srgbClr val="E4EEE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326F423-57DC-4422-BE6F-1379BDC41FA1}"/>
              </a:ext>
            </a:extLst>
          </p:cNvPr>
          <p:cNvSpPr>
            <a:spLocks xmlns:a="http://schemas.openxmlformats.org/drawingml/2006/main" noGrp="1"/>
          </p:cNvSpPr>
          <p:nvPr/>
        </p:nvSpPr>
        <p:spPr>
          <a:xfrm xmlns:a="http://schemas.openxmlformats.org/drawingml/2006/main">
            <a:off x="847725" y="2352675"/>
            <a:ext cx="495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123524"/>
                </a:solidFill>
              </a:defRPr>
            </a:pPr>
            <a:r>
              <a:rPr sz="1350" b="1" i="0">
                <a:solidFill>
                  <a:srgbClr val="123524"/>
                </a:solidFill>
              </a:rPr>
              <a:t>PY</a:t>
            </a:r>
          </a:p>
        </p:txBody>
      </p:sp>
      <p:sp>
        <p:nvSpPr>
          <p:cNvPr id="9" name="">
            <a:extLst xmlns:a="http://schemas.openxmlformats.org/drawingml/2006/main">
              <a:ext uri="{FF2B5EF4-FFF2-40B4-BE49-F238E27FC236}">
                <a16:creationId xmlns:a16="http://schemas.microsoft.com/office/drawing/2014/main" id="{3FF9C3A5-6CFC-4809-A9C5-E10CED8987B3}"/>
              </a:ext>
            </a:extLst>
          </p:cNvPr>
          <p:cNvSpPr>
            <a:spLocks xmlns:a="http://schemas.openxmlformats.org/drawingml/2006/main" noGrp="1"/>
          </p:cNvSpPr>
          <p:nvPr/>
        </p:nvSpPr>
        <p:spPr>
          <a:xfrm xmlns:a="http://schemas.openxmlformats.org/drawingml/2006/main">
            <a:off x="1543050" y="2171700"/>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i="0">
                <a:solidFill>
                  <a:srgbClr val="071B12"/>
                </a:solidFill>
              </a:defRPr>
            </a:pPr>
            <a:r>
              <a:rPr sz="1500" b="1" i="0">
                <a:solidFill>
                  <a:srgbClr val="071B12"/>
                </a:solidFill>
              </a:rPr>
              <a:t>Python</a:t>
            </a:r>
          </a:p>
        </p:txBody>
      </p:sp>
      <p:sp>
        <p:nvSpPr>
          <p:cNvPr id="10" name="">
            <a:extLst xmlns:a="http://schemas.openxmlformats.org/drawingml/2006/main">
              <a:ext uri="{FF2B5EF4-FFF2-40B4-BE49-F238E27FC236}">
                <a16:creationId xmlns:a16="http://schemas.microsoft.com/office/drawing/2014/main" id="{9A50B072-AE41-49A9-A5BE-94DBE3C6DA53}"/>
              </a:ext>
            </a:extLst>
          </p:cNvPr>
          <p:cNvSpPr>
            <a:spLocks xmlns:a="http://schemas.openxmlformats.org/drawingml/2006/main" noGrp="1"/>
          </p:cNvSpPr>
          <p:nvPr/>
        </p:nvSpPr>
        <p:spPr>
          <a:xfrm xmlns:a="http://schemas.openxmlformats.org/drawingml/2006/main">
            <a:off x="1543050" y="2609850"/>
            <a:ext cx="1371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69746D"/>
                </a:solidFill>
              </a:defRPr>
            </a:pPr>
            <a:r>
              <a:rPr sz="1125" b="0" i="0">
                <a:solidFill>
                  <a:srgbClr val="69746D"/>
                </a:solidFill>
              </a:rPr>
              <a:t>Application language</a:t>
            </a:r>
          </a:p>
        </p:txBody>
      </p:sp>
      <p:sp>
        <p:nvSpPr>
          <p:cNvPr id="11" name="stack-2">
            <a:extLst xmlns:a="http://schemas.openxmlformats.org/drawingml/2006/main">
              <a:ext uri="{FF2B5EF4-FFF2-40B4-BE49-F238E27FC236}">
                <a16:creationId xmlns:a16="http://schemas.microsoft.com/office/drawing/2014/main" id="{19A5FB7A-750A-47C6-A6A4-E2AD3643E043}"/>
              </a:ext>
            </a:extLst>
          </p:cNvPr>
          <p:cNvSpPr>
            <a:spLocks xmlns:a="http://schemas.openxmlformats.org/drawingml/2006/main" noGrp="1"/>
          </p:cNvSpPr>
          <p:nvPr/>
        </p:nvSpPr>
        <p:spPr>
          <a:xfrm xmlns:a="http://schemas.openxmlformats.org/drawingml/2006/main">
            <a:off x="3352800" y="1905000"/>
            <a:ext cx="2514600" cy="1581150"/>
          </a:xfrm>
          <a:prstGeom xmlns:a="http://schemas.openxmlformats.org/drawingml/2006/main" prst="roundRect">
            <a:avLst>
              <a:gd name="adj" fmla="val 4819"/>
            </a:avLst>
          </a:prstGeom>
          <a:solidFill xmlns:a="http://schemas.openxmlformats.org/drawingml/2006/main">
            <a:srgbClr val="FFFEFA"/>
          </a:solidFill>
          <a:ln xmlns:a="http://schemas.openxmlformats.org/drawingml/2006/main" w="9525">
            <a:solidFill>
              <a:srgbClr val="E5E1D8"/>
            </a:solidFill>
            <a:prstDash val="solid"/>
          </a:ln>
        </p:spPr>
      </p:sp>
      <p:sp>
        <p:nvSpPr>
          <p:cNvPr id="12" name="">
            <a:extLst xmlns:a="http://schemas.openxmlformats.org/drawingml/2006/main">
              <a:ext uri="{FF2B5EF4-FFF2-40B4-BE49-F238E27FC236}">
                <a16:creationId xmlns:a16="http://schemas.microsoft.com/office/drawing/2014/main" id="{A5CC5CF7-E0A9-41F9-A891-E2F4872EB35D}"/>
              </a:ext>
            </a:extLst>
          </p:cNvPr>
          <p:cNvSpPr>
            <a:spLocks xmlns:a="http://schemas.openxmlformats.org/drawingml/2006/main" noGrp="1"/>
          </p:cNvSpPr>
          <p:nvPr/>
        </p:nvSpPr>
        <p:spPr>
          <a:xfrm xmlns:a="http://schemas.openxmlformats.org/drawingml/2006/main">
            <a:off x="3543300" y="2171700"/>
            <a:ext cx="590550" cy="590550"/>
          </a:xfrm>
          <a:prstGeom xmlns:a="http://schemas.openxmlformats.org/drawingml/2006/main" prst="ellipse">
            <a:avLst/>
          </a:prstGeom>
          <a:solidFill xmlns:a="http://schemas.openxmlformats.org/drawingml/2006/main">
            <a:srgbClr val="EEE1C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2657820-556B-4A02-A82D-644CC165D8E4}"/>
              </a:ext>
            </a:extLst>
          </p:cNvPr>
          <p:cNvSpPr>
            <a:spLocks xmlns:a="http://schemas.openxmlformats.org/drawingml/2006/main" noGrp="1"/>
          </p:cNvSpPr>
          <p:nvPr/>
        </p:nvSpPr>
        <p:spPr>
          <a:xfrm xmlns:a="http://schemas.openxmlformats.org/drawingml/2006/main">
            <a:off x="3590925" y="2352675"/>
            <a:ext cx="495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123524"/>
                </a:solidFill>
              </a:defRPr>
            </a:pPr>
            <a:r>
              <a:rPr sz="1350" b="1" i="0">
                <a:solidFill>
                  <a:srgbClr val="123524"/>
                </a:solidFill>
              </a:rPr>
              <a:t>FL</a:t>
            </a:r>
          </a:p>
        </p:txBody>
      </p:sp>
      <p:sp>
        <p:nvSpPr>
          <p:cNvPr id="14" name="">
            <a:extLst xmlns:a="http://schemas.openxmlformats.org/drawingml/2006/main">
              <a:ext uri="{FF2B5EF4-FFF2-40B4-BE49-F238E27FC236}">
                <a16:creationId xmlns:a16="http://schemas.microsoft.com/office/drawing/2014/main" id="{0D8FA215-5AD1-459B-9EC5-B39BA9507620}"/>
              </a:ext>
            </a:extLst>
          </p:cNvPr>
          <p:cNvSpPr>
            <a:spLocks xmlns:a="http://schemas.openxmlformats.org/drawingml/2006/main" noGrp="1"/>
          </p:cNvSpPr>
          <p:nvPr/>
        </p:nvSpPr>
        <p:spPr>
          <a:xfrm xmlns:a="http://schemas.openxmlformats.org/drawingml/2006/main">
            <a:off x="4286250" y="2171700"/>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i="0">
                <a:solidFill>
                  <a:srgbClr val="071B12"/>
                </a:solidFill>
              </a:defRPr>
            </a:pPr>
            <a:r>
              <a:rPr sz="1500" b="1" i="0">
                <a:solidFill>
                  <a:srgbClr val="071B12"/>
                </a:solidFill>
              </a:rPr>
              <a:t>Flask</a:t>
            </a:r>
          </a:p>
        </p:txBody>
      </p:sp>
      <p:sp>
        <p:nvSpPr>
          <p:cNvPr id="15" name="">
            <a:extLst xmlns:a="http://schemas.openxmlformats.org/drawingml/2006/main">
              <a:ext uri="{FF2B5EF4-FFF2-40B4-BE49-F238E27FC236}">
                <a16:creationId xmlns:a16="http://schemas.microsoft.com/office/drawing/2014/main" id="{0562E0FB-31B4-4D2F-BD08-A62E1A765AC5}"/>
              </a:ext>
            </a:extLst>
          </p:cNvPr>
          <p:cNvSpPr>
            <a:spLocks xmlns:a="http://schemas.openxmlformats.org/drawingml/2006/main" noGrp="1"/>
          </p:cNvSpPr>
          <p:nvPr/>
        </p:nvSpPr>
        <p:spPr>
          <a:xfrm xmlns:a="http://schemas.openxmlformats.org/drawingml/2006/main">
            <a:off x="4286250" y="2609850"/>
            <a:ext cx="1371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69746D"/>
                </a:solidFill>
              </a:defRPr>
            </a:pPr>
            <a:r>
              <a:rPr sz="1125" b="0" i="0">
                <a:solidFill>
                  <a:srgbClr val="69746D"/>
                </a:solidFill>
              </a:rPr>
              <a:t>Web framework and routes</a:t>
            </a:r>
          </a:p>
        </p:txBody>
      </p:sp>
      <p:sp>
        <p:nvSpPr>
          <p:cNvPr id="16" name="stack-3">
            <a:extLst xmlns:a="http://schemas.openxmlformats.org/drawingml/2006/main">
              <a:ext uri="{FF2B5EF4-FFF2-40B4-BE49-F238E27FC236}">
                <a16:creationId xmlns:a16="http://schemas.microsoft.com/office/drawing/2014/main" id="{A0E470F7-D5E8-4105-87E3-2992D7D23FE1}"/>
              </a:ext>
            </a:extLst>
          </p:cNvPr>
          <p:cNvSpPr>
            <a:spLocks xmlns:a="http://schemas.openxmlformats.org/drawingml/2006/main" noGrp="1"/>
          </p:cNvSpPr>
          <p:nvPr/>
        </p:nvSpPr>
        <p:spPr>
          <a:xfrm xmlns:a="http://schemas.openxmlformats.org/drawingml/2006/main">
            <a:off x="6096000" y="1905000"/>
            <a:ext cx="2514600" cy="1581150"/>
          </a:xfrm>
          <a:prstGeom xmlns:a="http://schemas.openxmlformats.org/drawingml/2006/main" prst="roundRect">
            <a:avLst>
              <a:gd name="adj" fmla="val 4819"/>
            </a:avLst>
          </a:prstGeom>
          <a:solidFill xmlns:a="http://schemas.openxmlformats.org/drawingml/2006/main">
            <a:srgbClr val="FFFEFA"/>
          </a:solidFill>
          <a:ln xmlns:a="http://schemas.openxmlformats.org/drawingml/2006/main" w="9525">
            <a:solidFill>
              <a:srgbClr val="E5E1D8"/>
            </a:solidFill>
            <a:prstDash val="solid"/>
          </a:ln>
        </p:spPr>
      </p:sp>
      <p:sp>
        <p:nvSpPr>
          <p:cNvPr id="17" name="">
            <a:extLst xmlns:a="http://schemas.openxmlformats.org/drawingml/2006/main">
              <a:ext uri="{FF2B5EF4-FFF2-40B4-BE49-F238E27FC236}">
                <a16:creationId xmlns:a16="http://schemas.microsoft.com/office/drawing/2014/main" id="{422B2BAB-E045-4770-8204-B737827D6BA9}"/>
              </a:ext>
            </a:extLst>
          </p:cNvPr>
          <p:cNvSpPr>
            <a:spLocks xmlns:a="http://schemas.openxmlformats.org/drawingml/2006/main" noGrp="1"/>
          </p:cNvSpPr>
          <p:nvPr/>
        </p:nvSpPr>
        <p:spPr>
          <a:xfrm xmlns:a="http://schemas.openxmlformats.org/drawingml/2006/main">
            <a:off x="6286500" y="2171700"/>
            <a:ext cx="590550" cy="590550"/>
          </a:xfrm>
          <a:prstGeom xmlns:a="http://schemas.openxmlformats.org/drawingml/2006/main" prst="ellipse">
            <a:avLst/>
          </a:prstGeom>
          <a:solidFill xmlns:a="http://schemas.openxmlformats.org/drawingml/2006/main">
            <a:srgbClr val="E4EEE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574F348-917E-41FA-A418-99D77A6D97F9}"/>
              </a:ext>
            </a:extLst>
          </p:cNvPr>
          <p:cNvSpPr>
            <a:spLocks xmlns:a="http://schemas.openxmlformats.org/drawingml/2006/main" noGrp="1"/>
          </p:cNvSpPr>
          <p:nvPr/>
        </p:nvSpPr>
        <p:spPr>
          <a:xfrm xmlns:a="http://schemas.openxmlformats.org/drawingml/2006/main">
            <a:off x="6334125" y="2352675"/>
            <a:ext cx="495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123524"/>
                </a:solidFill>
              </a:defRPr>
            </a:pPr>
            <a:r>
              <a:rPr sz="1350" b="1" i="0">
                <a:solidFill>
                  <a:srgbClr val="123524"/>
                </a:solidFill>
              </a:rPr>
              <a:t>DB</a:t>
            </a:r>
          </a:p>
        </p:txBody>
      </p:sp>
      <p:sp>
        <p:nvSpPr>
          <p:cNvPr id="19" name="">
            <a:extLst xmlns:a="http://schemas.openxmlformats.org/drawingml/2006/main">
              <a:ext uri="{FF2B5EF4-FFF2-40B4-BE49-F238E27FC236}">
                <a16:creationId xmlns:a16="http://schemas.microsoft.com/office/drawing/2014/main" id="{E93CA26E-FBE5-43B7-B348-3BFE0C1DF9D0}"/>
              </a:ext>
            </a:extLst>
          </p:cNvPr>
          <p:cNvSpPr>
            <a:spLocks xmlns:a="http://schemas.openxmlformats.org/drawingml/2006/main" noGrp="1"/>
          </p:cNvSpPr>
          <p:nvPr/>
        </p:nvSpPr>
        <p:spPr>
          <a:xfrm xmlns:a="http://schemas.openxmlformats.org/drawingml/2006/main">
            <a:off x="7029450" y="2171700"/>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i="0">
                <a:solidFill>
                  <a:srgbClr val="071B12"/>
                </a:solidFill>
              </a:defRPr>
            </a:pPr>
            <a:r>
              <a:rPr sz="1500" b="1" i="0">
                <a:solidFill>
                  <a:srgbClr val="071B12"/>
                </a:solidFill>
              </a:rPr>
              <a:t>MySQL</a:t>
            </a:r>
          </a:p>
        </p:txBody>
      </p:sp>
      <p:sp>
        <p:nvSpPr>
          <p:cNvPr id="20" name="">
            <a:extLst xmlns:a="http://schemas.openxmlformats.org/drawingml/2006/main">
              <a:ext uri="{FF2B5EF4-FFF2-40B4-BE49-F238E27FC236}">
                <a16:creationId xmlns:a16="http://schemas.microsoft.com/office/drawing/2014/main" id="{3DB74C05-005D-433D-A539-5633F9D1D05D}"/>
              </a:ext>
            </a:extLst>
          </p:cNvPr>
          <p:cNvSpPr>
            <a:spLocks xmlns:a="http://schemas.openxmlformats.org/drawingml/2006/main" noGrp="1"/>
          </p:cNvSpPr>
          <p:nvPr/>
        </p:nvSpPr>
        <p:spPr>
          <a:xfrm xmlns:a="http://schemas.openxmlformats.org/drawingml/2006/main">
            <a:off x="7029450" y="2609850"/>
            <a:ext cx="1371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69746D"/>
                </a:solidFill>
              </a:defRPr>
            </a:pPr>
            <a:r>
              <a:rPr sz="1125" b="0" i="0">
                <a:solidFill>
                  <a:srgbClr val="69746D"/>
                </a:solidFill>
              </a:rPr>
              <a:t>Persistent research records</a:t>
            </a:r>
          </a:p>
        </p:txBody>
      </p:sp>
      <p:sp>
        <p:nvSpPr>
          <p:cNvPr id="21" name="stack-4">
            <a:extLst xmlns:a="http://schemas.openxmlformats.org/drawingml/2006/main">
              <a:ext uri="{FF2B5EF4-FFF2-40B4-BE49-F238E27FC236}">
                <a16:creationId xmlns:a16="http://schemas.microsoft.com/office/drawing/2014/main" id="{C10E0348-0391-4F8F-864F-C38362FD1FEF}"/>
              </a:ext>
            </a:extLst>
          </p:cNvPr>
          <p:cNvSpPr>
            <a:spLocks xmlns:a="http://schemas.openxmlformats.org/drawingml/2006/main" noGrp="1"/>
          </p:cNvSpPr>
          <p:nvPr/>
        </p:nvSpPr>
        <p:spPr>
          <a:xfrm xmlns:a="http://schemas.openxmlformats.org/drawingml/2006/main">
            <a:off x="8839200" y="1905000"/>
            <a:ext cx="2514600" cy="1581150"/>
          </a:xfrm>
          <a:prstGeom xmlns:a="http://schemas.openxmlformats.org/drawingml/2006/main" prst="roundRect">
            <a:avLst>
              <a:gd name="adj" fmla="val 4819"/>
            </a:avLst>
          </a:prstGeom>
          <a:solidFill xmlns:a="http://schemas.openxmlformats.org/drawingml/2006/main">
            <a:srgbClr val="FFFEFA"/>
          </a:solidFill>
          <a:ln xmlns:a="http://schemas.openxmlformats.org/drawingml/2006/main" w="9525">
            <a:solidFill>
              <a:srgbClr val="E5E1D8"/>
            </a:solidFill>
            <a:prstDash val="solid"/>
          </a:ln>
        </p:spPr>
      </p:sp>
      <p:sp>
        <p:nvSpPr>
          <p:cNvPr id="22" name="">
            <a:extLst xmlns:a="http://schemas.openxmlformats.org/drawingml/2006/main">
              <a:ext uri="{FF2B5EF4-FFF2-40B4-BE49-F238E27FC236}">
                <a16:creationId xmlns:a16="http://schemas.microsoft.com/office/drawing/2014/main" id="{69A6AB0D-277A-41DB-B68F-6ECC7BFBE75E}"/>
              </a:ext>
            </a:extLst>
          </p:cNvPr>
          <p:cNvSpPr>
            <a:spLocks xmlns:a="http://schemas.openxmlformats.org/drawingml/2006/main" noGrp="1"/>
          </p:cNvSpPr>
          <p:nvPr/>
        </p:nvSpPr>
        <p:spPr>
          <a:xfrm xmlns:a="http://schemas.openxmlformats.org/drawingml/2006/main">
            <a:off x="9029700" y="2171700"/>
            <a:ext cx="590550" cy="590550"/>
          </a:xfrm>
          <a:prstGeom xmlns:a="http://schemas.openxmlformats.org/drawingml/2006/main" prst="ellipse">
            <a:avLst/>
          </a:prstGeom>
          <a:solidFill xmlns:a="http://schemas.openxmlformats.org/drawingml/2006/main">
            <a:srgbClr val="EEE1C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9BEA169-F0AC-49EA-A248-D0934F6D91D0}"/>
              </a:ext>
            </a:extLst>
          </p:cNvPr>
          <p:cNvSpPr>
            <a:spLocks xmlns:a="http://schemas.openxmlformats.org/drawingml/2006/main" noGrp="1"/>
          </p:cNvSpPr>
          <p:nvPr/>
        </p:nvSpPr>
        <p:spPr>
          <a:xfrm xmlns:a="http://schemas.openxmlformats.org/drawingml/2006/main">
            <a:off x="9077325" y="2352675"/>
            <a:ext cx="495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123524"/>
                </a:solidFill>
              </a:defRPr>
            </a:pPr>
            <a:r>
              <a:rPr sz="1350" b="1" i="0">
                <a:solidFill>
                  <a:srgbClr val="123524"/>
                </a:solidFill>
              </a:rPr>
              <a:t>MC</a:t>
            </a:r>
          </a:p>
        </p:txBody>
      </p:sp>
      <p:sp>
        <p:nvSpPr>
          <p:cNvPr id="24" name="">
            <a:extLst xmlns:a="http://schemas.openxmlformats.org/drawingml/2006/main">
              <a:ext uri="{FF2B5EF4-FFF2-40B4-BE49-F238E27FC236}">
                <a16:creationId xmlns:a16="http://schemas.microsoft.com/office/drawing/2014/main" id="{86FA74E1-BEA0-48B7-8CEB-119114DBDC19}"/>
              </a:ext>
            </a:extLst>
          </p:cNvPr>
          <p:cNvSpPr>
            <a:spLocks xmlns:a="http://schemas.openxmlformats.org/drawingml/2006/main" noGrp="1"/>
          </p:cNvSpPr>
          <p:nvPr/>
        </p:nvSpPr>
        <p:spPr>
          <a:xfrm xmlns:a="http://schemas.openxmlformats.org/drawingml/2006/main">
            <a:off x="9772650" y="2171700"/>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i="0">
                <a:solidFill>
                  <a:srgbClr val="071B12"/>
                </a:solidFill>
              </a:defRPr>
            </a:pPr>
            <a:r>
              <a:rPr sz="1500" b="1" i="0">
                <a:solidFill>
                  <a:srgbClr val="071B12"/>
                </a:solidFill>
              </a:rPr>
              <a:t>MySQL Connector</a:t>
            </a:r>
          </a:p>
        </p:txBody>
      </p:sp>
      <p:sp>
        <p:nvSpPr>
          <p:cNvPr id="25" name="">
            <a:extLst xmlns:a="http://schemas.openxmlformats.org/drawingml/2006/main">
              <a:ext uri="{FF2B5EF4-FFF2-40B4-BE49-F238E27FC236}">
                <a16:creationId xmlns:a16="http://schemas.microsoft.com/office/drawing/2014/main" id="{2569B9FB-460B-4ABA-A0D6-8D6381BBFEA3}"/>
              </a:ext>
            </a:extLst>
          </p:cNvPr>
          <p:cNvSpPr>
            <a:spLocks xmlns:a="http://schemas.openxmlformats.org/drawingml/2006/main" noGrp="1"/>
          </p:cNvSpPr>
          <p:nvPr/>
        </p:nvSpPr>
        <p:spPr>
          <a:xfrm xmlns:a="http://schemas.openxmlformats.org/drawingml/2006/main">
            <a:off x="9772650" y="2609850"/>
            <a:ext cx="1371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69746D"/>
                </a:solidFill>
              </a:defRPr>
            </a:pPr>
            <a:r>
              <a:rPr sz="1125" b="0" i="0">
                <a:solidFill>
                  <a:srgbClr val="69746D"/>
                </a:solidFill>
              </a:rPr>
              <a:t>Pooled database access</a:t>
            </a:r>
          </a:p>
        </p:txBody>
      </p:sp>
      <p:sp>
        <p:nvSpPr>
          <p:cNvPr id="26" name="stack-5">
            <a:extLst xmlns:a="http://schemas.openxmlformats.org/drawingml/2006/main">
              <a:ext uri="{FF2B5EF4-FFF2-40B4-BE49-F238E27FC236}">
                <a16:creationId xmlns:a16="http://schemas.microsoft.com/office/drawing/2014/main" id="{173AED47-B3C7-4772-A294-989DBDEDEEA0}"/>
              </a:ext>
            </a:extLst>
          </p:cNvPr>
          <p:cNvSpPr>
            <a:spLocks xmlns:a="http://schemas.openxmlformats.org/drawingml/2006/main" noGrp="1"/>
          </p:cNvSpPr>
          <p:nvPr/>
        </p:nvSpPr>
        <p:spPr>
          <a:xfrm xmlns:a="http://schemas.openxmlformats.org/drawingml/2006/main">
            <a:off x="1524000" y="3867150"/>
            <a:ext cx="3352800" cy="1581150"/>
          </a:xfrm>
          <a:prstGeom xmlns:a="http://schemas.openxmlformats.org/drawingml/2006/main" prst="roundRect">
            <a:avLst>
              <a:gd name="adj" fmla="val 4819"/>
            </a:avLst>
          </a:prstGeom>
          <a:solidFill xmlns:a="http://schemas.openxmlformats.org/drawingml/2006/main">
            <a:srgbClr val="FFFEFA"/>
          </a:solidFill>
          <a:ln xmlns:a="http://schemas.openxmlformats.org/drawingml/2006/main" w="9525">
            <a:solidFill>
              <a:srgbClr val="E5E1D8"/>
            </a:solidFill>
            <a:prstDash val="solid"/>
          </a:ln>
        </p:spPr>
      </p:sp>
      <p:sp>
        <p:nvSpPr>
          <p:cNvPr id="27" name="">
            <a:extLst xmlns:a="http://schemas.openxmlformats.org/drawingml/2006/main">
              <a:ext uri="{FF2B5EF4-FFF2-40B4-BE49-F238E27FC236}">
                <a16:creationId xmlns:a16="http://schemas.microsoft.com/office/drawing/2014/main" id="{40C6C517-77A2-47E1-B3E1-F34D2CCDDE1F}"/>
              </a:ext>
            </a:extLst>
          </p:cNvPr>
          <p:cNvSpPr>
            <a:spLocks xmlns:a="http://schemas.openxmlformats.org/drawingml/2006/main" noGrp="1"/>
          </p:cNvSpPr>
          <p:nvPr/>
        </p:nvSpPr>
        <p:spPr>
          <a:xfrm xmlns:a="http://schemas.openxmlformats.org/drawingml/2006/main">
            <a:off x="1714500" y="4133850"/>
            <a:ext cx="590550" cy="590550"/>
          </a:xfrm>
          <a:prstGeom xmlns:a="http://schemas.openxmlformats.org/drawingml/2006/main" prst="ellipse">
            <a:avLst/>
          </a:prstGeom>
          <a:solidFill xmlns:a="http://schemas.openxmlformats.org/drawingml/2006/main">
            <a:srgbClr val="E4EEE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6E5045C-E18D-493F-8266-759458FC82A8}"/>
              </a:ext>
            </a:extLst>
          </p:cNvPr>
          <p:cNvSpPr>
            <a:spLocks xmlns:a="http://schemas.openxmlformats.org/drawingml/2006/main" noGrp="1"/>
          </p:cNvSpPr>
          <p:nvPr/>
        </p:nvSpPr>
        <p:spPr>
          <a:xfrm xmlns:a="http://schemas.openxmlformats.org/drawingml/2006/main">
            <a:off x="1762125" y="4314825"/>
            <a:ext cx="495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123524"/>
                </a:solidFill>
              </a:defRPr>
            </a:pPr>
            <a:r>
              <a:rPr sz="1350" b="1" i="0">
                <a:solidFill>
                  <a:srgbClr val="123524"/>
                </a:solidFill>
              </a:rPr>
              <a:t>{}</a:t>
            </a:r>
          </a:p>
        </p:txBody>
      </p:sp>
      <p:sp>
        <p:nvSpPr>
          <p:cNvPr id="29" name="">
            <a:extLst xmlns:a="http://schemas.openxmlformats.org/drawingml/2006/main">
              <a:ext uri="{FF2B5EF4-FFF2-40B4-BE49-F238E27FC236}">
                <a16:creationId xmlns:a16="http://schemas.microsoft.com/office/drawing/2014/main" id="{CD40F00F-972C-47DD-90DB-A7FC38059D30}"/>
              </a:ext>
            </a:extLst>
          </p:cNvPr>
          <p:cNvSpPr>
            <a:spLocks xmlns:a="http://schemas.openxmlformats.org/drawingml/2006/main" noGrp="1"/>
          </p:cNvSpPr>
          <p:nvPr/>
        </p:nvSpPr>
        <p:spPr>
          <a:xfrm xmlns:a="http://schemas.openxmlformats.org/drawingml/2006/main">
            <a:off x="2457450" y="4133850"/>
            <a:ext cx="2228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i="0">
                <a:solidFill>
                  <a:srgbClr val="071B12"/>
                </a:solidFill>
              </a:defRPr>
            </a:pPr>
            <a:r>
              <a:rPr sz="1500" b="1" i="0">
                <a:solidFill>
                  <a:srgbClr val="071B12"/>
                </a:solidFill>
              </a:rPr>
              <a:t>JSON</a:t>
            </a:r>
          </a:p>
        </p:txBody>
      </p:sp>
      <p:sp>
        <p:nvSpPr>
          <p:cNvPr id="30" name="">
            <a:extLst xmlns:a="http://schemas.openxmlformats.org/drawingml/2006/main">
              <a:ext uri="{FF2B5EF4-FFF2-40B4-BE49-F238E27FC236}">
                <a16:creationId xmlns:a16="http://schemas.microsoft.com/office/drawing/2014/main" id="{17245A68-3FD6-4861-883F-222329155B46}"/>
              </a:ext>
            </a:extLst>
          </p:cNvPr>
          <p:cNvSpPr>
            <a:spLocks xmlns:a="http://schemas.openxmlformats.org/drawingml/2006/main" noGrp="1"/>
          </p:cNvSpPr>
          <p:nvPr/>
        </p:nvSpPr>
        <p:spPr>
          <a:xfrm xmlns:a="http://schemas.openxmlformats.org/drawingml/2006/main">
            <a:off x="2457450" y="4572000"/>
            <a:ext cx="2209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69746D"/>
                </a:solidFill>
              </a:defRPr>
            </a:pPr>
            <a:r>
              <a:rPr sz="1125" b="0" i="0">
                <a:solidFill>
                  <a:srgbClr val="69746D"/>
                </a:solidFill>
              </a:rPr>
              <a:t>Browser–server data format</a:t>
            </a:r>
          </a:p>
        </p:txBody>
      </p:sp>
      <p:sp>
        <p:nvSpPr>
          <p:cNvPr id="31" name="stack-6">
            <a:extLst xmlns:a="http://schemas.openxmlformats.org/drawingml/2006/main">
              <a:ext uri="{FF2B5EF4-FFF2-40B4-BE49-F238E27FC236}">
                <a16:creationId xmlns:a16="http://schemas.microsoft.com/office/drawing/2014/main" id="{FC295B4F-2F4B-4030-9DF5-A318FABDA922}"/>
              </a:ext>
            </a:extLst>
          </p:cNvPr>
          <p:cNvSpPr>
            <a:spLocks xmlns:a="http://schemas.openxmlformats.org/drawingml/2006/main" noGrp="1"/>
          </p:cNvSpPr>
          <p:nvPr/>
        </p:nvSpPr>
        <p:spPr>
          <a:xfrm xmlns:a="http://schemas.openxmlformats.org/drawingml/2006/main">
            <a:off x="5029200" y="3867150"/>
            <a:ext cx="3352800" cy="1581150"/>
          </a:xfrm>
          <a:prstGeom xmlns:a="http://schemas.openxmlformats.org/drawingml/2006/main" prst="roundRect">
            <a:avLst>
              <a:gd name="adj" fmla="val 4819"/>
            </a:avLst>
          </a:prstGeom>
          <a:solidFill xmlns:a="http://schemas.openxmlformats.org/drawingml/2006/main">
            <a:srgbClr val="FFFEFA"/>
          </a:solidFill>
          <a:ln xmlns:a="http://schemas.openxmlformats.org/drawingml/2006/main" w="9525">
            <a:solidFill>
              <a:srgbClr val="E5E1D8"/>
            </a:solidFill>
            <a:prstDash val="solid"/>
          </a:ln>
        </p:spPr>
      </p:sp>
      <p:sp>
        <p:nvSpPr>
          <p:cNvPr id="32" name="">
            <a:extLst xmlns:a="http://schemas.openxmlformats.org/drawingml/2006/main">
              <a:ext uri="{FF2B5EF4-FFF2-40B4-BE49-F238E27FC236}">
                <a16:creationId xmlns:a16="http://schemas.microsoft.com/office/drawing/2014/main" id="{C5D24357-075F-45FC-BDD3-09E0508027B0}"/>
              </a:ext>
            </a:extLst>
          </p:cNvPr>
          <p:cNvSpPr>
            <a:spLocks xmlns:a="http://schemas.openxmlformats.org/drawingml/2006/main" noGrp="1"/>
          </p:cNvSpPr>
          <p:nvPr/>
        </p:nvSpPr>
        <p:spPr>
          <a:xfrm xmlns:a="http://schemas.openxmlformats.org/drawingml/2006/main">
            <a:off x="5219700" y="4133850"/>
            <a:ext cx="590550" cy="590550"/>
          </a:xfrm>
          <a:prstGeom xmlns:a="http://schemas.openxmlformats.org/drawingml/2006/main" prst="ellipse">
            <a:avLst/>
          </a:prstGeom>
          <a:solidFill xmlns:a="http://schemas.openxmlformats.org/drawingml/2006/main">
            <a:srgbClr val="EEE1C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715A07DB-1A9E-4665-A42F-F09062D398D1}"/>
              </a:ext>
            </a:extLst>
          </p:cNvPr>
          <p:cNvSpPr>
            <a:spLocks xmlns:a="http://schemas.openxmlformats.org/drawingml/2006/main" noGrp="1"/>
          </p:cNvSpPr>
          <p:nvPr/>
        </p:nvSpPr>
        <p:spPr>
          <a:xfrm xmlns:a="http://schemas.openxmlformats.org/drawingml/2006/main">
            <a:off x="5267325" y="4314825"/>
            <a:ext cx="495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123524"/>
                </a:solidFill>
              </a:defRPr>
            </a:pPr>
            <a:r>
              <a:rPr sz="1350" b="1" i="0">
                <a:solidFill>
                  <a:srgbClr val="123524"/>
                </a:solidFill>
              </a:rPr>
              <a:t>↔</a:t>
            </a:r>
          </a:p>
        </p:txBody>
      </p:sp>
      <p:sp>
        <p:nvSpPr>
          <p:cNvPr id="34" name="">
            <a:extLst xmlns:a="http://schemas.openxmlformats.org/drawingml/2006/main">
              <a:ext uri="{FF2B5EF4-FFF2-40B4-BE49-F238E27FC236}">
                <a16:creationId xmlns:a16="http://schemas.microsoft.com/office/drawing/2014/main" id="{864D973E-CB52-4BBC-B26E-C459508474CA}"/>
              </a:ext>
            </a:extLst>
          </p:cNvPr>
          <p:cNvSpPr>
            <a:spLocks xmlns:a="http://schemas.openxmlformats.org/drawingml/2006/main" noGrp="1"/>
          </p:cNvSpPr>
          <p:nvPr/>
        </p:nvSpPr>
        <p:spPr>
          <a:xfrm xmlns:a="http://schemas.openxmlformats.org/drawingml/2006/main">
            <a:off x="5962650" y="4133850"/>
            <a:ext cx="2228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i="0">
                <a:solidFill>
                  <a:srgbClr val="071B12"/>
                </a:solidFill>
              </a:defRPr>
            </a:pPr>
            <a:r>
              <a:rPr sz="1500" b="1" i="0">
                <a:solidFill>
                  <a:srgbClr val="071B12"/>
                </a:solidFill>
              </a:rPr>
              <a:t>Flask-CORS</a:t>
            </a:r>
          </a:p>
        </p:txBody>
      </p:sp>
      <p:sp>
        <p:nvSpPr>
          <p:cNvPr id="35" name="">
            <a:extLst xmlns:a="http://schemas.openxmlformats.org/drawingml/2006/main">
              <a:ext uri="{FF2B5EF4-FFF2-40B4-BE49-F238E27FC236}">
                <a16:creationId xmlns:a16="http://schemas.microsoft.com/office/drawing/2014/main" id="{3F7D0F46-5320-4847-A51D-63B08FF055AF}"/>
              </a:ext>
            </a:extLst>
          </p:cNvPr>
          <p:cNvSpPr>
            <a:spLocks xmlns:a="http://schemas.openxmlformats.org/drawingml/2006/main" noGrp="1"/>
          </p:cNvSpPr>
          <p:nvPr/>
        </p:nvSpPr>
        <p:spPr>
          <a:xfrm xmlns:a="http://schemas.openxmlformats.org/drawingml/2006/main">
            <a:off x="5962650" y="4572000"/>
            <a:ext cx="2209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69746D"/>
                </a:solidFill>
              </a:defRPr>
            </a:pPr>
            <a:r>
              <a:rPr sz="1125" b="0" i="0">
                <a:solidFill>
                  <a:srgbClr val="69746D"/>
                </a:solidFill>
              </a:rPr>
              <a:t>Approved local frontend origins</a:t>
            </a:r>
          </a:p>
        </p:txBody>
      </p:sp>
      <p:sp>
        <p:nvSpPr>
          <p:cNvPr id="36" name="stack-7">
            <a:extLst xmlns:a="http://schemas.openxmlformats.org/drawingml/2006/main">
              <a:ext uri="{FF2B5EF4-FFF2-40B4-BE49-F238E27FC236}">
                <a16:creationId xmlns:a16="http://schemas.microsoft.com/office/drawing/2014/main" id="{FFD2F332-A253-41C5-ABE4-4E1AB673D2C7}"/>
              </a:ext>
            </a:extLst>
          </p:cNvPr>
          <p:cNvSpPr>
            <a:spLocks xmlns:a="http://schemas.openxmlformats.org/drawingml/2006/main" noGrp="1"/>
          </p:cNvSpPr>
          <p:nvPr/>
        </p:nvSpPr>
        <p:spPr>
          <a:xfrm xmlns:a="http://schemas.openxmlformats.org/drawingml/2006/main">
            <a:off x="8534400" y="3867150"/>
            <a:ext cx="3352800" cy="1581150"/>
          </a:xfrm>
          <a:prstGeom xmlns:a="http://schemas.openxmlformats.org/drawingml/2006/main" prst="roundRect">
            <a:avLst>
              <a:gd name="adj" fmla="val 4819"/>
            </a:avLst>
          </a:prstGeom>
          <a:solidFill xmlns:a="http://schemas.openxmlformats.org/drawingml/2006/main">
            <a:srgbClr val="FFFEFA"/>
          </a:solidFill>
          <a:ln xmlns:a="http://schemas.openxmlformats.org/drawingml/2006/main" w="9525">
            <a:solidFill>
              <a:srgbClr val="E5E1D8"/>
            </a:solidFill>
            <a:prstDash val="solid"/>
          </a:ln>
        </p:spPr>
      </p:sp>
      <p:sp>
        <p:nvSpPr>
          <p:cNvPr id="37" name="">
            <a:extLst xmlns:a="http://schemas.openxmlformats.org/drawingml/2006/main">
              <a:ext uri="{FF2B5EF4-FFF2-40B4-BE49-F238E27FC236}">
                <a16:creationId xmlns:a16="http://schemas.microsoft.com/office/drawing/2014/main" id="{81428FFD-37AE-4DFF-A1D3-3ACCF18C405D}"/>
              </a:ext>
            </a:extLst>
          </p:cNvPr>
          <p:cNvSpPr>
            <a:spLocks xmlns:a="http://schemas.openxmlformats.org/drawingml/2006/main" noGrp="1"/>
          </p:cNvSpPr>
          <p:nvPr/>
        </p:nvSpPr>
        <p:spPr>
          <a:xfrm xmlns:a="http://schemas.openxmlformats.org/drawingml/2006/main">
            <a:off x="8724900" y="4133850"/>
            <a:ext cx="590550" cy="590550"/>
          </a:xfrm>
          <a:prstGeom xmlns:a="http://schemas.openxmlformats.org/drawingml/2006/main" prst="ellipse">
            <a:avLst/>
          </a:prstGeom>
          <a:solidFill xmlns:a="http://schemas.openxmlformats.org/drawingml/2006/main">
            <a:srgbClr val="E4EEE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DFF755F-1CDF-4D15-9AD1-D340FBAB65C8}"/>
              </a:ext>
            </a:extLst>
          </p:cNvPr>
          <p:cNvSpPr>
            <a:spLocks xmlns:a="http://schemas.openxmlformats.org/drawingml/2006/main" noGrp="1"/>
          </p:cNvSpPr>
          <p:nvPr/>
        </p:nvSpPr>
        <p:spPr>
          <a:xfrm xmlns:a="http://schemas.openxmlformats.org/drawingml/2006/main">
            <a:off x="8772525" y="4314825"/>
            <a:ext cx="495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123524"/>
                </a:solidFill>
              </a:defRPr>
            </a:pPr>
            <a:r>
              <a:rPr sz="975" b="1" i="0">
                <a:solidFill>
                  <a:srgbClr val="123524"/>
                </a:solidFill>
              </a:rPr>
              <a:t>ENV</a:t>
            </a:r>
          </a:p>
        </p:txBody>
      </p:sp>
      <p:sp>
        <p:nvSpPr>
          <p:cNvPr id="39" name="">
            <a:extLst xmlns:a="http://schemas.openxmlformats.org/drawingml/2006/main">
              <a:ext uri="{FF2B5EF4-FFF2-40B4-BE49-F238E27FC236}">
                <a16:creationId xmlns:a16="http://schemas.microsoft.com/office/drawing/2014/main" id="{B97C3CFB-F0BE-4EAD-84DB-0A1457E614F9}"/>
              </a:ext>
            </a:extLst>
          </p:cNvPr>
          <p:cNvSpPr>
            <a:spLocks xmlns:a="http://schemas.openxmlformats.org/drawingml/2006/main" noGrp="1"/>
          </p:cNvSpPr>
          <p:nvPr/>
        </p:nvSpPr>
        <p:spPr>
          <a:xfrm xmlns:a="http://schemas.openxmlformats.org/drawingml/2006/main">
            <a:off x="9467850" y="4133850"/>
            <a:ext cx="2228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i="0">
                <a:solidFill>
                  <a:srgbClr val="071B12"/>
                </a:solidFill>
              </a:defRPr>
            </a:pPr>
            <a:r>
              <a:rPr sz="1500" b="1" i="0">
                <a:solidFill>
                  <a:srgbClr val="071B12"/>
                </a:solidFill>
              </a:rPr>
              <a:t>python-dotenv</a:t>
            </a:r>
          </a:p>
        </p:txBody>
      </p:sp>
      <p:sp>
        <p:nvSpPr>
          <p:cNvPr id="40" name="">
            <a:extLst xmlns:a="http://schemas.openxmlformats.org/drawingml/2006/main">
              <a:ext uri="{FF2B5EF4-FFF2-40B4-BE49-F238E27FC236}">
                <a16:creationId xmlns:a16="http://schemas.microsoft.com/office/drawing/2014/main" id="{80BC5F76-62AD-401E-A883-645F862B6A79}"/>
              </a:ext>
            </a:extLst>
          </p:cNvPr>
          <p:cNvSpPr>
            <a:spLocks xmlns:a="http://schemas.openxmlformats.org/drawingml/2006/main" noGrp="1"/>
          </p:cNvSpPr>
          <p:nvPr/>
        </p:nvSpPr>
        <p:spPr>
          <a:xfrm xmlns:a="http://schemas.openxmlformats.org/drawingml/2006/main">
            <a:off x="9467850" y="4572000"/>
            <a:ext cx="2209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69746D"/>
                </a:solidFill>
              </a:defRPr>
            </a:pPr>
            <a:r>
              <a:rPr sz="1125" b="0" i="0">
                <a:solidFill>
                  <a:srgbClr val="69746D"/>
                </a:solidFill>
              </a:rPr>
              <a:t>Environment-based settings</a:t>
            </a:r>
          </a:p>
        </p:txBody>
      </p:sp>
      <p:sp>
        <p:nvSpPr>
          <p:cNvPr id="41" name="">
            <a:extLst xmlns:a="http://schemas.openxmlformats.org/drawingml/2006/main">
              <a:ext uri="{FF2B5EF4-FFF2-40B4-BE49-F238E27FC236}">
                <a16:creationId xmlns:a16="http://schemas.microsoft.com/office/drawing/2014/main" id="{D577E2B0-5329-4B00-80D4-6A3B0F1EAEEA}"/>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1547883922"/>
      </p:ext>
    </p:extLst>
  </p:cSld>
</p:sld>
</file>

<file path=ppt/slides/slide2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8" name="top-accent">
            <a:extLst xmlns:a="http://schemas.openxmlformats.org/drawingml/2006/main">
              <a:ext uri="{FF2B5EF4-FFF2-40B4-BE49-F238E27FC236}">
                <a16:creationId xmlns:a16="http://schemas.microsoft.com/office/drawing/2014/main" id="{3DEC1E80-1CBF-46A8-91D7-7A4565A481E0}"/>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7477C176-B02D-464F-B2FD-B4957C601E08}"/>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4 · BACKEND</a:t>
            </a:r>
          </a:p>
        </p:txBody>
      </p:sp>
      <p:sp>
        <p:nvSpPr>
          <p:cNvPr id="3" name="slide-number">
            <a:extLst xmlns:a="http://schemas.openxmlformats.org/drawingml/2006/main">
              <a:ext uri="{FF2B5EF4-FFF2-40B4-BE49-F238E27FC236}">
                <a16:creationId xmlns:a16="http://schemas.microsoft.com/office/drawing/2014/main" id="{5F1517B7-9C0B-441A-AE94-ED8A1151E064}"/>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24</a:t>
            </a:r>
          </a:p>
        </p:txBody>
      </p:sp>
      <p:sp>
        <p:nvSpPr>
          <p:cNvPr id="4" name="slide-title">
            <a:extLst xmlns:a="http://schemas.openxmlformats.org/drawingml/2006/main">
              <a:ext uri="{FF2B5EF4-FFF2-40B4-BE49-F238E27FC236}">
                <a16:creationId xmlns:a16="http://schemas.microsoft.com/office/drawing/2014/main" id="{D1161B31-C0FC-4116-9F9D-87136D70E2B8}"/>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The backend folder separates startup, routes, configuration, and data access</a:t>
            </a:r>
          </a:p>
        </p:txBody>
      </p:sp>
      <p:sp>
        <p:nvSpPr>
          <p:cNvPr id="5" name="slide-subtitle">
            <a:extLst xmlns:a="http://schemas.openxmlformats.org/drawingml/2006/main">
              <a:ext uri="{FF2B5EF4-FFF2-40B4-BE49-F238E27FC236}">
                <a16:creationId xmlns:a16="http://schemas.microsoft.com/office/drawing/2014/main" id="{F4C660F3-EC30-411A-A15C-AD237D00A419}"/>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A small structure makes each responsibility easy to locate and maintain.</a:t>
            </a:r>
          </a:p>
        </p:txBody>
      </p:sp>
      <p:sp>
        <p:nvSpPr>
          <p:cNvPr id="6" name="dev-code-panel">
            <a:extLst xmlns:a="http://schemas.openxmlformats.org/drawingml/2006/main">
              <a:ext uri="{FF2B5EF4-FFF2-40B4-BE49-F238E27FC236}">
                <a16:creationId xmlns:a16="http://schemas.microsoft.com/office/drawing/2014/main" id="{D7B3A7D4-1008-472D-AA3C-9DDE4301A5C7}"/>
              </a:ext>
            </a:extLst>
          </p:cNvPr>
          <p:cNvSpPr>
            <a:spLocks xmlns:a="http://schemas.openxmlformats.org/drawingml/2006/main" noGrp="1"/>
          </p:cNvSpPr>
          <p:nvPr/>
        </p:nvSpPr>
        <p:spPr>
          <a:xfrm xmlns:a="http://schemas.openxmlformats.org/drawingml/2006/main">
            <a:off x="609600" y="1752600"/>
            <a:ext cx="4572000" cy="4191000"/>
          </a:xfrm>
          <a:prstGeom xmlns:a="http://schemas.openxmlformats.org/drawingml/2006/main" prst="roundRect">
            <a:avLst>
              <a:gd name="adj" fmla="val 1818"/>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6D732EC9-F102-44F6-84FC-A646D5CBAC04}"/>
              </a:ext>
            </a:extLst>
          </p:cNvPr>
          <p:cNvSpPr>
            <a:spLocks xmlns:a="http://schemas.openxmlformats.org/drawingml/2006/main" noGrp="1"/>
          </p:cNvSpPr>
          <p:nvPr/>
        </p:nvSpPr>
        <p:spPr>
          <a:xfrm xmlns:a="http://schemas.openxmlformats.org/drawingml/2006/main">
            <a:off x="609600" y="1752600"/>
            <a:ext cx="45720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4CAE140-30B9-4AB4-8504-FAE8AD4C420D}"/>
              </a:ext>
            </a:extLst>
          </p:cNvPr>
          <p:cNvSpPr>
            <a:spLocks xmlns:a="http://schemas.openxmlformats.org/drawingml/2006/main" noGrp="1"/>
          </p:cNvSpPr>
          <p:nvPr/>
        </p:nvSpPr>
        <p:spPr>
          <a:xfrm xmlns:a="http://schemas.openxmlformats.org/drawingml/2006/main">
            <a:off x="781050" y="1847850"/>
            <a:ext cx="422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real project tree · generated folders omitted</a:t>
            </a:r>
          </a:p>
        </p:txBody>
      </p:sp>
      <p:sp>
        <p:nvSpPr>
          <p:cNvPr id="9" name="">
            <a:extLst xmlns:a="http://schemas.openxmlformats.org/drawingml/2006/main">
              <a:ext uri="{FF2B5EF4-FFF2-40B4-BE49-F238E27FC236}">
                <a16:creationId xmlns:a16="http://schemas.microsoft.com/office/drawing/2014/main" id="{C20F2360-2DC7-4CE8-8B5E-B94105A7EF31}"/>
              </a:ext>
            </a:extLst>
          </p:cNvPr>
          <p:cNvSpPr>
            <a:spLocks xmlns:a="http://schemas.openxmlformats.org/drawingml/2006/main" noGrp="1"/>
          </p:cNvSpPr>
          <p:nvPr/>
        </p:nvSpPr>
        <p:spPr>
          <a:xfrm xmlns:a="http://schemas.openxmlformats.org/drawingml/2006/main">
            <a:off x="781050" y="2200275"/>
            <a:ext cx="4286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01  backend-flask/</a:t>
            </a:r>
          </a:p>
        </p:txBody>
      </p:sp>
      <p:sp>
        <p:nvSpPr>
          <p:cNvPr id="10" name="">
            <a:extLst xmlns:a="http://schemas.openxmlformats.org/drawingml/2006/main">
              <a:ext uri="{FF2B5EF4-FFF2-40B4-BE49-F238E27FC236}">
                <a16:creationId xmlns:a16="http://schemas.microsoft.com/office/drawing/2014/main" id="{695D8F1A-73E4-4A1E-9756-36F2A5D4E2DD}"/>
              </a:ext>
            </a:extLst>
          </p:cNvPr>
          <p:cNvSpPr>
            <a:spLocks xmlns:a="http://schemas.openxmlformats.org/drawingml/2006/main" noGrp="1"/>
          </p:cNvSpPr>
          <p:nvPr/>
        </p:nvSpPr>
        <p:spPr>
          <a:xfrm xmlns:a="http://schemas.openxmlformats.org/drawingml/2006/main">
            <a:off x="781050" y="2457450"/>
            <a:ext cx="4286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02  ├── app.py</a:t>
            </a:r>
          </a:p>
        </p:txBody>
      </p:sp>
      <p:sp>
        <p:nvSpPr>
          <p:cNvPr id="11" name="">
            <a:extLst xmlns:a="http://schemas.openxmlformats.org/drawingml/2006/main">
              <a:ext uri="{FF2B5EF4-FFF2-40B4-BE49-F238E27FC236}">
                <a16:creationId xmlns:a16="http://schemas.microsoft.com/office/drawing/2014/main" id="{65CB7DC5-38E7-47ED-9241-5D3279727E20}"/>
              </a:ext>
            </a:extLst>
          </p:cNvPr>
          <p:cNvSpPr>
            <a:spLocks xmlns:a="http://schemas.openxmlformats.org/drawingml/2006/main" noGrp="1"/>
          </p:cNvSpPr>
          <p:nvPr/>
        </p:nvSpPr>
        <p:spPr>
          <a:xfrm xmlns:a="http://schemas.openxmlformats.org/drawingml/2006/main">
            <a:off x="781050" y="2714625"/>
            <a:ext cx="4286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03  ├── config.py</a:t>
            </a:r>
          </a:p>
        </p:txBody>
      </p:sp>
      <p:sp>
        <p:nvSpPr>
          <p:cNvPr id="12" name="">
            <a:extLst xmlns:a="http://schemas.openxmlformats.org/drawingml/2006/main">
              <a:ext uri="{FF2B5EF4-FFF2-40B4-BE49-F238E27FC236}">
                <a16:creationId xmlns:a16="http://schemas.microsoft.com/office/drawing/2014/main" id="{34E249C2-5D59-433D-9E16-80EE0370E0E4}"/>
              </a:ext>
            </a:extLst>
          </p:cNvPr>
          <p:cNvSpPr>
            <a:spLocks xmlns:a="http://schemas.openxmlformats.org/drawingml/2006/main" noGrp="1"/>
          </p:cNvSpPr>
          <p:nvPr/>
        </p:nvSpPr>
        <p:spPr>
          <a:xfrm xmlns:a="http://schemas.openxmlformats.org/drawingml/2006/main">
            <a:off x="781050" y="2971800"/>
            <a:ext cx="4286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04  ├── requirements.txt</a:t>
            </a:r>
          </a:p>
        </p:txBody>
      </p:sp>
      <p:sp>
        <p:nvSpPr>
          <p:cNvPr id="13" name="">
            <a:extLst xmlns:a="http://schemas.openxmlformats.org/drawingml/2006/main">
              <a:ext uri="{FF2B5EF4-FFF2-40B4-BE49-F238E27FC236}">
                <a16:creationId xmlns:a16="http://schemas.microsoft.com/office/drawing/2014/main" id="{646B0B6B-D048-4172-B261-C93EF45F725C}"/>
              </a:ext>
            </a:extLst>
          </p:cNvPr>
          <p:cNvSpPr>
            <a:spLocks xmlns:a="http://schemas.openxmlformats.org/drawingml/2006/main" noGrp="1"/>
          </p:cNvSpPr>
          <p:nvPr/>
        </p:nvSpPr>
        <p:spPr>
          <a:xfrm xmlns:a="http://schemas.openxmlformats.org/drawingml/2006/main">
            <a:off x="781050" y="3228975"/>
            <a:ext cx="4286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05  ├── .env.example</a:t>
            </a:r>
          </a:p>
        </p:txBody>
      </p:sp>
      <p:sp>
        <p:nvSpPr>
          <p:cNvPr id="14" name="">
            <a:extLst xmlns:a="http://schemas.openxmlformats.org/drawingml/2006/main">
              <a:ext uri="{FF2B5EF4-FFF2-40B4-BE49-F238E27FC236}">
                <a16:creationId xmlns:a16="http://schemas.microsoft.com/office/drawing/2014/main" id="{F970C575-3A16-4033-B9A4-D3B4AF8D41F9}"/>
              </a:ext>
            </a:extLst>
          </p:cNvPr>
          <p:cNvSpPr>
            <a:spLocks xmlns:a="http://schemas.openxmlformats.org/drawingml/2006/main" noGrp="1"/>
          </p:cNvSpPr>
          <p:nvPr/>
        </p:nvSpPr>
        <p:spPr>
          <a:xfrm xmlns:a="http://schemas.openxmlformats.org/drawingml/2006/main">
            <a:off x="781050" y="3486150"/>
            <a:ext cx="4286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06  ├── database/</a:t>
            </a:r>
          </a:p>
        </p:txBody>
      </p:sp>
      <p:sp>
        <p:nvSpPr>
          <p:cNvPr id="15" name="">
            <a:extLst xmlns:a="http://schemas.openxmlformats.org/drawingml/2006/main">
              <a:ext uri="{FF2B5EF4-FFF2-40B4-BE49-F238E27FC236}">
                <a16:creationId xmlns:a16="http://schemas.microsoft.com/office/drawing/2014/main" id="{E05D4C52-AA65-4D69-8750-3D21285AFC08}"/>
              </a:ext>
            </a:extLst>
          </p:cNvPr>
          <p:cNvSpPr>
            <a:spLocks xmlns:a="http://schemas.openxmlformats.org/drawingml/2006/main" noGrp="1"/>
          </p:cNvSpPr>
          <p:nvPr/>
        </p:nvSpPr>
        <p:spPr>
          <a:xfrm xmlns:a="http://schemas.openxmlformats.org/drawingml/2006/main">
            <a:off x="781050" y="3743325"/>
            <a:ext cx="4286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07  │   ├── __init__.py</a:t>
            </a:r>
          </a:p>
        </p:txBody>
      </p:sp>
      <p:sp>
        <p:nvSpPr>
          <p:cNvPr id="16" name="">
            <a:extLst xmlns:a="http://schemas.openxmlformats.org/drawingml/2006/main">
              <a:ext uri="{FF2B5EF4-FFF2-40B4-BE49-F238E27FC236}">
                <a16:creationId xmlns:a16="http://schemas.microsoft.com/office/drawing/2014/main" id="{1B0A26F4-499D-47D0-A288-858D86AF16C0}"/>
              </a:ext>
            </a:extLst>
          </p:cNvPr>
          <p:cNvSpPr>
            <a:spLocks xmlns:a="http://schemas.openxmlformats.org/drawingml/2006/main" noGrp="1"/>
          </p:cNvSpPr>
          <p:nvPr/>
        </p:nvSpPr>
        <p:spPr>
          <a:xfrm xmlns:a="http://schemas.openxmlformats.org/drawingml/2006/main">
            <a:off x="781050" y="4000500"/>
            <a:ext cx="4286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08  │   └── db.py</a:t>
            </a:r>
          </a:p>
        </p:txBody>
      </p:sp>
      <p:sp>
        <p:nvSpPr>
          <p:cNvPr id="17" name="">
            <a:extLst xmlns:a="http://schemas.openxmlformats.org/drawingml/2006/main">
              <a:ext uri="{FF2B5EF4-FFF2-40B4-BE49-F238E27FC236}">
                <a16:creationId xmlns:a16="http://schemas.microsoft.com/office/drawing/2014/main" id="{5C98B980-AA87-42E2-B455-6F023FF73D31}"/>
              </a:ext>
            </a:extLst>
          </p:cNvPr>
          <p:cNvSpPr>
            <a:spLocks xmlns:a="http://schemas.openxmlformats.org/drawingml/2006/main" noGrp="1"/>
          </p:cNvSpPr>
          <p:nvPr/>
        </p:nvSpPr>
        <p:spPr>
          <a:xfrm xmlns:a="http://schemas.openxmlformats.org/drawingml/2006/main">
            <a:off x="781050" y="4257675"/>
            <a:ext cx="4286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09  ├── routes/</a:t>
            </a:r>
          </a:p>
        </p:txBody>
      </p:sp>
      <p:sp>
        <p:nvSpPr>
          <p:cNvPr id="18" name="">
            <a:extLst xmlns:a="http://schemas.openxmlformats.org/drawingml/2006/main">
              <a:ext uri="{FF2B5EF4-FFF2-40B4-BE49-F238E27FC236}">
                <a16:creationId xmlns:a16="http://schemas.microsoft.com/office/drawing/2014/main" id="{29D6EDB1-7CA8-452B-9D34-C8CAD502A1D7}"/>
              </a:ext>
            </a:extLst>
          </p:cNvPr>
          <p:cNvSpPr>
            <a:spLocks xmlns:a="http://schemas.openxmlformats.org/drawingml/2006/main" noGrp="1"/>
          </p:cNvSpPr>
          <p:nvPr/>
        </p:nvSpPr>
        <p:spPr>
          <a:xfrm xmlns:a="http://schemas.openxmlformats.org/drawingml/2006/main">
            <a:off x="781050" y="4514850"/>
            <a:ext cx="4286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10  │   ├── __init__.py</a:t>
            </a:r>
          </a:p>
        </p:txBody>
      </p:sp>
      <p:sp>
        <p:nvSpPr>
          <p:cNvPr id="19" name="">
            <a:extLst xmlns:a="http://schemas.openxmlformats.org/drawingml/2006/main">
              <a:ext uri="{FF2B5EF4-FFF2-40B4-BE49-F238E27FC236}">
                <a16:creationId xmlns:a16="http://schemas.microsoft.com/office/drawing/2014/main" id="{E97F82DD-D3F6-442C-822C-5FF8E4A67D72}"/>
              </a:ext>
            </a:extLst>
          </p:cNvPr>
          <p:cNvSpPr>
            <a:spLocks xmlns:a="http://schemas.openxmlformats.org/drawingml/2006/main" noGrp="1"/>
          </p:cNvSpPr>
          <p:nvPr/>
        </p:nvSpPr>
        <p:spPr>
          <a:xfrm xmlns:a="http://schemas.openxmlformats.org/drawingml/2006/main">
            <a:off x="781050" y="4772025"/>
            <a:ext cx="4286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11  │   └── api.py</a:t>
            </a:r>
          </a:p>
        </p:txBody>
      </p:sp>
      <p:sp>
        <p:nvSpPr>
          <p:cNvPr id="20" name="">
            <a:extLst xmlns:a="http://schemas.openxmlformats.org/drawingml/2006/main">
              <a:ext uri="{FF2B5EF4-FFF2-40B4-BE49-F238E27FC236}">
                <a16:creationId xmlns:a16="http://schemas.microsoft.com/office/drawing/2014/main" id="{4F33987B-F36D-433B-8E8A-CF248DE55339}"/>
              </a:ext>
            </a:extLst>
          </p:cNvPr>
          <p:cNvSpPr>
            <a:spLocks xmlns:a="http://schemas.openxmlformats.org/drawingml/2006/main" noGrp="1"/>
          </p:cNvSpPr>
          <p:nvPr/>
        </p:nvSpPr>
        <p:spPr>
          <a:xfrm xmlns:a="http://schemas.openxmlformats.org/drawingml/2006/main">
            <a:off x="781050" y="5029200"/>
            <a:ext cx="4286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12  ├── migrations/</a:t>
            </a:r>
          </a:p>
        </p:txBody>
      </p:sp>
      <p:sp>
        <p:nvSpPr>
          <p:cNvPr id="21" name="">
            <a:extLst xmlns:a="http://schemas.openxmlformats.org/drawingml/2006/main">
              <a:ext uri="{FF2B5EF4-FFF2-40B4-BE49-F238E27FC236}">
                <a16:creationId xmlns:a16="http://schemas.microsoft.com/office/drawing/2014/main" id="{A482D391-8D22-43B8-94CF-003F57659570}"/>
              </a:ext>
            </a:extLst>
          </p:cNvPr>
          <p:cNvSpPr>
            <a:spLocks xmlns:a="http://schemas.openxmlformats.org/drawingml/2006/main" noGrp="1"/>
          </p:cNvSpPr>
          <p:nvPr/>
        </p:nvSpPr>
        <p:spPr>
          <a:xfrm xmlns:a="http://schemas.openxmlformats.org/drawingml/2006/main">
            <a:off x="781050" y="5286375"/>
            <a:ext cx="4286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13  └── scripts/</a:t>
            </a:r>
          </a:p>
        </p:txBody>
      </p:sp>
      <p:sp>
        <p:nvSpPr>
          <p:cNvPr id="22" name="file-role-1">
            <a:extLst xmlns:a="http://schemas.openxmlformats.org/drawingml/2006/main">
              <a:ext uri="{FF2B5EF4-FFF2-40B4-BE49-F238E27FC236}">
                <a16:creationId xmlns:a16="http://schemas.microsoft.com/office/drawing/2014/main" id="{E391A334-2432-485A-9239-475780C7D234}"/>
              </a:ext>
            </a:extLst>
          </p:cNvPr>
          <p:cNvSpPr>
            <a:spLocks xmlns:a="http://schemas.openxmlformats.org/drawingml/2006/main" noGrp="1"/>
          </p:cNvSpPr>
          <p:nvPr/>
        </p:nvSpPr>
        <p:spPr>
          <a:xfrm xmlns:a="http://schemas.openxmlformats.org/drawingml/2006/main">
            <a:off x="5524500" y="1752600"/>
            <a:ext cx="6057900" cy="685800"/>
          </a:xfrm>
          <a:prstGeom xmlns:a="http://schemas.openxmlformats.org/drawingml/2006/main" prst="roundRect">
            <a:avLst>
              <a:gd name="adj" fmla="val 11111"/>
            </a:avLst>
          </a:prstGeom>
          <a:solidFill xmlns:a="http://schemas.openxmlformats.org/drawingml/2006/main">
            <a:srgbClr val="FFFEFA"/>
          </a:solidFill>
          <a:ln xmlns:a="http://schemas.openxmlformats.org/drawingml/2006/main" w="9525">
            <a:solidFill>
              <a:srgbClr val="E5E1D8"/>
            </a:solidFill>
            <a:prstDash val="solid"/>
          </a:ln>
        </p:spPr>
      </p:sp>
      <p:sp>
        <p:nvSpPr>
          <p:cNvPr id="23" name="">
            <a:extLst xmlns:a="http://schemas.openxmlformats.org/drawingml/2006/main">
              <a:ext uri="{FF2B5EF4-FFF2-40B4-BE49-F238E27FC236}">
                <a16:creationId xmlns:a16="http://schemas.microsoft.com/office/drawing/2014/main" id="{4555513E-D61F-4170-BB24-427B9B5B7C26}"/>
              </a:ext>
            </a:extLst>
          </p:cNvPr>
          <p:cNvSpPr>
            <a:spLocks xmlns:a="http://schemas.openxmlformats.org/drawingml/2006/main" noGrp="1"/>
          </p:cNvSpPr>
          <p:nvPr/>
        </p:nvSpPr>
        <p:spPr>
          <a:xfrm xmlns:a="http://schemas.openxmlformats.org/drawingml/2006/main">
            <a:off x="5715000" y="1895475"/>
            <a:ext cx="1466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123524"/>
                </a:solidFill>
              </a:defRPr>
            </a:pPr>
            <a:r>
              <a:rPr sz="1050" b="1" i="0">
                <a:solidFill>
                  <a:srgbClr val="123524"/>
                </a:solidFill>
              </a:rPr>
              <a:t>app.py</a:t>
            </a:r>
          </a:p>
        </p:txBody>
      </p:sp>
      <p:sp>
        <p:nvSpPr>
          <p:cNvPr id="24" name="">
            <a:extLst xmlns:a="http://schemas.openxmlformats.org/drawingml/2006/main">
              <a:ext uri="{FF2B5EF4-FFF2-40B4-BE49-F238E27FC236}">
                <a16:creationId xmlns:a16="http://schemas.microsoft.com/office/drawing/2014/main" id="{1C1806D2-F6CD-400A-B32D-0FBE3474F503}"/>
              </a:ext>
            </a:extLst>
          </p:cNvPr>
          <p:cNvSpPr>
            <a:spLocks xmlns:a="http://schemas.openxmlformats.org/drawingml/2006/main" noGrp="1"/>
          </p:cNvSpPr>
          <p:nvPr/>
        </p:nvSpPr>
        <p:spPr>
          <a:xfrm xmlns:a="http://schemas.openxmlformats.org/drawingml/2006/main">
            <a:off x="7334250" y="1876425"/>
            <a:ext cx="400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1D2922"/>
                </a:solidFill>
              </a:defRPr>
            </a:pPr>
            <a:r>
              <a:rPr sz="1050" b="0" i="0">
                <a:solidFill>
                  <a:srgbClr val="1D2922"/>
                </a:solidFill>
              </a:rPr>
              <a:t>Creates Flask, enables CORS, registers routes, handles errors, starts the server.</a:t>
            </a:r>
          </a:p>
        </p:txBody>
      </p:sp>
      <p:sp>
        <p:nvSpPr>
          <p:cNvPr id="25" name="file-role-2">
            <a:extLst xmlns:a="http://schemas.openxmlformats.org/drawingml/2006/main">
              <a:ext uri="{FF2B5EF4-FFF2-40B4-BE49-F238E27FC236}">
                <a16:creationId xmlns:a16="http://schemas.microsoft.com/office/drawing/2014/main" id="{97165F56-7A76-4199-A135-1817666D4841}"/>
              </a:ext>
            </a:extLst>
          </p:cNvPr>
          <p:cNvSpPr>
            <a:spLocks xmlns:a="http://schemas.openxmlformats.org/drawingml/2006/main" noGrp="1"/>
          </p:cNvSpPr>
          <p:nvPr/>
        </p:nvSpPr>
        <p:spPr>
          <a:xfrm xmlns:a="http://schemas.openxmlformats.org/drawingml/2006/main">
            <a:off x="5524500" y="2571750"/>
            <a:ext cx="6057900" cy="685800"/>
          </a:xfrm>
          <a:prstGeom xmlns:a="http://schemas.openxmlformats.org/drawingml/2006/main" prst="roundRect">
            <a:avLst>
              <a:gd name="adj" fmla="val 11111"/>
            </a:avLst>
          </a:prstGeom>
          <a:solidFill xmlns:a="http://schemas.openxmlformats.org/drawingml/2006/main">
            <a:srgbClr val="FFFEFA"/>
          </a:solidFill>
          <a:ln xmlns:a="http://schemas.openxmlformats.org/drawingml/2006/main" w="9525">
            <a:solidFill>
              <a:srgbClr val="E5E1D8"/>
            </a:solidFill>
            <a:prstDash val="solid"/>
          </a:ln>
        </p:spPr>
      </p:sp>
      <p:sp>
        <p:nvSpPr>
          <p:cNvPr id="26" name="">
            <a:extLst xmlns:a="http://schemas.openxmlformats.org/drawingml/2006/main">
              <a:ext uri="{FF2B5EF4-FFF2-40B4-BE49-F238E27FC236}">
                <a16:creationId xmlns:a16="http://schemas.microsoft.com/office/drawing/2014/main" id="{3467591C-9882-45D6-A656-F323BA19DF1C}"/>
              </a:ext>
            </a:extLst>
          </p:cNvPr>
          <p:cNvSpPr>
            <a:spLocks xmlns:a="http://schemas.openxmlformats.org/drawingml/2006/main" noGrp="1"/>
          </p:cNvSpPr>
          <p:nvPr/>
        </p:nvSpPr>
        <p:spPr>
          <a:xfrm xmlns:a="http://schemas.openxmlformats.org/drawingml/2006/main">
            <a:off x="5715000" y="2714625"/>
            <a:ext cx="1466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123524"/>
                </a:solidFill>
              </a:defRPr>
            </a:pPr>
            <a:r>
              <a:rPr sz="1050" b="1" i="0">
                <a:solidFill>
                  <a:srgbClr val="123524"/>
                </a:solidFill>
              </a:rPr>
              <a:t>config.py</a:t>
            </a:r>
          </a:p>
        </p:txBody>
      </p:sp>
      <p:sp>
        <p:nvSpPr>
          <p:cNvPr id="27" name="">
            <a:extLst xmlns:a="http://schemas.openxmlformats.org/drawingml/2006/main">
              <a:ext uri="{FF2B5EF4-FFF2-40B4-BE49-F238E27FC236}">
                <a16:creationId xmlns:a16="http://schemas.microsoft.com/office/drawing/2014/main" id="{31616A28-AC78-4EDD-B8DE-66B7AC6B8A7C}"/>
              </a:ext>
            </a:extLst>
          </p:cNvPr>
          <p:cNvSpPr>
            <a:spLocks xmlns:a="http://schemas.openxmlformats.org/drawingml/2006/main" noGrp="1"/>
          </p:cNvSpPr>
          <p:nvPr/>
        </p:nvSpPr>
        <p:spPr>
          <a:xfrm xmlns:a="http://schemas.openxmlformats.org/drawingml/2006/main">
            <a:off x="7334250" y="2695575"/>
            <a:ext cx="400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1D2922"/>
                </a:solidFill>
              </a:defRPr>
            </a:pPr>
            <a:r>
              <a:rPr sz="1050" b="0" i="0">
                <a:solidFill>
                  <a:srgbClr val="1D2922"/>
                </a:solidFill>
              </a:rPr>
              <a:t>Reads environment variables and validates database and server ports.</a:t>
            </a:r>
          </a:p>
        </p:txBody>
      </p:sp>
      <p:sp>
        <p:nvSpPr>
          <p:cNvPr id="28" name="file-role-3">
            <a:extLst xmlns:a="http://schemas.openxmlformats.org/drawingml/2006/main">
              <a:ext uri="{FF2B5EF4-FFF2-40B4-BE49-F238E27FC236}">
                <a16:creationId xmlns:a16="http://schemas.microsoft.com/office/drawing/2014/main" id="{DF32B84F-4E2E-42C5-8FA4-A6E5F01CDCEA}"/>
              </a:ext>
            </a:extLst>
          </p:cNvPr>
          <p:cNvSpPr>
            <a:spLocks xmlns:a="http://schemas.openxmlformats.org/drawingml/2006/main" noGrp="1"/>
          </p:cNvSpPr>
          <p:nvPr/>
        </p:nvSpPr>
        <p:spPr>
          <a:xfrm xmlns:a="http://schemas.openxmlformats.org/drawingml/2006/main">
            <a:off x="5524500" y="3390900"/>
            <a:ext cx="6057900" cy="685800"/>
          </a:xfrm>
          <a:prstGeom xmlns:a="http://schemas.openxmlformats.org/drawingml/2006/main" prst="roundRect">
            <a:avLst>
              <a:gd name="adj" fmla="val 11111"/>
            </a:avLst>
          </a:prstGeom>
          <a:solidFill xmlns:a="http://schemas.openxmlformats.org/drawingml/2006/main">
            <a:srgbClr val="F3E9D5"/>
          </a:solidFill>
          <a:ln xmlns:a="http://schemas.openxmlformats.org/drawingml/2006/main" w="9525">
            <a:solidFill>
              <a:srgbClr val="E5E1D8"/>
            </a:solidFill>
            <a:prstDash val="solid"/>
          </a:ln>
        </p:spPr>
      </p:sp>
      <p:sp>
        <p:nvSpPr>
          <p:cNvPr id="29" name="">
            <a:extLst xmlns:a="http://schemas.openxmlformats.org/drawingml/2006/main">
              <a:ext uri="{FF2B5EF4-FFF2-40B4-BE49-F238E27FC236}">
                <a16:creationId xmlns:a16="http://schemas.microsoft.com/office/drawing/2014/main" id="{79EFE1F2-0581-4ADA-8D09-BB13200C991F}"/>
              </a:ext>
            </a:extLst>
          </p:cNvPr>
          <p:cNvSpPr>
            <a:spLocks xmlns:a="http://schemas.openxmlformats.org/drawingml/2006/main" noGrp="1"/>
          </p:cNvSpPr>
          <p:nvPr/>
        </p:nvSpPr>
        <p:spPr>
          <a:xfrm xmlns:a="http://schemas.openxmlformats.org/drawingml/2006/main">
            <a:off x="5715000" y="3533775"/>
            <a:ext cx="1466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123524"/>
                </a:solidFill>
              </a:defRPr>
            </a:pPr>
            <a:r>
              <a:rPr sz="1050" b="1" i="0">
                <a:solidFill>
                  <a:srgbClr val="123524"/>
                </a:solidFill>
              </a:rPr>
              <a:t>database/db.py</a:t>
            </a:r>
          </a:p>
        </p:txBody>
      </p:sp>
      <p:sp>
        <p:nvSpPr>
          <p:cNvPr id="30" name="">
            <a:extLst xmlns:a="http://schemas.openxmlformats.org/drawingml/2006/main">
              <a:ext uri="{FF2B5EF4-FFF2-40B4-BE49-F238E27FC236}">
                <a16:creationId xmlns:a16="http://schemas.microsoft.com/office/drawing/2014/main" id="{7C835F4E-AD9D-458A-8F2E-66974B70A8DA}"/>
              </a:ext>
            </a:extLst>
          </p:cNvPr>
          <p:cNvSpPr>
            <a:spLocks xmlns:a="http://schemas.openxmlformats.org/drawingml/2006/main" noGrp="1"/>
          </p:cNvSpPr>
          <p:nvPr/>
        </p:nvSpPr>
        <p:spPr>
          <a:xfrm xmlns:a="http://schemas.openxmlformats.org/drawingml/2006/main">
            <a:off x="7334250" y="3514725"/>
            <a:ext cx="400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1D2922"/>
                </a:solidFill>
              </a:defRPr>
            </a:pPr>
            <a:r>
              <a:rPr sz="1050" b="0" i="0">
                <a:solidFill>
                  <a:srgbClr val="1D2922"/>
                </a:solidFill>
              </a:rPr>
              <a:t>Creates the connection pool and provides fetch_one / fetch_all helpers.</a:t>
            </a:r>
          </a:p>
        </p:txBody>
      </p:sp>
      <p:sp>
        <p:nvSpPr>
          <p:cNvPr id="31" name="file-role-4">
            <a:extLst xmlns:a="http://schemas.openxmlformats.org/drawingml/2006/main">
              <a:ext uri="{FF2B5EF4-FFF2-40B4-BE49-F238E27FC236}">
                <a16:creationId xmlns:a16="http://schemas.microsoft.com/office/drawing/2014/main" id="{1F8ADC2C-8770-4319-AF8A-5FCE451EDB61}"/>
              </a:ext>
            </a:extLst>
          </p:cNvPr>
          <p:cNvSpPr>
            <a:spLocks xmlns:a="http://schemas.openxmlformats.org/drawingml/2006/main" noGrp="1"/>
          </p:cNvSpPr>
          <p:nvPr/>
        </p:nvSpPr>
        <p:spPr>
          <a:xfrm xmlns:a="http://schemas.openxmlformats.org/drawingml/2006/main">
            <a:off x="5524500" y="4210050"/>
            <a:ext cx="6057900" cy="685800"/>
          </a:xfrm>
          <a:prstGeom xmlns:a="http://schemas.openxmlformats.org/drawingml/2006/main" prst="roundRect">
            <a:avLst>
              <a:gd name="adj" fmla="val 11111"/>
            </a:avLst>
          </a:prstGeom>
          <a:solidFill xmlns:a="http://schemas.openxmlformats.org/drawingml/2006/main">
            <a:srgbClr val="FFFEFA"/>
          </a:solidFill>
          <a:ln xmlns:a="http://schemas.openxmlformats.org/drawingml/2006/main" w="9525">
            <a:solidFill>
              <a:srgbClr val="E5E1D8"/>
            </a:solidFill>
            <a:prstDash val="solid"/>
          </a:ln>
        </p:spPr>
      </p:sp>
      <p:sp>
        <p:nvSpPr>
          <p:cNvPr id="32" name="">
            <a:extLst xmlns:a="http://schemas.openxmlformats.org/drawingml/2006/main">
              <a:ext uri="{FF2B5EF4-FFF2-40B4-BE49-F238E27FC236}">
                <a16:creationId xmlns:a16="http://schemas.microsoft.com/office/drawing/2014/main" id="{1BE0D516-6F86-49F3-A001-14AB4462D831}"/>
              </a:ext>
            </a:extLst>
          </p:cNvPr>
          <p:cNvSpPr>
            <a:spLocks xmlns:a="http://schemas.openxmlformats.org/drawingml/2006/main" noGrp="1"/>
          </p:cNvSpPr>
          <p:nvPr/>
        </p:nvSpPr>
        <p:spPr>
          <a:xfrm xmlns:a="http://schemas.openxmlformats.org/drawingml/2006/main">
            <a:off x="5715000" y="4352925"/>
            <a:ext cx="1466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123524"/>
                </a:solidFill>
              </a:defRPr>
            </a:pPr>
            <a:r>
              <a:rPr sz="1050" b="1" i="0">
                <a:solidFill>
                  <a:srgbClr val="123524"/>
                </a:solidFill>
              </a:rPr>
              <a:t>routes/api.py</a:t>
            </a:r>
          </a:p>
        </p:txBody>
      </p:sp>
      <p:sp>
        <p:nvSpPr>
          <p:cNvPr id="33" name="">
            <a:extLst xmlns:a="http://schemas.openxmlformats.org/drawingml/2006/main">
              <a:ext uri="{FF2B5EF4-FFF2-40B4-BE49-F238E27FC236}">
                <a16:creationId xmlns:a16="http://schemas.microsoft.com/office/drawing/2014/main" id="{D6E8BED1-1927-4940-B027-4AD34D06BCC0}"/>
              </a:ext>
            </a:extLst>
          </p:cNvPr>
          <p:cNvSpPr>
            <a:spLocks xmlns:a="http://schemas.openxmlformats.org/drawingml/2006/main" noGrp="1"/>
          </p:cNvSpPr>
          <p:nvPr/>
        </p:nvSpPr>
        <p:spPr>
          <a:xfrm xmlns:a="http://schemas.openxmlformats.org/drawingml/2006/main">
            <a:off x="7334250" y="4333875"/>
            <a:ext cx="400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1D2922"/>
                </a:solidFill>
              </a:defRPr>
            </a:pPr>
            <a:r>
              <a:rPr sz="1050" b="0" i="0">
                <a:solidFill>
                  <a:srgbClr val="1D2922"/>
                </a:solidFill>
              </a:rPr>
              <a:t>Defines the ten GET endpoint patterns, SQL, pagination, and validation.</a:t>
            </a:r>
          </a:p>
        </p:txBody>
      </p:sp>
      <p:sp>
        <p:nvSpPr>
          <p:cNvPr id="34" name="file-role-5">
            <a:extLst xmlns:a="http://schemas.openxmlformats.org/drawingml/2006/main">
              <a:ext uri="{FF2B5EF4-FFF2-40B4-BE49-F238E27FC236}">
                <a16:creationId xmlns:a16="http://schemas.microsoft.com/office/drawing/2014/main" id="{942D1A36-693C-4DFC-810C-4E44814A0179}"/>
              </a:ext>
            </a:extLst>
          </p:cNvPr>
          <p:cNvSpPr>
            <a:spLocks xmlns:a="http://schemas.openxmlformats.org/drawingml/2006/main" noGrp="1"/>
          </p:cNvSpPr>
          <p:nvPr/>
        </p:nvSpPr>
        <p:spPr>
          <a:xfrm xmlns:a="http://schemas.openxmlformats.org/drawingml/2006/main">
            <a:off x="5524500" y="5029200"/>
            <a:ext cx="6057900" cy="685800"/>
          </a:xfrm>
          <a:prstGeom xmlns:a="http://schemas.openxmlformats.org/drawingml/2006/main" prst="roundRect">
            <a:avLst>
              <a:gd name="adj" fmla="val 11111"/>
            </a:avLst>
          </a:prstGeom>
          <a:solidFill xmlns:a="http://schemas.openxmlformats.org/drawingml/2006/main">
            <a:srgbClr val="FFFEFA"/>
          </a:solidFill>
          <a:ln xmlns:a="http://schemas.openxmlformats.org/drawingml/2006/main" w="9525">
            <a:solidFill>
              <a:srgbClr val="E5E1D8"/>
            </a:solidFill>
            <a:prstDash val="solid"/>
          </a:ln>
        </p:spPr>
      </p:sp>
      <p:sp>
        <p:nvSpPr>
          <p:cNvPr id="35" name="">
            <a:extLst xmlns:a="http://schemas.openxmlformats.org/drawingml/2006/main">
              <a:ext uri="{FF2B5EF4-FFF2-40B4-BE49-F238E27FC236}">
                <a16:creationId xmlns:a16="http://schemas.microsoft.com/office/drawing/2014/main" id="{EED98A67-692E-45E6-AF38-95DB6E223D11}"/>
              </a:ext>
            </a:extLst>
          </p:cNvPr>
          <p:cNvSpPr>
            <a:spLocks xmlns:a="http://schemas.openxmlformats.org/drawingml/2006/main" noGrp="1"/>
          </p:cNvSpPr>
          <p:nvPr/>
        </p:nvSpPr>
        <p:spPr>
          <a:xfrm xmlns:a="http://schemas.openxmlformats.org/drawingml/2006/main">
            <a:off x="5715000" y="5172075"/>
            <a:ext cx="1466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123524"/>
                </a:solidFill>
              </a:defRPr>
            </a:pPr>
            <a:r>
              <a:rPr sz="1050" b="1" i="0">
                <a:solidFill>
                  <a:srgbClr val="123524"/>
                </a:solidFill>
              </a:rPr>
              <a:t>migrations + scripts</a:t>
            </a:r>
          </a:p>
        </p:txBody>
      </p:sp>
      <p:sp>
        <p:nvSpPr>
          <p:cNvPr id="36" name="">
            <a:extLst xmlns:a="http://schemas.openxmlformats.org/drawingml/2006/main">
              <a:ext uri="{FF2B5EF4-FFF2-40B4-BE49-F238E27FC236}">
                <a16:creationId xmlns:a16="http://schemas.microsoft.com/office/drawing/2014/main" id="{43626E90-1CD4-4F05-9DB6-EFB10259698B}"/>
              </a:ext>
            </a:extLst>
          </p:cNvPr>
          <p:cNvSpPr>
            <a:spLocks xmlns:a="http://schemas.openxmlformats.org/drawingml/2006/main" noGrp="1"/>
          </p:cNvSpPr>
          <p:nvPr/>
        </p:nvSpPr>
        <p:spPr>
          <a:xfrm xmlns:a="http://schemas.openxmlformats.org/drawingml/2006/main">
            <a:off x="7334250" y="5153025"/>
            <a:ext cx="400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1D2922"/>
                </a:solidFill>
              </a:defRPr>
            </a:pPr>
            <a:r>
              <a:rPr sz="1050" b="0" i="0">
                <a:solidFill>
                  <a:srgbClr val="1D2922"/>
                </a:solidFill>
              </a:rPr>
              <a:t>Contain reviewed schema and encoding utilities; they are not request-time routes.</a:t>
            </a:r>
          </a:p>
        </p:txBody>
      </p:sp>
      <p:sp>
        <p:nvSpPr>
          <p:cNvPr id="37" name="">
            <a:extLst xmlns:a="http://schemas.openxmlformats.org/drawingml/2006/main">
              <a:ext uri="{FF2B5EF4-FFF2-40B4-BE49-F238E27FC236}">
                <a16:creationId xmlns:a16="http://schemas.microsoft.com/office/drawing/2014/main" id="{998B15C3-3F01-4E71-BF4C-79572DCC4F9F}"/>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1918597159"/>
      </p:ext>
    </p:extLst>
  </p:cSld>
</p:sld>
</file>

<file path=ppt/slides/slide2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41" name="top-accent">
            <a:extLst xmlns:a="http://schemas.openxmlformats.org/drawingml/2006/main">
              <a:ext uri="{FF2B5EF4-FFF2-40B4-BE49-F238E27FC236}">
                <a16:creationId xmlns:a16="http://schemas.microsoft.com/office/drawing/2014/main" id="{B58EB07A-46BF-4A18-A9C4-EF85D7EF22C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69AFCF56-DFFA-4440-A3AD-B96ECAC3EDCD}"/>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4 · BACKEND</a:t>
            </a:r>
          </a:p>
        </p:txBody>
      </p:sp>
      <p:sp>
        <p:nvSpPr>
          <p:cNvPr id="3" name="slide-number">
            <a:extLst xmlns:a="http://schemas.openxmlformats.org/drawingml/2006/main">
              <a:ext uri="{FF2B5EF4-FFF2-40B4-BE49-F238E27FC236}">
                <a16:creationId xmlns:a16="http://schemas.microsoft.com/office/drawing/2014/main" id="{EF8A2A6B-4901-40F6-AAF6-25E9DA08D52E}"/>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25</a:t>
            </a:r>
          </a:p>
        </p:txBody>
      </p:sp>
      <p:sp>
        <p:nvSpPr>
          <p:cNvPr id="4" name="slide-title">
            <a:extLst xmlns:a="http://schemas.openxmlformats.org/drawingml/2006/main">
              <a:ext uri="{FF2B5EF4-FFF2-40B4-BE49-F238E27FC236}">
                <a16:creationId xmlns:a16="http://schemas.microsoft.com/office/drawing/2014/main" id="{6425FF30-7863-4772-95CE-28109CD9E05B}"/>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The application factory assembles the Flask server</a:t>
            </a:r>
          </a:p>
        </p:txBody>
      </p:sp>
      <p:sp>
        <p:nvSpPr>
          <p:cNvPr id="5" name="slide-subtitle">
            <a:extLst xmlns:a="http://schemas.openxmlformats.org/drawingml/2006/main">
              <a:ext uri="{FF2B5EF4-FFF2-40B4-BE49-F238E27FC236}">
                <a16:creationId xmlns:a16="http://schemas.microsoft.com/office/drawing/2014/main" id="{48DB3664-91F1-4B92-9C67-4E4CA5CA9648}"/>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backend-flask/app.py creates one configured app and connects its reusable parts.</a:t>
            </a:r>
          </a:p>
        </p:txBody>
      </p:sp>
      <p:sp>
        <p:nvSpPr>
          <p:cNvPr id="6" name="dev-code-panel">
            <a:extLst xmlns:a="http://schemas.openxmlformats.org/drawingml/2006/main">
              <a:ext uri="{FF2B5EF4-FFF2-40B4-BE49-F238E27FC236}">
                <a16:creationId xmlns:a16="http://schemas.microsoft.com/office/drawing/2014/main" id="{48F4B8D7-4446-41F1-892E-298204CC7099}"/>
              </a:ext>
            </a:extLst>
          </p:cNvPr>
          <p:cNvSpPr>
            <a:spLocks xmlns:a="http://schemas.openxmlformats.org/drawingml/2006/main" noGrp="1"/>
          </p:cNvSpPr>
          <p:nvPr/>
        </p:nvSpPr>
        <p:spPr>
          <a:xfrm xmlns:a="http://schemas.openxmlformats.org/drawingml/2006/main">
            <a:off x="609600" y="1714500"/>
            <a:ext cx="5429250" cy="4324350"/>
          </a:xfrm>
          <a:prstGeom xmlns:a="http://schemas.openxmlformats.org/drawingml/2006/main" prst="roundRect">
            <a:avLst>
              <a:gd name="adj" fmla="val 1762"/>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B71655F8-64F5-4648-83E3-97DEFE6958B4}"/>
              </a:ext>
            </a:extLst>
          </p:cNvPr>
          <p:cNvSpPr>
            <a:spLocks xmlns:a="http://schemas.openxmlformats.org/drawingml/2006/main" noGrp="1"/>
          </p:cNvSpPr>
          <p:nvPr/>
        </p:nvSpPr>
        <p:spPr>
          <a:xfrm xmlns:a="http://schemas.openxmlformats.org/drawingml/2006/main">
            <a:off x="609600" y="1714500"/>
            <a:ext cx="542925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37F7A95-3B8B-4B8C-B6FE-5B1946752E3D}"/>
              </a:ext>
            </a:extLst>
          </p:cNvPr>
          <p:cNvSpPr>
            <a:spLocks xmlns:a="http://schemas.openxmlformats.org/drawingml/2006/main" noGrp="1"/>
          </p:cNvSpPr>
          <p:nvPr/>
        </p:nvSpPr>
        <p:spPr>
          <a:xfrm xmlns:a="http://schemas.openxmlformats.org/drawingml/2006/main">
            <a:off x="781050" y="1809750"/>
            <a:ext cx="5086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backend-flask/app.py · create_app()</a:t>
            </a:r>
          </a:p>
        </p:txBody>
      </p:sp>
      <p:sp>
        <p:nvSpPr>
          <p:cNvPr id="9" name="">
            <a:extLst xmlns:a="http://schemas.openxmlformats.org/drawingml/2006/main">
              <a:ext uri="{FF2B5EF4-FFF2-40B4-BE49-F238E27FC236}">
                <a16:creationId xmlns:a16="http://schemas.microsoft.com/office/drawing/2014/main" id="{ACF19D8F-DD8A-4DF0-8C9D-3BC6B69D9423}"/>
              </a:ext>
            </a:extLst>
          </p:cNvPr>
          <p:cNvSpPr>
            <a:spLocks xmlns:a="http://schemas.openxmlformats.org/drawingml/2006/main" noGrp="1"/>
          </p:cNvSpPr>
          <p:nvPr/>
        </p:nvSpPr>
        <p:spPr>
          <a:xfrm xmlns:a="http://schemas.openxmlformats.org/drawingml/2006/main">
            <a:off x="781050" y="2162175"/>
            <a:ext cx="514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01  def create_app() -&gt; Flask:</a:t>
            </a:r>
          </a:p>
        </p:txBody>
      </p:sp>
      <p:sp>
        <p:nvSpPr>
          <p:cNvPr id="10" name="">
            <a:extLst xmlns:a="http://schemas.openxmlformats.org/drawingml/2006/main">
              <a:ext uri="{FF2B5EF4-FFF2-40B4-BE49-F238E27FC236}">
                <a16:creationId xmlns:a16="http://schemas.microsoft.com/office/drawing/2014/main" id="{26F8FC22-57A1-4400-8A6B-E0E6AEE51FBA}"/>
              </a:ext>
            </a:extLst>
          </p:cNvPr>
          <p:cNvSpPr>
            <a:spLocks xmlns:a="http://schemas.openxmlformats.org/drawingml/2006/main" noGrp="1"/>
          </p:cNvSpPr>
          <p:nvPr/>
        </p:nvSpPr>
        <p:spPr>
          <a:xfrm xmlns:a="http://schemas.openxmlformats.org/drawingml/2006/main">
            <a:off x="781050" y="2419350"/>
            <a:ext cx="514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02      app = Flask(__name__)</a:t>
            </a:r>
          </a:p>
        </p:txBody>
      </p:sp>
      <p:sp>
        <p:nvSpPr>
          <p:cNvPr id="11" name="">
            <a:extLst xmlns:a="http://schemas.openxmlformats.org/drawingml/2006/main">
              <a:ext uri="{FF2B5EF4-FFF2-40B4-BE49-F238E27FC236}">
                <a16:creationId xmlns:a16="http://schemas.microsoft.com/office/drawing/2014/main" id="{2EA9D077-05A4-4BF4-8BF9-394B482306EE}"/>
              </a:ext>
            </a:extLst>
          </p:cNvPr>
          <p:cNvSpPr>
            <a:spLocks xmlns:a="http://schemas.openxmlformats.org/drawingml/2006/main" noGrp="1"/>
          </p:cNvSpPr>
          <p:nvPr/>
        </p:nvSpPr>
        <p:spPr>
          <a:xfrm xmlns:a="http://schemas.openxmlformats.org/drawingml/2006/main">
            <a:off x="781050" y="2676525"/>
            <a:ext cx="514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03      app.config.from_object(Config)</a:t>
            </a:r>
          </a:p>
        </p:txBody>
      </p:sp>
      <p:sp>
        <p:nvSpPr>
          <p:cNvPr id="12" name="">
            <a:extLst xmlns:a="http://schemas.openxmlformats.org/drawingml/2006/main">
              <a:ext uri="{FF2B5EF4-FFF2-40B4-BE49-F238E27FC236}">
                <a16:creationId xmlns:a16="http://schemas.microsoft.com/office/drawing/2014/main" id="{D694D89F-A6FC-4875-9334-1EAF8ECFF7F6}"/>
              </a:ext>
            </a:extLst>
          </p:cNvPr>
          <p:cNvSpPr>
            <a:spLocks xmlns:a="http://schemas.openxmlformats.org/drawingml/2006/main" noGrp="1"/>
          </p:cNvSpPr>
          <p:nvPr/>
        </p:nvSpPr>
        <p:spPr>
          <a:xfrm xmlns:a="http://schemas.openxmlformats.org/drawingml/2006/main">
            <a:off x="781050" y="2933700"/>
            <a:ext cx="514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04      app.json.sort_keys = False</a:t>
            </a:r>
          </a:p>
        </p:txBody>
      </p:sp>
      <p:sp>
        <p:nvSpPr>
          <p:cNvPr id="13" name="">
            <a:extLst xmlns:a="http://schemas.openxmlformats.org/drawingml/2006/main">
              <a:ext uri="{FF2B5EF4-FFF2-40B4-BE49-F238E27FC236}">
                <a16:creationId xmlns:a16="http://schemas.microsoft.com/office/drawing/2014/main" id="{D4084E20-B530-448B-BA26-1C9A70CCE773}"/>
              </a:ext>
            </a:extLst>
          </p:cNvPr>
          <p:cNvSpPr>
            <a:spLocks xmlns:a="http://schemas.openxmlformats.org/drawingml/2006/main" noGrp="1"/>
          </p:cNvSpPr>
          <p:nvPr/>
        </p:nvSpPr>
        <p:spPr>
          <a:xfrm xmlns:a="http://schemas.openxmlformats.org/drawingml/2006/main">
            <a:off x="781050" y="3190875"/>
            <a:ext cx="514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05  </a:t>
            </a:r>
          </a:p>
        </p:txBody>
      </p:sp>
      <p:sp>
        <p:nvSpPr>
          <p:cNvPr id="14" name="">
            <a:extLst xmlns:a="http://schemas.openxmlformats.org/drawingml/2006/main">
              <a:ext uri="{FF2B5EF4-FFF2-40B4-BE49-F238E27FC236}">
                <a16:creationId xmlns:a16="http://schemas.microsoft.com/office/drawing/2014/main" id="{B8437933-CA4C-408D-BC13-D7B33D9F97DE}"/>
              </a:ext>
            </a:extLst>
          </p:cNvPr>
          <p:cNvSpPr>
            <a:spLocks xmlns:a="http://schemas.openxmlformats.org/drawingml/2006/main" noGrp="1"/>
          </p:cNvSpPr>
          <p:nvPr/>
        </p:nvSpPr>
        <p:spPr>
          <a:xfrm xmlns:a="http://schemas.openxmlformats.org/drawingml/2006/main">
            <a:off x="781050" y="3448050"/>
            <a:ext cx="514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06      CORS(app, resources={</a:t>
            </a:r>
          </a:p>
        </p:txBody>
      </p:sp>
      <p:sp>
        <p:nvSpPr>
          <p:cNvPr id="15" name="">
            <a:extLst xmlns:a="http://schemas.openxmlformats.org/drawingml/2006/main">
              <a:ext uri="{FF2B5EF4-FFF2-40B4-BE49-F238E27FC236}">
                <a16:creationId xmlns:a16="http://schemas.microsoft.com/office/drawing/2014/main" id="{ACB79ABF-A9D5-4959-B6EB-DB0C736806BC}"/>
              </a:ext>
            </a:extLst>
          </p:cNvPr>
          <p:cNvSpPr>
            <a:spLocks xmlns:a="http://schemas.openxmlformats.org/drawingml/2006/main" noGrp="1"/>
          </p:cNvSpPr>
          <p:nvPr/>
        </p:nvSpPr>
        <p:spPr>
          <a:xfrm xmlns:a="http://schemas.openxmlformats.org/drawingml/2006/main">
            <a:off x="781050" y="3705225"/>
            <a:ext cx="514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07          r"/api/*": {"origins": ALLOWED_ORIGINS}</a:t>
            </a:r>
          </a:p>
        </p:txBody>
      </p:sp>
      <p:sp>
        <p:nvSpPr>
          <p:cNvPr id="16" name="">
            <a:extLst xmlns:a="http://schemas.openxmlformats.org/drawingml/2006/main">
              <a:ext uri="{FF2B5EF4-FFF2-40B4-BE49-F238E27FC236}">
                <a16:creationId xmlns:a16="http://schemas.microsoft.com/office/drawing/2014/main" id="{F373D1EA-905C-4F91-B352-B7FF457932F4}"/>
              </a:ext>
            </a:extLst>
          </p:cNvPr>
          <p:cNvSpPr>
            <a:spLocks xmlns:a="http://schemas.openxmlformats.org/drawingml/2006/main" noGrp="1"/>
          </p:cNvSpPr>
          <p:nvPr/>
        </p:nvSpPr>
        <p:spPr>
          <a:xfrm xmlns:a="http://schemas.openxmlformats.org/drawingml/2006/main">
            <a:off x="781050" y="3962400"/>
            <a:ext cx="514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08      }, methods=["GET"])</a:t>
            </a:r>
          </a:p>
        </p:txBody>
      </p:sp>
      <p:sp>
        <p:nvSpPr>
          <p:cNvPr id="17" name="">
            <a:extLst xmlns:a="http://schemas.openxmlformats.org/drawingml/2006/main">
              <a:ext uri="{FF2B5EF4-FFF2-40B4-BE49-F238E27FC236}">
                <a16:creationId xmlns:a16="http://schemas.microsoft.com/office/drawing/2014/main" id="{6059762D-42D4-4E5E-A886-440C1A12E884}"/>
              </a:ext>
            </a:extLst>
          </p:cNvPr>
          <p:cNvSpPr>
            <a:spLocks xmlns:a="http://schemas.openxmlformats.org/drawingml/2006/main" noGrp="1"/>
          </p:cNvSpPr>
          <p:nvPr/>
        </p:nvSpPr>
        <p:spPr>
          <a:xfrm xmlns:a="http://schemas.openxmlformats.org/drawingml/2006/main">
            <a:off x="781050" y="4219575"/>
            <a:ext cx="514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09      init_pool(app.config)</a:t>
            </a:r>
          </a:p>
        </p:txBody>
      </p:sp>
      <p:sp>
        <p:nvSpPr>
          <p:cNvPr id="18" name="">
            <a:extLst xmlns:a="http://schemas.openxmlformats.org/drawingml/2006/main">
              <a:ext uri="{FF2B5EF4-FFF2-40B4-BE49-F238E27FC236}">
                <a16:creationId xmlns:a16="http://schemas.microsoft.com/office/drawing/2014/main" id="{D44E1C2D-F532-410E-A303-56065792DDF9}"/>
              </a:ext>
            </a:extLst>
          </p:cNvPr>
          <p:cNvSpPr>
            <a:spLocks xmlns:a="http://schemas.openxmlformats.org/drawingml/2006/main" noGrp="1"/>
          </p:cNvSpPr>
          <p:nvPr/>
        </p:nvSpPr>
        <p:spPr>
          <a:xfrm xmlns:a="http://schemas.openxmlformats.org/drawingml/2006/main">
            <a:off x="781050" y="4476750"/>
            <a:ext cx="514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10      app.register_blueprint(api)</a:t>
            </a:r>
          </a:p>
        </p:txBody>
      </p:sp>
      <p:sp>
        <p:nvSpPr>
          <p:cNvPr id="19" name="">
            <a:extLst xmlns:a="http://schemas.openxmlformats.org/drawingml/2006/main">
              <a:ext uri="{FF2B5EF4-FFF2-40B4-BE49-F238E27FC236}">
                <a16:creationId xmlns:a16="http://schemas.microsoft.com/office/drawing/2014/main" id="{A734B9AD-821A-4431-BEA6-C28D3846242C}"/>
              </a:ext>
            </a:extLst>
          </p:cNvPr>
          <p:cNvSpPr>
            <a:spLocks xmlns:a="http://schemas.openxmlformats.org/drawingml/2006/main" noGrp="1"/>
          </p:cNvSpPr>
          <p:nvPr/>
        </p:nvSpPr>
        <p:spPr>
          <a:xfrm xmlns:a="http://schemas.openxmlformats.org/drawingml/2006/main">
            <a:off x="781050" y="4733925"/>
            <a:ext cx="514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11      return app</a:t>
            </a:r>
          </a:p>
        </p:txBody>
      </p:sp>
      <p:sp>
        <p:nvSpPr>
          <p:cNvPr id="20" name="">
            <a:extLst xmlns:a="http://schemas.openxmlformats.org/drawingml/2006/main">
              <a:ext uri="{FF2B5EF4-FFF2-40B4-BE49-F238E27FC236}">
                <a16:creationId xmlns:a16="http://schemas.microsoft.com/office/drawing/2014/main" id="{EA31379E-AC4A-491D-A8EE-9245841303B9}"/>
              </a:ext>
            </a:extLst>
          </p:cNvPr>
          <p:cNvSpPr>
            <a:spLocks xmlns:a="http://schemas.openxmlformats.org/drawingml/2006/main" noGrp="1"/>
          </p:cNvSpPr>
          <p:nvPr/>
        </p:nvSpPr>
        <p:spPr>
          <a:xfrm xmlns:a="http://schemas.openxmlformats.org/drawingml/2006/main">
            <a:off x="781050" y="4991100"/>
            <a:ext cx="514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12  </a:t>
            </a:r>
          </a:p>
        </p:txBody>
      </p:sp>
      <p:sp>
        <p:nvSpPr>
          <p:cNvPr id="21" name="">
            <a:extLst xmlns:a="http://schemas.openxmlformats.org/drawingml/2006/main">
              <a:ext uri="{FF2B5EF4-FFF2-40B4-BE49-F238E27FC236}">
                <a16:creationId xmlns:a16="http://schemas.microsoft.com/office/drawing/2014/main" id="{B8E39F9D-5E88-4B11-83E3-148EA7F3D9C2}"/>
              </a:ext>
            </a:extLst>
          </p:cNvPr>
          <p:cNvSpPr>
            <a:spLocks xmlns:a="http://schemas.openxmlformats.org/drawingml/2006/main" noGrp="1"/>
          </p:cNvSpPr>
          <p:nvPr/>
        </p:nvSpPr>
        <p:spPr>
          <a:xfrm xmlns:a="http://schemas.openxmlformats.org/drawingml/2006/main">
            <a:off x="781050" y="5248275"/>
            <a:ext cx="514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13  app = create_app()</a:t>
            </a:r>
          </a:p>
        </p:txBody>
      </p:sp>
      <p:sp>
        <p:nvSpPr>
          <p:cNvPr id="22" name="factory-node-1">
            <a:extLst xmlns:a="http://schemas.openxmlformats.org/drawingml/2006/main">
              <a:ext uri="{FF2B5EF4-FFF2-40B4-BE49-F238E27FC236}">
                <a16:creationId xmlns:a16="http://schemas.microsoft.com/office/drawing/2014/main" id="{33F17A7E-2346-4964-B4F9-8F08157999A4}"/>
              </a:ext>
            </a:extLst>
          </p:cNvPr>
          <p:cNvSpPr>
            <a:spLocks xmlns:a="http://schemas.openxmlformats.org/drawingml/2006/main" noGrp="1"/>
          </p:cNvSpPr>
          <p:nvPr/>
        </p:nvSpPr>
        <p:spPr>
          <a:xfrm xmlns:a="http://schemas.openxmlformats.org/drawingml/2006/main">
            <a:off x="6667500" y="2571750"/>
            <a:ext cx="1352550" cy="1143000"/>
          </a:xfrm>
          <a:prstGeom xmlns:a="http://schemas.openxmlformats.org/drawingml/2006/main" prst="roundRect">
            <a:avLst>
              <a:gd name="adj" fmla="val 6667"/>
            </a:avLst>
          </a:prstGeom>
          <a:solidFill xmlns:a="http://schemas.openxmlformats.org/drawingml/2006/main">
            <a:srgbClr val="E4EEE7"/>
          </a:solidFill>
          <a:ln xmlns:a="http://schemas.openxmlformats.org/drawingml/2006/main" w="9525">
            <a:solidFill>
              <a:srgbClr val="E5E1D8"/>
            </a:solidFill>
            <a:prstDash val="solid"/>
          </a:ln>
        </p:spPr>
      </p:sp>
      <p:sp>
        <p:nvSpPr>
          <p:cNvPr id="23" name="">
            <a:extLst xmlns:a="http://schemas.openxmlformats.org/drawingml/2006/main">
              <a:ext uri="{FF2B5EF4-FFF2-40B4-BE49-F238E27FC236}">
                <a16:creationId xmlns:a16="http://schemas.microsoft.com/office/drawing/2014/main" id="{A78DAA45-CB3F-43BF-8C1C-8105F4445B18}"/>
              </a:ext>
            </a:extLst>
          </p:cNvPr>
          <p:cNvSpPr>
            <a:spLocks xmlns:a="http://schemas.openxmlformats.org/drawingml/2006/main" noGrp="1"/>
          </p:cNvSpPr>
          <p:nvPr/>
        </p:nvSpPr>
        <p:spPr>
          <a:xfrm xmlns:a="http://schemas.openxmlformats.org/drawingml/2006/main">
            <a:off x="6762750" y="2781300"/>
            <a:ext cx="1162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i="0">
                <a:solidFill>
                  <a:srgbClr val="C8A96A"/>
                </a:solidFill>
              </a:defRPr>
            </a:pPr>
            <a:r>
              <a:rPr sz="750" b="1" i="0">
                <a:solidFill>
                  <a:srgbClr val="C8A96A"/>
                </a:solidFill>
              </a:rPr>
              <a:t>PYTHON FILE</a:t>
            </a:r>
          </a:p>
        </p:txBody>
      </p:sp>
      <p:sp>
        <p:nvSpPr>
          <p:cNvPr id="24" name="">
            <a:extLst xmlns:a="http://schemas.openxmlformats.org/drawingml/2006/main">
              <a:ext uri="{FF2B5EF4-FFF2-40B4-BE49-F238E27FC236}">
                <a16:creationId xmlns:a16="http://schemas.microsoft.com/office/drawing/2014/main" id="{FE98AAAF-CB50-4AAD-AA47-F3BC0A51504D}"/>
              </a:ext>
            </a:extLst>
          </p:cNvPr>
          <p:cNvSpPr>
            <a:spLocks xmlns:a="http://schemas.openxmlformats.org/drawingml/2006/main" noGrp="1"/>
          </p:cNvSpPr>
          <p:nvPr/>
        </p:nvSpPr>
        <p:spPr>
          <a:xfrm xmlns:a="http://schemas.openxmlformats.org/drawingml/2006/main">
            <a:off x="6781800" y="3143250"/>
            <a:ext cx="1123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i="0">
                <a:solidFill>
                  <a:srgbClr val="123524"/>
                </a:solidFill>
              </a:defRPr>
            </a:pPr>
            <a:r>
              <a:rPr sz="1275" b="1" i="0">
                <a:solidFill>
                  <a:srgbClr val="123524"/>
                </a:solidFill>
              </a:rPr>
              <a:t>app.py</a:t>
            </a:r>
          </a:p>
        </p:txBody>
      </p:sp>
      <p:sp>
        <p:nvSpPr>
          <p:cNvPr id="25" name="">
            <a:extLst xmlns:a="http://schemas.openxmlformats.org/drawingml/2006/main">
              <a:ext uri="{FF2B5EF4-FFF2-40B4-BE49-F238E27FC236}">
                <a16:creationId xmlns:a16="http://schemas.microsoft.com/office/drawing/2014/main" id="{245B6C66-F7E0-4B5C-9D67-41FB9418CB4B}"/>
              </a:ext>
            </a:extLst>
          </p:cNvPr>
          <p:cNvSpPr>
            <a:spLocks xmlns:a="http://schemas.openxmlformats.org/drawingml/2006/main" noGrp="1"/>
          </p:cNvSpPr>
          <p:nvPr/>
        </p:nvSpPr>
        <p:spPr>
          <a:xfrm xmlns:a="http://schemas.openxmlformats.org/drawingml/2006/main">
            <a:off x="8020050" y="29908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i="0">
                <a:solidFill>
                  <a:srgbClr val="C8A96A"/>
                </a:solidFill>
              </a:defRPr>
            </a:pPr>
            <a:r>
              <a:rPr sz="1725" b="1" i="0">
                <a:solidFill>
                  <a:srgbClr val="C8A96A"/>
                </a:solidFill>
              </a:rPr>
              <a:t>→</a:t>
            </a:r>
          </a:p>
        </p:txBody>
      </p:sp>
      <p:sp>
        <p:nvSpPr>
          <p:cNvPr id="26" name="factory-node-2">
            <a:extLst xmlns:a="http://schemas.openxmlformats.org/drawingml/2006/main">
              <a:ext uri="{FF2B5EF4-FFF2-40B4-BE49-F238E27FC236}">
                <a16:creationId xmlns:a16="http://schemas.microsoft.com/office/drawing/2014/main" id="{11421561-C036-46AE-B705-071058A925D8}"/>
              </a:ext>
            </a:extLst>
          </p:cNvPr>
          <p:cNvSpPr>
            <a:spLocks xmlns:a="http://schemas.openxmlformats.org/drawingml/2006/main" noGrp="1"/>
          </p:cNvSpPr>
          <p:nvPr/>
        </p:nvSpPr>
        <p:spPr>
          <a:xfrm xmlns:a="http://schemas.openxmlformats.org/drawingml/2006/main">
            <a:off x="8229600" y="2571750"/>
            <a:ext cx="1352550" cy="1143000"/>
          </a:xfrm>
          <a:prstGeom xmlns:a="http://schemas.openxmlformats.org/drawingml/2006/main" prst="roundRect">
            <a:avLst>
              <a:gd name="adj" fmla="val 6667"/>
            </a:avLst>
          </a:prstGeom>
          <a:solidFill xmlns:a="http://schemas.openxmlformats.org/drawingml/2006/main">
            <a:srgbClr val="EEE1C8"/>
          </a:solidFill>
          <a:ln xmlns:a="http://schemas.openxmlformats.org/drawingml/2006/main" w="9525">
            <a:solidFill>
              <a:srgbClr val="E5E1D8"/>
            </a:solidFill>
            <a:prstDash val="solid"/>
          </a:ln>
        </p:spPr>
      </p:sp>
      <p:sp>
        <p:nvSpPr>
          <p:cNvPr id="27" name="">
            <a:extLst xmlns:a="http://schemas.openxmlformats.org/drawingml/2006/main">
              <a:ext uri="{FF2B5EF4-FFF2-40B4-BE49-F238E27FC236}">
                <a16:creationId xmlns:a16="http://schemas.microsoft.com/office/drawing/2014/main" id="{07E89D68-4CE5-4105-ADC3-BB9510A90D8E}"/>
              </a:ext>
            </a:extLst>
          </p:cNvPr>
          <p:cNvSpPr>
            <a:spLocks xmlns:a="http://schemas.openxmlformats.org/drawingml/2006/main" noGrp="1"/>
          </p:cNvSpPr>
          <p:nvPr/>
        </p:nvSpPr>
        <p:spPr>
          <a:xfrm xmlns:a="http://schemas.openxmlformats.org/drawingml/2006/main">
            <a:off x="8324850" y="2781300"/>
            <a:ext cx="1162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i="0">
                <a:solidFill>
                  <a:srgbClr val="C8A96A"/>
                </a:solidFill>
              </a:defRPr>
            </a:pPr>
            <a:r>
              <a:rPr sz="750" b="1" i="0">
                <a:solidFill>
                  <a:srgbClr val="C8A96A"/>
                </a:solidFill>
              </a:rPr>
              <a:t>FLASK APP</a:t>
            </a:r>
          </a:p>
        </p:txBody>
      </p:sp>
      <p:sp>
        <p:nvSpPr>
          <p:cNvPr id="28" name="">
            <a:extLst xmlns:a="http://schemas.openxmlformats.org/drawingml/2006/main">
              <a:ext uri="{FF2B5EF4-FFF2-40B4-BE49-F238E27FC236}">
                <a16:creationId xmlns:a16="http://schemas.microsoft.com/office/drawing/2014/main" id="{7798C6CB-51E7-4B5D-A664-A3AF88D0C2B5}"/>
              </a:ext>
            </a:extLst>
          </p:cNvPr>
          <p:cNvSpPr>
            <a:spLocks xmlns:a="http://schemas.openxmlformats.org/drawingml/2006/main" noGrp="1"/>
          </p:cNvSpPr>
          <p:nvPr/>
        </p:nvSpPr>
        <p:spPr>
          <a:xfrm xmlns:a="http://schemas.openxmlformats.org/drawingml/2006/main">
            <a:off x="8343900" y="3143250"/>
            <a:ext cx="1123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i="0">
                <a:solidFill>
                  <a:srgbClr val="123524"/>
                </a:solidFill>
              </a:defRPr>
            </a:pPr>
            <a:r>
              <a:rPr sz="1275" b="1" i="0">
                <a:solidFill>
                  <a:srgbClr val="123524"/>
                </a:solidFill>
              </a:rPr>
              <a:t>configured server</a:t>
            </a:r>
          </a:p>
        </p:txBody>
      </p:sp>
      <p:sp>
        <p:nvSpPr>
          <p:cNvPr id="29" name="">
            <a:extLst xmlns:a="http://schemas.openxmlformats.org/drawingml/2006/main">
              <a:ext uri="{FF2B5EF4-FFF2-40B4-BE49-F238E27FC236}">
                <a16:creationId xmlns:a16="http://schemas.microsoft.com/office/drawing/2014/main" id="{CE8139BA-0D45-47AC-B4DF-37B7ABDC606D}"/>
              </a:ext>
            </a:extLst>
          </p:cNvPr>
          <p:cNvSpPr>
            <a:spLocks xmlns:a="http://schemas.openxmlformats.org/drawingml/2006/main" noGrp="1"/>
          </p:cNvSpPr>
          <p:nvPr/>
        </p:nvSpPr>
        <p:spPr>
          <a:xfrm xmlns:a="http://schemas.openxmlformats.org/drawingml/2006/main">
            <a:off x="9582150" y="29908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i="0">
                <a:solidFill>
                  <a:srgbClr val="C8A96A"/>
                </a:solidFill>
              </a:defRPr>
            </a:pPr>
            <a:r>
              <a:rPr sz="1725" b="1" i="0">
                <a:solidFill>
                  <a:srgbClr val="C8A96A"/>
                </a:solidFill>
              </a:rPr>
              <a:t>→</a:t>
            </a:r>
          </a:p>
        </p:txBody>
      </p:sp>
      <p:sp>
        <p:nvSpPr>
          <p:cNvPr id="30" name="factory-node-3">
            <a:extLst xmlns:a="http://schemas.openxmlformats.org/drawingml/2006/main">
              <a:ext uri="{FF2B5EF4-FFF2-40B4-BE49-F238E27FC236}">
                <a16:creationId xmlns:a16="http://schemas.microsoft.com/office/drawing/2014/main" id="{9B504D5B-3F6F-4586-AD17-DC1887F7891B}"/>
              </a:ext>
            </a:extLst>
          </p:cNvPr>
          <p:cNvSpPr>
            <a:spLocks xmlns:a="http://schemas.openxmlformats.org/drawingml/2006/main" noGrp="1"/>
          </p:cNvSpPr>
          <p:nvPr/>
        </p:nvSpPr>
        <p:spPr>
          <a:xfrm xmlns:a="http://schemas.openxmlformats.org/drawingml/2006/main">
            <a:off x="9791700" y="2571750"/>
            <a:ext cx="1352550" cy="1143000"/>
          </a:xfrm>
          <a:prstGeom xmlns:a="http://schemas.openxmlformats.org/drawingml/2006/main" prst="roundRect">
            <a:avLst>
              <a:gd name="adj" fmla="val 6667"/>
            </a:avLst>
          </a:prstGeom>
          <a:solidFill xmlns:a="http://schemas.openxmlformats.org/drawingml/2006/main">
            <a:srgbClr val="E4EEE7"/>
          </a:solidFill>
          <a:ln xmlns:a="http://schemas.openxmlformats.org/drawingml/2006/main" w="9525">
            <a:solidFill>
              <a:srgbClr val="E5E1D8"/>
            </a:solidFill>
            <a:prstDash val="solid"/>
          </a:ln>
        </p:spPr>
      </p:sp>
      <p:sp>
        <p:nvSpPr>
          <p:cNvPr id="31" name="">
            <a:extLst xmlns:a="http://schemas.openxmlformats.org/drawingml/2006/main">
              <a:ext uri="{FF2B5EF4-FFF2-40B4-BE49-F238E27FC236}">
                <a16:creationId xmlns:a16="http://schemas.microsoft.com/office/drawing/2014/main" id="{E5107183-7463-4207-A128-32354DCD7F2F}"/>
              </a:ext>
            </a:extLst>
          </p:cNvPr>
          <p:cNvSpPr>
            <a:spLocks xmlns:a="http://schemas.openxmlformats.org/drawingml/2006/main" noGrp="1"/>
          </p:cNvSpPr>
          <p:nvPr/>
        </p:nvSpPr>
        <p:spPr>
          <a:xfrm xmlns:a="http://schemas.openxmlformats.org/drawingml/2006/main">
            <a:off x="9886950" y="2781300"/>
            <a:ext cx="1162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i="0">
                <a:solidFill>
                  <a:srgbClr val="C8A96A"/>
                </a:solidFill>
              </a:defRPr>
            </a:pPr>
            <a:r>
              <a:rPr sz="750" b="1" i="0">
                <a:solidFill>
                  <a:srgbClr val="C8A96A"/>
                </a:solidFill>
              </a:rPr>
              <a:t>API BLUEPRINT</a:t>
            </a:r>
          </a:p>
        </p:txBody>
      </p:sp>
      <p:sp>
        <p:nvSpPr>
          <p:cNvPr id="32" name="">
            <a:extLst xmlns:a="http://schemas.openxmlformats.org/drawingml/2006/main">
              <a:ext uri="{FF2B5EF4-FFF2-40B4-BE49-F238E27FC236}">
                <a16:creationId xmlns:a16="http://schemas.microsoft.com/office/drawing/2014/main" id="{8907719A-8E70-4B3F-BAC7-541F5135ECB2}"/>
              </a:ext>
            </a:extLst>
          </p:cNvPr>
          <p:cNvSpPr>
            <a:spLocks xmlns:a="http://schemas.openxmlformats.org/drawingml/2006/main" noGrp="1"/>
          </p:cNvSpPr>
          <p:nvPr/>
        </p:nvSpPr>
        <p:spPr>
          <a:xfrm xmlns:a="http://schemas.openxmlformats.org/drawingml/2006/main">
            <a:off x="9906000" y="3143250"/>
            <a:ext cx="1123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i="0">
                <a:solidFill>
                  <a:srgbClr val="123524"/>
                </a:solidFill>
              </a:defRPr>
            </a:pPr>
            <a:r>
              <a:rPr sz="1275" b="1" i="0">
                <a:solidFill>
                  <a:srgbClr val="123524"/>
                </a:solidFill>
              </a:rPr>
              <a:t>/api routes</a:t>
            </a:r>
          </a:p>
        </p:txBody>
      </p:sp>
      <p:sp>
        <p:nvSpPr>
          <p:cNvPr id="33" name="">
            <a:extLst xmlns:a="http://schemas.openxmlformats.org/drawingml/2006/main">
              <a:ext uri="{FF2B5EF4-FFF2-40B4-BE49-F238E27FC236}">
                <a16:creationId xmlns:a16="http://schemas.microsoft.com/office/drawing/2014/main" id="{D3210D38-5E4A-4929-B0DE-5904C2D8419E}"/>
              </a:ext>
            </a:extLst>
          </p:cNvPr>
          <p:cNvSpPr>
            <a:spLocks xmlns:a="http://schemas.openxmlformats.org/drawingml/2006/main" noGrp="1"/>
          </p:cNvSpPr>
          <p:nvPr/>
        </p:nvSpPr>
        <p:spPr>
          <a:xfrm xmlns:a="http://schemas.openxmlformats.org/drawingml/2006/main">
            <a:off x="6724650" y="424815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CORS accepts GET requests from localhost:5500 and 127.0.0.1:5500 only.</a:t>
            </a:r>
          </a:p>
        </p:txBody>
      </p:sp>
      <p:sp>
        <p:nvSpPr>
          <p:cNvPr id="34" name="">
            <a:extLst xmlns:a="http://schemas.openxmlformats.org/drawingml/2006/main">
              <a:ext uri="{FF2B5EF4-FFF2-40B4-BE49-F238E27FC236}">
                <a16:creationId xmlns:a16="http://schemas.microsoft.com/office/drawing/2014/main" id="{78F349D9-ACC1-471F-982F-FD24DE84C559}"/>
              </a:ext>
            </a:extLst>
          </p:cNvPr>
          <p:cNvSpPr>
            <a:spLocks xmlns:a="http://schemas.openxmlformats.org/drawingml/2006/main" noGrp="1"/>
          </p:cNvSpPr>
          <p:nvPr/>
        </p:nvSpPr>
        <p:spPr>
          <a:xfrm xmlns:a="http://schemas.openxmlformats.org/drawingml/2006/main">
            <a:off x="7010400" y="5143500"/>
            <a:ext cx="1200150" cy="285750"/>
          </a:xfrm>
          <a:prstGeom xmlns:a="http://schemas.openxmlformats.org/drawingml/2006/main" prst="roundRect">
            <a:avLst>
              <a:gd name="adj" fmla="val 26667"/>
            </a:avLst>
          </a:prstGeom>
          <a:solidFill xmlns:a="http://schemas.openxmlformats.org/drawingml/2006/main">
            <a:srgbClr val="123524"/>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AA035A9E-901A-4C75-A63A-0B6EE586F4FA}"/>
              </a:ext>
            </a:extLst>
          </p:cNvPr>
          <p:cNvSpPr>
            <a:spLocks xmlns:a="http://schemas.openxmlformats.org/drawingml/2006/main" noGrp="1"/>
          </p:cNvSpPr>
          <p:nvPr/>
        </p:nvSpPr>
        <p:spPr>
          <a:xfrm xmlns:a="http://schemas.openxmlformats.org/drawingml/2006/main">
            <a:off x="7105650" y="520065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configuration</a:t>
            </a:r>
          </a:p>
        </p:txBody>
      </p:sp>
      <p:sp>
        <p:nvSpPr>
          <p:cNvPr id="36" name="">
            <a:extLst xmlns:a="http://schemas.openxmlformats.org/drawingml/2006/main">
              <a:ext uri="{FF2B5EF4-FFF2-40B4-BE49-F238E27FC236}">
                <a16:creationId xmlns:a16="http://schemas.microsoft.com/office/drawing/2014/main" id="{E0155199-60E2-4D43-B78F-AE891CC9C7C0}"/>
              </a:ext>
            </a:extLst>
          </p:cNvPr>
          <p:cNvSpPr>
            <a:spLocks xmlns:a="http://schemas.openxmlformats.org/drawingml/2006/main" noGrp="1"/>
          </p:cNvSpPr>
          <p:nvPr/>
        </p:nvSpPr>
        <p:spPr>
          <a:xfrm xmlns:a="http://schemas.openxmlformats.org/drawingml/2006/main">
            <a:off x="8343900" y="5143500"/>
            <a:ext cx="1390650" cy="285750"/>
          </a:xfrm>
          <a:prstGeom xmlns:a="http://schemas.openxmlformats.org/drawingml/2006/main" prst="roundRect">
            <a:avLst>
              <a:gd name="adj" fmla="val 26667"/>
            </a:avLst>
          </a:prstGeom>
          <a:solidFill xmlns:a="http://schemas.openxmlformats.org/drawingml/2006/main">
            <a:srgbClr val="C8A96A"/>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0DD3DD56-9C68-4D38-9F60-F8EFD73C1FFC}"/>
              </a:ext>
            </a:extLst>
          </p:cNvPr>
          <p:cNvSpPr>
            <a:spLocks xmlns:a="http://schemas.openxmlformats.org/drawingml/2006/main" noGrp="1"/>
          </p:cNvSpPr>
          <p:nvPr/>
        </p:nvSpPr>
        <p:spPr>
          <a:xfrm xmlns:a="http://schemas.openxmlformats.org/drawingml/2006/main">
            <a:off x="8439150" y="5200650"/>
            <a:ext cx="1200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071B12"/>
                </a:solidFill>
              </a:defRPr>
            </a:pPr>
            <a:r>
              <a:rPr sz="900" b="1" i="0">
                <a:solidFill>
                  <a:srgbClr val="071B12"/>
                </a:solidFill>
              </a:rPr>
              <a:t>connection pool</a:t>
            </a:r>
          </a:p>
        </p:txBody>
      </p:sp>
      <p:sp>
        <p:nvSpPr>
          <p:cNvPr id="38" name="">
            <a:extLst xmlns:a="http://schemas.openxmlformats.org/drawingml/2006/main">
              <a:ext uri="{FF2B5EF4-FFF2-40B4-BE49-F238E27FC236}">
                <a16:creationId xmlns:a16="http://schemas.microsoft.com/office/drawing/2014/main" id="{C0CFB854-4CD8-4D31-8CAD-120739F23EE3}"/>
              </a:ext>
            </a:extLst>
          </p:cNvPr>
          <p:cNvSpPr>
            <a:spLocks xmlns:a="http://schemas.openxmlformats.org/drawingml/2006/main" noGrp="1"/>
          </p:cNvSpPr>
          <p:nvPr/>
        </p:nvSpPr>
        <p:spPr>
          <a:xfrm xmlns:a="http://schemas.openxmlformats.org/drawingml/2006/main">
            <a:off x="9867900" y="5143500"/>
            <a:ext cx="1028700" cy="285750"/>
          </a:xfrm>
          <a:prstGeom xmlns:a="http://schemas.openxmlformats.org/drawingml/2006/main" prst="roundRect">
            <a:avLst>
              <a:gd name="adj" fmla="val 26667"/>
            </a:avLst>
          </a:prstGeom>
          <a:solidFill xmlns:a="http://schemas.openxmlformats.org/drawingml/2006/main">
            <a:srgbClr val="E4EEE7"/>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B5DF1326-224F-4A5B-A1A2-E2F7C494A570}"/>
              </a:ext>
            </a:extLst>
          </p:cNvPr>
          <p:cNvSpPr>
            <a:spLocks xmlns:a="http://schemas.openxmlformats.org/drawingml/2006/main" noGrp="1"/>
          </p:cNvSpPr>
          <p:nvPr/>
        </p:nvSpPr>
        <p:spPr>
          <a:xfrm xmlns:a="http://schemas.openxmlformats.org/drawingml/2006/main">
            <a:off x="9963150" y="52006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123524"/>
                </a:solidFill>
              </a:defRPr>
            </a:pPr>
            <a:r>
              <a:rPr sz="900" b="1" i="0">
                <a:solidFill>
                  <a:srgbClr val="123524"/>
                </a:solidFill>
              </a:rPr>
              <a:t>routes</a:t>
            </a:r>
          </a:p>
        </p:txBody>
      </p:sp>
      <p:sp>
        <p:nvSpPr>
          <p:cNvPr id="40" name="">
            <a:extLst xmlns:a="http://schemas.openxmlformats.org/drawingml/2006/main">
              <a:ext uri="{FF2B5EF4-FFF2-40B4-BE49-F238E27FC236}">
                <a16:creationId xmlns:a16="http://schemas.microsoft.com/office/drawing/2014/main" id="{F39BC0FE-D86D-44D5-B39C-4A8F74D38DEF}"/>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1658347931"/>
      </p:ext>
    </p:extLst>
  </p:cSld>
</p:sld>
</file>

<file path=ppt/slides/slide2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9" name="top-accent">
            <a:extLst xmlns:a="http://schemas.openxmlformats.org/drawingml/2006/main">
              <a:ext uri="{FF2B5EF4-FFF2-40B4-BE49-F238E27FC236}">
                <a16:creationId xmlns:a16="http://schemas.microsoft.com/office/drawing/2014/main" id="{C66925BE-67A3-438E-8108-E190A451815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AC49B791-3E44-4728-AEE4-A5B2131322EA}"/>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4 · BACKEND</a:t>
            </a:r>
          </a:p>
        </p:txBody>
      </p:sp>
      <p:sp>
        <p:nvSpPr>
          <p:cNvPr id="3" name="slide-number">
            <a:extLst xmlns:a="http://schemas.openxmlformats.org/drawingml/2006/main">
              <a:ext uri="{FF2B5EF4-FFF2-40B4-BE49-F238E27FC236}">
                <a16:creationId xmlns:a16="http://schemas.microsoft.com/office/drawing/2014/main" id="{6E6A4FDA-0F98-4D5C-BF93-6D89E40EA7C7}"/>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26</a:t>
            </a:r>
          </a:p>
        </p:txBody>
      </p:sp>
      <p:sp>
        <p:nvSpPr>
          <p:cNvPr id="4" name="slide-title">
            <a:extLst xmlns:a="http://schemas.openxmlformats.org/drawingml/2006/main">
              <a:ext uri="{FF2B5EF4-FFF2-40B4-BE49-F238E27FC236}">
                <a16:creationId xmlns:a16="http://schemas.microsoft.com/office/drawing/2014/main" id="{DD205B85-8BC4-4B9E-BECF-407702C7A73B}"/>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The local server starts on the port the frontend already expects</a:t>
            </a:r>
          </a:p>
        </p:txBody>
      </p:sp>
      <p:sp>
        <p:nvSpPr>
          <p:cNvPr id="5" name="slide-subtitle">
            <a:extLst xmlns:a="http://schemas.openxmlformats.org/drawingml/2006/main">
              <a:ext uri="{FF2B5EF4-FFF2-40B4-BE49-F238E27FC236}">
                <a16:creationId xmlns:a16="http://schemas.microsoft.com/office/drawing/2014/main" id="{4F780036-6639-496C-8D1E-98B99A9D0D8E}"/>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The current Flask development process listens on port 3000 and serves the /api namespace.</a:t>
            </a:r>
          </a:p>
        </p:txBody>
      </p:sp>
      <p:sp>
        <p:nvSpPr>
          <p:cNvPr id="6" name="dev-code-panel">
            <a:extLst xmlns:a="http://schemas.openxmlformats.org/drawingml/2006/main">
              <a:ext uri="{FF2B5EF4-FFF2-40B4-BE49-F238E27FC236}">
                <a16:creationId xmlns:a16="http://schemas.microsoft.com/office/drawing/2014/main" id="{9849B2E4-CB4F-4DA7-BC1A-59DB875B69FA}"/>
              </a:ext>
            </a:extLst>
          </p:cNvPr>
          <p:cNvSpPr>
            <a:spLocks xmlns:a="http://schemas.openxmlformats.org/drawingml/2006/main" noGrp="1"/>
          </p:cNvSpPr>
          <p:nvPr/>
        </p:nvSpPr>
        <p:spPr>
          <a:xfrm xmlns:a="http://schemas.openxmlformats.org/drawingml/2006/main">
            <a:off x="609600" y="1809750"/>
            <a:ext cx="4953000" cy="3429000"/>
          </a:xfrm>
          <a:prstGeom xmlns:a="http://schemas.openxmlformats.org/drawingml/2006/main" prst="roundRect">
            <a:avLst>
              <a:gd name="adj" fmla="val 2222"/>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5747F05F-3B14-4D9A-BE9A-3C4EDF04E725}"/>
              </a:ext>
            </a:extLst>
          </p:cNvPr>
          <p:cNvSpPr>
            <a:spLocks xmlns:a="http://schemas.openxmlformats.org/drawingml/2006/main" noGrp="1"/>
          </p:cNvSpPr>
          <p:nvPr/>
        </p:nvSpPr>
        <p:spPr>
          <a:xfrm xmlns:a="http://schemas.openxmlformats.org/drawingml/2006/main">
            <a:off x="609600" y="1809750"/>
            <a:ext cx="49530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8228B97-6A98-49CC-B3EA-59524E10584B}"/>
              </a:ext>
            </a:extLst>
          </p:cNvPr>
          <p:cNvSpPr>
            <a:spLocks xmlns:a="http://schemas.openxmlformats.org/drawingml/2006/main" noGrp="1"/>
          </p:cNvSpPr>
          <p:nvPr/>
        </p:nvSpPr>
        <p:spPr>
          <a:xfrm xmlns:a="http://schemas.openxmlformats.org/drawingml/2006/main">
            <a:off x="781050" y="1905000"/>
            <a:ext cx="461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backend-flask/app.py · startup</a:t>
            </a:r>
          </a:p>
        </p:txBody>
      </p:sp>
      <p:sp>
        <p:nvSpPr>
          <p:cNvPr id="9" name="">
            <a:extLst xmlns:a="http://schemas.openxmlformats.org/drawingml/2006/main">
              <a:ext uri="{FF2B5EF4-FFF2-40B4-BE49-F238E27FC236}">
                <a16:creationId xmlns:a16="http://schemas.microsoft.com/office/drawing/2014/main" id="{FA71B350-E7C0-4DAF-9168-468AF7C906EF}"/>
              </a:ext>
            </a:extLst>
          </p:cNvPr>
          <p:cNvSpPr>
            <a:spLocks xmlns:a="http://schemas.openxmlformats.org/drawingml/2006/main" noGrp="1"/>
          </p:cNvSpPr>
          <p:nvPr/>
        </p:nvSpPr>
        <p:spPr>
          <a:xfrm xmlns:a="http://schemas.openxmlformats.org/drawingml/2006/main">
            <a:off x="781050" y="22574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01  if __name__ == "__main__":</a:t>
            </a:r>
          </a:p>
        </p:txBody>
      </p:sp>
      <p:sp>
        <p:nvSpPr>
          <p:cNvPr id="10" name="">
            <a:extLst xmlns:a="http://schemas.openxmlformats.org/drawingml/2006/main">
              <a:ext uri="{FF2B5EF4-FFF2-40B4-BE49-F238E27FC236}">
                <a16:creationId xmlns:a16="http://schemas.microsoft.com/office/drawing/2014/main" id="{AB0CDB2A-7F23-42B3-8776-DE3FBB8342D4}"/>
              </a:ext>
            </a:extLst>
          </p:cNvPr>
          <p:cNvSpPr>
            <a:spLocks xmlns:a="http://schemas.openxmlformats.org/drawingml/2006/main" noGrp="1"/>
          </p:cNvSpPr>
          <p:nvPr/>
        </p:nvSpPr>
        <p:spPr>
          <a:xfrm xmlns:a="http://schemas.openxmlformats.org/drawingml/2006/main">
            <a:off x="781050" y="25146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02      app.run(</a:t>
            </a:r>
          </a:p>
        </p:txBody>
      </p:sp>
      <p:sp>
        <p:nvSpPr>
          <p:cNvPr id="11" name="">
            <a:extLst xmlns:a="http://schemas.openxmlformats.org/drawingml/2006/main">
              <a:ext uri="{FF2B5EF4-FFF2-40B4-BE49-F238E27FC236}">
                <a16:creationId xmlns:a16="http://schemas.microsoft.com/office/drawing/2014/main" id="{2F7D763C-4E01-4B61-B5BD-75FD28A64168}"/>
              </a:ext>
            </a:extLst>
          </p:cNvPr>
          <p:cNvSpPr>
            <a:spLocks xmlns:a="http://schemas.openxmlformats.org/drawingml/2006/main" noGrp="1"/>
          </p:cNvSpPr>
          <p:nvPr/>
        </p:nvSpPr>
        <p:spPr>
          <a:xfrm xmlns:a="http://schemas.openxmlformats.org/drawingml/2006/main">
            <a:off x="781050" y="27717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03          host="0.0.0.0",</a:t>
            </a:r>
          </a:p>
        </p:txBody>
      </p:sp>
      <p:sp>
        <p:nvSpPr>
          <p:cNvPr id="12" name="">
            <a:extLst xmlns:a="http://schemas.openxmlformats.org/drawingml/2006/main">
              <a:ext uri="{FF2B5EF4-FFF2-40B4-BE49-F238E27FC236}">
                <a16:creationId xmlns:a16="http://schemas.microsoft.com/office/drawing/2014/main" id="{19207907-AD58-4663-9C49-B430DC27BE9E}"/>
              </a:ext>
            </a:extLst>
          </p:cNvPr>
          <p:cNvSpPr>
            <a:spLocks xmlns:a="http://schemas.openxmlformats.org/drawingml/2006/main" noGrp="1"/>
          </p:cNvSpPr>
          <p:nvPr/>
        </p:nvSpPr>
        <p:spPr>
          <a:xfrm xmlns:a="http://schemas.openxmlformats.org/drawingml/2006/main">
            <a:off x="781050" y="30289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04          port=app.config["PORT"],</a:t>
            </a:r>
          </a:p>
        </p:txBody>
      </p:sp>
      <p:sp>
        <p:nvSpPr>
          <p:cNvPr id="13" name="">
            <a:extLst xmlns:a="http://schemas.openxmlformats.org/drawingml/2006/main">
              <a:ext uri="{FF2B5EF4-FFF2-40B4-BE49-F238E27FC236}">
                <a16:creationId xmlns:a16="http://schemas.microsoft.com/office/drawing/2014/main" id="{BEC65F97-98C9-43AC-866A-0B4E2A97FD21}"/>
              </a:ext>
            </a:extLst>
          </p:cNvPr>
          <p:cNvSpPr>
            <a:spLocks xmlns:a="http://schemas.openxmlformats.org/drawingml/2006/main" noGrp="1"/>
          </p:cNvSpPr>
          <p:nvPr/>
        </p:nvSpPr>
        <p:spPr>
          <a:xfrm xmlns:a="http://schemas.openxmlformats.org/drawingml/2006/main">
            <a:off x="781050" y="32861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05          debug=False,</a:t>
            </a:r>
          </a:p>
        </p:txBody>
      </p:sp>
      <p:sp>
        <p:nvSpPr>
          <p:cNvPr id="14" name="">
            <a:extLst xmlns:a="http://schemas.openxmlformats.org/drawingml/2006/main">
              <a:ext uri="{FF2B5EF4-FFF2-40B4-BE49-F238E27FC236}">
                <a16:creationId xmlns:a16="http://schemas.microsoft.com/office/drawing/2014/main" id="{DADA056E-4F80-444E-84F6-231F0216CCB7}"/>
              </a:ext>
            </a:extLst>
          </p:cNvPr>
          <p:cNvSpPr>
            <a:spLocks xmlns:a="http://schemas.openxmlformats.org/drawingml/2006/main" noGrp="1"/>
          </p:cNvSpPr>
          <p:nvPr/>
        </p:nvSpPr>
        <p:spPr>
          <a:xfrm xmlns:a="http://schemas.openxmlformats.org/drawingml/2006/main">
            <a:off x="781050" y="35433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06          use_reloader=False,</a:t>
            </a:r>
          </a:p>
        </p:txBody>
      </p:sp>
      <p:sp>
        <p:nvSpPr>
          <p:cNvPr id="15" name="">
            <a:extLst xmlns:a="http://schemas.openxmlformats.org/drawingml/2006/main">
              <a:ext uri="{FF2B5EF4-FFF2-40B4-BE49-F238E27FC236}">
                <a16:creationId xmlns:a16="http://schemas.microsoft.com/office/drawing/2014/main" id="{ED1FE0AB-B65F-4D06-A78F-9F24C2F1351A}"/>
              </a:ext>
            </a:extLst>
          </p:cNvPr>
          <p:cNvSpPr>
            <a:spLocks xmlns:a="http://schemas.openxmlformats.org/drawingml/2006/main" noGrp="1"/>
          </p:cNvSpPr>
          <p:nvPr/>
        </p:nvSpPr>
        <p:spPr>
          <a:xfrm xmlns:a="http://schemas.openxmlformats.org/drawingml/2006/main">
            <a:off x="781050" y="380047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07          threaded=True,</a:t>
            </a:r>
          </a:p>
        </p:txBody>
      </p:sp>
      <p:sp>
        <p:nvSpPr>
          <p:cNvPr id="16" name="">
            <a:extLst xmlns:a="http://schemas.openxmlformats.org/drawingml/2006/main">
              <a:ext uri="{FF2B5EF4-FFF2-40B4-BE49-F238E27FC236}">
                <a16:creationId xmlns:a16="http://schemas.microsoft.com/office/drawing/2014/main" id="{21B04E86-8AB1-4087-9814-8E994A25AE5B}"/>
              </a:ext>
            </a:extLst>
          </p:cNvPr>
          <p:cNvSpPr>
            <a:spLocks xmlns:a="http://schemas.openxmlformats.org/drawingml/2006/main" noGrp="1"/>
          </p:cNvSpPr>
          <p:nvPr/>
        </p:nvSpPr>
        <p:spPr>
          <a:xfrm xmlns:a="http://schemas.openxmlformats.org/drawingml/2006/main">
            <a:off x="781050" y="405765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08      )</a:t>
            </a:r>
          </a:p>
        </p:txBody>
      </p:sp>
      <p:sp>
        <p:nvSpPr>
          <p:cNvPr id="17" name="server-address">
            <a:extLst xmlns:a="http://schemas.openxmlformats.org/drawingml/2006/main">
              <a:ext uri="{FF2B5EF4-FFF2-40B4-BE49-F238E27FC236}">
                <a16:creationId xmlns:a16="http://schemas.microsoft.com/office/drawing/2014/main" id="{E884CD97-780D-4987-A9ED-3A6125AB72AF}"/>
              </a:ext>
            </a:extLst>
          </p:cNvPr>
          <p:cNvSpPr>
            <a:spLocks xmlns:a="http://schemas.openxmlformats.org/drawingml/2006/main" noGrp="1"/>
          </p:cNvSpPr>
          <p:nvPr/>
        </p:nvSpPr>
        <p:spPr>
          <a:xfrm xmlns:a="http://schemas.openxmlformats.org/drawingml/2006/main">
            <a:off x="5905500" y="1809750"/>
            <a:ext cx="5676900" cy="3429000"/>
          </a:xfrm>
          <a:prstGeom xmlns:a="http://schemas.openxmlformats.org/drawingml/2006/main" prst="roundRect">
            <a:avLst>
              <a:gd name="adj" fmla="val 2222"/>
            </a:avLst>
          </a:prstGeom>
          <a:solidFill xmlns:a="http://schemas.openxmlformats.org/drawingml/2006/main">
            <a:srgbClr val="071B12"/>
          </a:solidFill>
          <a:ln xmlns:a="http://schemas.openxmlformats.org/drawingml/2006/main" w="9525">
            <a:solidFill>
              <a:srgbClr val="315440"/>
            </a:solidFill>
            <a:prstDash val="solid"/>
          </a:ln>
        </p:spPr>
      </p:sp>
      <p:sp>
        <p:nvSpPr>
          <p:cNvPr id="18" name="">
            <a:extLst xmlns:a="http://schemas.openxmlformats.org/drawingml/2006/main">
              <a:ext uri="{FF2B5EF4-FFF2-40B4-BE49-F238E27FC236}">
                <a16:creationId xmlns:a16="http://schemas.microsoft.com/office/drawing/2014/main" id="{0F96FF62-32F6-4AD7-9A88-03F12207B3E9}"/>
              </a:ext>
            </a:extLst>
          </p:cNvPr>
          <p:cNvSpPr>
            <a:spLocks xmlns:a="http://schemas.openxmlformats.org/drawingml/2006/main" noGrp="1"/>
          </p:cNvSpPr>
          <p:nvPr/>
        </p:nvSpPr>
        <p:spPr>
          <a:xfrm xmlns:a="http://schemas.openxmlformats.org/drawingml/2006/main">
            <a:off x="6191250" y="21717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LOCAL API ADDRESS</a:t>
            </a:r>
          </a:p>
        </p:txBody>
      </p:sp>
      <p:sp>
        <p:nvSpPr>
          <p:cNvPr id="19" name="">
            <a:extLst xmlns:a="http://schemas.openxmlformats.org/drawingml/2006/main">
              <a:ext uri="{FF2B5EF4-FFF2-40B4-BE49-F238E27FC236}">
                <a16:creationId xmlns:a16="http://schemas.microsoft.com/office/drawing/2014/main" id="{07FFA0A0-D9BC-42C7-996B-C44173DCE494}"/>
              </a:ext>
            </a:extLst>
          </p:cNvPr>
          <p:cNvSpPr>
            <a:spLocks xmlns:a="http://schemas.openxmlformats.org/drawingml/2006/main" noGrp="1"/>
          </p:cNvSpPr>
          <p:nvPr/>
        </p:nvSpPr>
        <p:spPr>
          <a:xfrm xmlns:a="http://schemas.openxmlformats.org/drawingml/2006/main">
            <a:off x="6191250" y="2647950"/>
            <a:ext cx="4914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i="0">
                <a:solidFill>
                  <a:srgbClr val="FFFEFA"/>
                </a:solidFill>
              </a:defRPr>
            </a:pPr>
            <a:r>
              <a:rPr sz="1875" b="1" i="0">
                <a:solidFill>
                  <a:srgbClr val="FFFEFA"/>
                </a:solidFill>
              </a:rPr>
              <a:t>http://localhost:3000/api</a:t>
            </a:r>
          </a:p>
        </p:txBody>
      </p:sp>
      <p:sp>
        <p:nvSpPr>
          <p:cNvPr id="20" name="">
            <a:extLst xmlns:a="http://schemas.openxmlformats.org/drawingml/2006/main">
              <a:ext uri="{FF2B5EF4-FFF2-40B4-BE49-F238E27FC236}">
                <a16:creationId xmlns:a16="http://schemas.microsoft.com/office/drawing/2014/main" id="{C2D78090-A4BF-430E-A794-782829F5A229}"/>
              </a:ext>
            </a:extLst>
          </p:cNvPr>
          <p:cNvSpPr>
            <a:spLocks xmlns:a="http://schemas.openxmlformats.org/drawingml/2006/main" noGrp="1"/>
          </p:cNvSpPr>
          <p:nvPr/>
        </p:nvSpPr>
        <p:spPr>
          <a:xfrm xmlns:a="http://schemas.openxmlformats.org/drawingml/2006/main">
            <a:off x="6477000" y="3314700"/>
            <a:ext cx="4533900" cy="0"/>
          </a:xfrm>
          <a:prstGeom xmlns:a="http://schemas.openxmlformats.org/drawingml/2006/main" prst="line">
            <a:avLst/>
          </a:prstGeom>
          <a:noFill xmlns:a="http://schemas.openxmlformats.org/drawingml/2006/main"/>
          <a:ln xmlns:a="http://schemas.openxmlformats.org/drawingml/2006/main" w="9525">
            <a:solidFill>
              <a:srgbClr val="315440"/>
            </a:solidFill>
            <a:prstDash val="solid"/>
          </a:ln>
        </p:spPr>
      </p:sp>
      <p:sp>
        <p:nvSpPr>
          <p:cNvPr id="21" name="">
            <a:extLst xmlns:a="http://schemas.openxmlformats.org/drawingml/2006/main">
              <a:ext uri="{FF2B5EF4-FFF2-40B4-BE49-F238E27FC236}">
                <a16:creationId xmlns:a16="http://schemas.microsoft.com/office/drawing/2014/main" id="{3809A824-469B-437D-BD7C-CAB0594BF923}"/>
              </a:ext>
            </a:extLst>
          </p:cNvPr>
          <p:cNvSpPr>
            <a:spLocks xmlns:a="http://schemas.openxmlformats.org/drawingml/2006/main" noGrp="1"/>
          </p:cNvSpPr>
          <p:nvPr/>
        </p:nvSpPr>
        <p:spPr>
          <a:xfrm xmlns:a="http://schemas.openxmlformats.org/drawingml/2006/main">
            <a:off x="6229350" y="3619500"/>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i="0">
                <a:solidFill>
                  <a:srgbClr val="C8A96A"/>
                </a:solidFill>
              </a:defRPr>
            </a:pPr>
            <a:r>
              <a:rPr sz="825" b="1" i="0">
                <a:solidFill>
                  <a:srgbClr val="C8A96A"/>
                </a:solidFill>
              </a:rPr>
              <a:t>HOST</a:t>
            </a:r>
          </a:p>
        </p:txBody>
      </p:sp>
      <p:sp>
        <p:nvSpPr>
          <p:cNvPr id="22" name="">
            <a:extLst xmlns:a="http://schemas.openxmlformats.org/drawingml/2006/main">
              <a:ext uri="{FF2B5EF4-FFF2-40B4-BE49-F238E27FC236}">
                <a16:creationId xmlns:a16="http://schemas.microsoft.com/office/drawing/2014/main" id="{9DF8C469-5416-4C5E-8497-5C28025995C6}"/>
              </a:ext>
            </a:extLst>
          </p:cNvPr>
          <p:cNvSpPr>
            <a:spLocks xmlns:a="http://schemas.openxmlformats.org/drawingml/2006/main" noGrp="1"/>
          </p:cNvSpPr>
          <p:nvPr/>
        </p:nvSpPr>
        <p:spPr>
          <a:xfrm xmlns:a="http://schemas.openxmlformats.org/drawingml/2006/main">
            <a:off x="6229350" y="3981450"/>
            <a:ext cx="1409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i="0">
                <a:solidFill>
                  <a:srgbClr val="FFFEFA"/>
                </a:solidFill>
              </a:defRPr>
            </a:pPr>
            <a:r>
              <a:rPr sz="1275" b="1" i="0">
                <a:solidFill>
                  <a:srgbClr val="FFFEFA"/>
                </a:solidFill>
              </a:rPr>
              <a:t>0.0.0.0</a:t>
            </a:r>
          </a:p>
        </p:txBody>
      </p:sp>
      <p:sp>
        <p:nvSpPr>
          <p:cNvPr id="23" name="">
            <a:extLst xmlns:a="http://schemas.openxmlformats.org/drawingml/2006/main">
              <a:ext uri="{FF2B5EF4-FFF2-40B4-BE49-F238E27FC236}">
                <a16:creationId xmlns:a16="http://schemas.microsoft.com/office/drawing/2014/main" id="{968B1CE8-2353-4607-AB8D-95E56F1BA1FB}"/>
              </a:ext>
            </a:extLst>
          </p:cNvPr>
          <p:cNvSpPr>
            <a:spLocks xmlns:a="http://schemas.openxmlformats.org/drawingml/2006/main" noGrp="1"/>
          </p:cNvSpPr>
          <p:nvPr/>
        </p:nvSpPr>
        <p:spPr>
          <a:xfrm xmlns:a="http://schemas.openxmlformats.org/drawingml/2006/main">
            <a:off x="7886700" y="3619500"/>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i="0">
                <a:solidFill>
                  <a:srgbClr val="C8A96A"/>
                </a:solidFill>
              </a:defRPr>
            </a:pPr>
            <a:r>
              <a:rPr sz="825" b="1" i="0">
                <a:solidFill>
                  <a:srgbClr val="C8A96A"/>
                </a:solidFill>
              </a:rPr>
              <a:t>PORT</a:t>
            </a:r>
          </a:p>
        </p:txBody>
      </p:sp>
      <p:sp>
        <p:nvSpPr>
          <p:cNvPr id="24" name="">
            <a:extLst xmlns:a="http://schemas.openxmlformats.org/drawingml/2006/main">
              <a:ext uri="{FF2B5EF4-FFF2-40B4-BE49-F238E27FC236}">
                <a16:creationId xmlns:a16="http://schemas.microsoft.com/office/drawing/2014/main" id="{FF332C27-E21D-447F-951A-15C01EA9B060}"/>
              </a:ext>
            </a:extLst>
          </p:cNvPr>
          <p:cNvSpPr>
            <a:spLocks xmlns:a="http://schemas.openxmlformats.org/drawingml/2006/main" noGrp="1"/>
          </p:cNvSpPr>
          <p:nvPr/>
        </p:nvSpPr>
        <p:spPr>
          <a:xfrm xmlns:a="http://schemas.openxmlformats.org/drawingml/2006/main">
            <a:off x="7886700" y="3981450"/>
            <a:ext cx="1409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i="0">
                <a:solidFill>
                  <a:srgbClr val="FFFEFA"/>
                </a:solidFill>
              </a:defRPr>
            </a:pPr>
            <a:r>
              <a:rPr sz="1275" b="1" i="0">
                <a:solidFill>
                  <a:srgbClr val="FFFEFA"/>
                </a:solidFill>
              </a:rPr>
              <a:t>PORT → 3000</a:t>
            </a:r>
          </a:p>
        </p:txBody>
      </p:sp>
      <p:sp>
        <p:nvSpPr>
          <p:cNvPr id="25" name="">
            <a:extLst xmlns:a="http://schemas.openxmlformats.org/drawingml/2006/main">
              <a:ext uri="{FF2B5EF4-FFF2-40B4-BE49-F238E27FC236}">
                <a16:creationId xmlns:a16="http://schemas.microsoft.com/office/drawing/2014/main" id="{717E02FB-0F77-4A67-9F57-1510D1BE8CBF}"/>
              </a:ext>
            </a:extLst>
          </p:cNvPr>
          <p:cNvSpPr>
            <a:spLocks xmlns:a="http://schemas.openxmlformats.org/drawingml/2006/main" noGrp="1"/>
          </p:cNvSpPr>
          <p:nvPr/>
        </p:nvSpPr>
        <p:spPr>
          <a:xfrm xmlns:a="http://schemas.openxmlformats.org/drawingml/2006/main">
            <a:off x="9544050" y="3619500"/>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i="0">
                <a:solidFill>
                  <a:srgbClr val="C8A96A"/>
                </a:solidFill>
              </a:defRPr>
            </a:pPr>
            <a:r>
              <a:rPr sz="825" b="1" i="0">
                <a:solidFill>
                  <a:srgbClr val="C8A96A"/>
                </a:solidFill>
              </a:rPr>
              <a:t>DEBUG</a:t>
            </a:r>
          </a:p>
        </p:txBody>
      </p:sp>
      <p:sp>
        <p:nvSpPr>
          <p:cNvPr id="26" name="">
            <a:extLst xmlns:a="http://schemas.openxmlformats.org/drawingml/2006/main">
              <a:ext uri="{FF2B5EF4-FFF2-40B4-BE49-F238E27FC236}">
                <a16:creationId xmlns:a16="http://schemas.microsoft.com/office/drawing/2014/main" id="{5AA1F7F7-D422-4724-A5A5-5A0AB95F9D5B}"/>
              </a:ext>
            </a:extLst>
          </p:cNvPr>
          <p:cNvSpPr>
            <a:spLocks xmlns:a="http://schemas.openxmlformats.org/drawingml/2006/main" noGrp="1"/>
          </p:cNvSpPr>
          <p:nvPr/>
        </p:nvSpPr>
        <p:spPr>
          <a:xfrm xmlns:a="http://schemas.openxmlformats.org/drawingml/2006/main">
            <a:off x="9544050" y="3981450"/>
            <a:ext cx="1409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i="0">
                <a:solidFill>
                  <a:srgbClr val="FFFEFA"/>
                </a:solidFill>
              </a:defRPr>
            </a:pPr>
            <a:r>
              <a:rPr sz="1275" b="1" i="0">
                <a:solidFill>
                  <a:srgbClr val="FFFEFA"/>
                </a:solidFill>
              </a:rPr>
              <a:t>False</a:t>
            </a:r>
          </a:p>
        </p:txBody>
      </p:sp>
      <p:sp>
        <p:nvSpPr>
          <p:cNvPr id="27" name="">
            <a:extLst xmlns:a="http://schemas.openxmlformats.org/drawingml/2006/main">
              <a:ext uri="{FF2B5EF4-FFF2-40B4-BE49-F238E27FC236}">
                <a16:creationId xmlns:a16="http://schemas.microsoft.com/office/drawing/2014/main" id="{1E66E804-99CF-4E3A-85D2-EB9268D7B1AA}"/>
              </a:ext>
            </a:extLst>
          </p:cNvPr>
          <p:cNvSpPr>
            <a:spLocks xmlns:a="http://schemas.openxmlformats.org/drawingml/2006/main" noGrp="1"/>
          </p:cNvSpPr>
          <p:nvPr/>
        </p:nvSpPr>
        <p:spPr>
          <a:xfrm xmlns:a="http://schemas.openxmlformats.org/drawingml/2006/main">
            <a:off x="1676400" y="5543550"/>
            <a:ext cx="883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This is the project’s local development server configuration—not a production deployment claim.</a:t>
            </a:r>
          </a:p>
        </p:txBody>
      </p:sp>
      <p:sp>
        <p:nvSpPr>
          <p:cNvPr id="28" name="">
            <a:extLst xmlns:a="http://schemas.openxmlformats.org/drawingml/2006/main">
              <a:ext uri="{FF2B5EF4-FFF2-40B4-BE49-F238E27FC236}">
                <a16:creationId xmlns:a16="http://schemas.microsoft.com/office/drawing/2014/main" id="{677898E7-F10B-44B4-8A1D-4044CEB031C1}"/>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8795424"/>
      </p:ext>
    </p:extLst>
  </p:cSld>
</p:sld>
</file>

<file path=ppt/slides/slide2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1" name="top-accent">
            <a:extLst xmlns:a="http://schemas.openxmlformats.org/drawingml/2006/main">
              <a:ext uri="{FF2B5EF4-FFF2-40B4-BE49-F238E27FC236}">
                <a16:creationId xmlns:a16="http://schemas.microsoft.com/office/drawing/2014/main" id="{33D652A3-28A1-44D6-B792-10601A7585A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FDBCEA50-0784-4372-AF1F-F75E49265D0C}"/>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4 · BACKEND</a:t>
            </a:r>
          </a:p>
        </p:txBody>
      </p:sp>
      <p:sp>
        <p:nvSpPr>
          <p:cNvPr id="3" name="slide-number">
            <a:extLst xmlns:a="http://schemas.openxmlformats.org/drawingml/2006/main">
              <a:ext uri="{FF2B5EF4-FFF2-40B4-BE49-F238E27FC236}">
                <a16:creationId xmlns:a16="http://schemas.microsoft.com/office/drawing/2014/main" id="{A6FCEA0C-29C2-4876-8536-A2FE7FFB9FE7}"/>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27</a:t>
            </a:r>
          </a:p>
        </p:txBody>
      </p:sp>
      <p:sp>
        <p:nvSpPr>
          <p:cNvPr id="4" name="slide-title">
            <a:extLst xmlns:a="http://schemas.openxmlformats.org/drawingml/2006/main">
              <a:ext uri="{FF2B5EF4-FFF2-40B4-BE49-F238E27FC236}">
                <a16:creationId xmlns:a16="http://schemas.microsoft.com/office/drawing/2014/main" id="{183EFEF8-0C4D-4BAB-A142-45E7D8A6CADB}"/>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A Blueprint turns URL paths into Python functions</a:t>
            </a:r>
          </a:p>
        </p:txBody>
      </p:sp>
      <p:sp>
        <p:nvSpPr>
          <p:cNvPr id="5" name="slide-subtitle">
            <a:extLst xmlns:a="http://schemas.openxmlformats.org/drawingml/2006/main">
              <a:ext uri="{FF2B5EF4-FFF2-40B4-BE49-F238E27FC236}">
                <a16:creationId xmlns:a16="http://schemas.microsoft.com/office/drawing/2014/main" id="{E69BA5FC-5DB4-4FA8-AC42-63E14A0753D2}"/>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An endpoint is a URL and HTTP method that run a specific backend function.</a:t>
            </a:r>
          </a:p>
        </p:txBody>
      </p:sp>
      <p:sp>
        <p:nvSpPr>
          <p:cNvPr id="6" name="dev-code-panel">
            <a:extLst xmlns:a="http://schemas.openxmlformats.org/drawingml/2006/main">
              <a:ext uri="{FF2B5EF4-FFF2-40B4-BE49-F238E27FC236}">
                <a16:creationId xmlns:a16="http://schemas.microsoft.com/office/drawing/2014/main" id="{BF90ADED-A295-4CA6-B3E3-0BCE30012B02}"/>
              </a:ext>
            </a:extLst>
          </p:cNvPr>
          <p:cNvSpPr>
            <a:spLocks xmlns:a="http://schemas.openxmlformats.org/drawingml/2006/main" noGrp="1"/>
          </p:cNvSpPr>
          <p:nvPr/>
        </p:nvSpPr>
        <p:spPr>
          <a:xfrm xmlns:a="http://schemas.openxmlformats.org/drawingml/2006/main">
            <a:off x="609600" y="1809750"/>
            <a:ext cx="5429250" cy="3714750"/>
          </a:xfrm>
          <a:prstGeom xmlns:a="http://schemas.openxmlformats.org/drawingml/2006/main" prst="roundRect">
            <a:avLst>
              <a:gd name="adj" fmla="val 2051"/>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D0B0F0C2-75DE-4280-8939-50B58DA3C46C}"/>
              </a:ext>
            </a:extLst>
          </p:cNvPr>
          <p:cNvSpPr>
            <a:spLocks xmlns:a="http://schemas.openxmlformats.org/drawingml/2006/main" noGrp="1"/>
          </p:cNvSpPr>
          <p:nvPr/>
        </p:nvSpPr>
        <p:spPr>
          <a:xfrm xmlns:a="http://schemas.openxmlformats.org/drawingml/2006/main">
            <a:off x="609600" y="1809750"/>
            <a:ext cx="542925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016C412-1803-4196-82D0-EC46CF1D66F7}"/>
              </a:ext>
            </a:extLst>
          </p:cNvPr>
          <p:cNvSpPr>
            <a:spLocks xmlns:a="http://schemas.openxmlformats.org/drawingml/2006/main" noGrp="1"/>
          </p:cNvSpPr>
          <p:nvPr/>
        </p:nvSpPr>
        <p:spPr>
          <a:xfrm xmlns:a="http://schemas.openxmlformats.org/drawingml/2006/main">
            <a:off x="781050" y="1905000"/>
            <a:ext cx="5086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backend-flask/routes/api.py · /continents</a:t>
            </a:r>
          </a:p>
        </p:txBody>
      </p:sp>
      <p:sp>
        <p:nvSpPr>
          <p:cNvPr id="9" name="">
            <a:extLst xmlns:a="http://schemas.openxmlformats.org/drawingml/2006/main">
              <a:ext uri="{FF2B5EF4-FFF2-40B4-BE49-F238E27FC236}">
                <a16:creationId xmlns:a16="http://schemas.microsoft.com/office/drawing/2014/main" id="{48FFB125-4C81-445F-B7BF-278EBEF43C11}"/>
              </a:ext>
            </a:extLst>
          </p:cNvPr>
          <p:cNvSpPr>
            <a:spLocks xmlns:a="http://schemas.openxmlformats.org/drawingml/2006/main" noGrp="1"/>
          </p:cNvSpPr>
          <p:nvPr/>
        </p:nvSpPr>
        <p:spPr>
          <a:xfrm xmlns:a="http://schemas.openxmlformats.org/drawingml/2006/main">
            <a:off x="781050" y="2257425"/>
            <a:ext cx="514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01  api = Blueprint("api", __name__, url_prefix="/api")</a:t>
            </a:r>
          </a:p>
        </p:txBody>
      </p:sp>
      <p:sp>
        <p:nvSpPr>
          <p:cNvPr id="10" name="">
            <a:extLst xmlns:a="http://schemas.openxmlformats.org/drawingml/2006/main">
              <a:ext uri="{FF2B5EF4-FFF2-40B4-BE49-F238E27FC236}">
                <a16:creationId xmlns:a16="http://schemas.microsoft.com/office/drawing/2014/main" id="{901A427E-A48A-43A9-B214-B0A68E5ECDA7}"/>
              </a:ext>
            </a:extLst>
          </p:cNvPr>
          <p:cNvSpPr>
            <a:spLocks xmlns:a="http://schemas.openxmlformats.org/drawingml/2006/main" noGrp="1"/>
          </p:cNvSpPr>
          <p:nvPr/>
        </p:nvSpPr>
        <p:spPr>
          <a:xfrm xmlns:a="http://schemas.openxmlformats.org/drawingml/2006/main">
            <a:off x="781050" y="2514600"/>
            <a:ext cx="514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02  </a:t>
            </a:r>
          </a:p>
        </p:txBody>
      </p:sp>
      <p:sp>
        <p:nvSpPr>
          <p:cNvPr id="11" name="">
            <a:extLst xmlns:a="http://schemas.openxmlformats.org/drawingml/2006/main">
              <a:ext uri="{FF2B5EF4-FFF2-40B4-BE49-F238E27FC236}">
                <a16:creationId xmlns:a16="http://schemas.microsoft.com/office/drawing/2014/main" id="{64ABC6E3-0590-412E-8555-DC002A0D4220}"/>
              </a:ext>
            </a:extLst>
          </p:cNvPr>
          <p:cNvSpPr>
            <a:spLocks xmlns:a="http://schemas.openxmlformats.org/drawingml/2006/main" noGrp="1"/>
          </p:cNvSpPr>
          <p:nvPr/>
        </p:nvSpPr>
        <p:spPr>
          <a:xfrm xmlns:a="http://schemas.openxmlformats.org/drawingml/2006/main">
            <a:off x="781050" y="2771775"/>
            <a:ext cx="514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C6A0F6"/>
                </a:solidFill>
              </a:defRPr>
            </a:pPr>
            <a:r>
              <a:rPr sz="1050" b="0" i="0">
                <a:solidFill>
                  <a:srgbClr val="C6A0F6"/>
                </a:solidFill>
              </a:rPr>
              <a:t>03  @api.get("/continents")</a:t>
            </a:r>
          </a:p>
        </p:txBody>
      </p:sp>
      <p:sp>
        <p:nvSpPr>
          <p:cNvPr id="12" name="">
            <a:extLst xmlns:a="http://schemas.openxmlformats.org/drawingml/2006/main">
              <a:ext uri="{FF2B5EF4-FFF2-40B4-BE49-F238E27FC236}">
                <a16:creationId xmlns:a16="http://schemas.microsoft.com/office/drawing/2014/main" id="{CA3649C4-3E3A-42C2-AF37-6A6FA2576E0D}"/>
              </a:ext>
            </a:extLst>
          </p:cNvPr>
          <p:cNvSpPr>
            <a:spLocks xmlns:a="http://schemas.openxmlformats.org/drawingml/2006/main" noGrp="1"/>
          </p:cNvSpPr>
          <p:nvPr/>
        </p:nvSpPr>
        <p:spPr>
          <a:xfrm xmlns:a="http://schemas.openxmlformats.org/drawingml/2006/main">
            <a:off x="781050" y="3028950"/>
            <a:ext cx="514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04  def continents():</a:t>
            </a:r>
          </a:p>
        </p:txBody>
      </p:sp>
      <p:sp>
        <p:nvSpPr>
          <p:cNvPr id="13" name="">
            <a:extLst xmlns:a="http://schemas.openxmlformats.org/drawingml/2006/main">
              <a:ext uri="{FF2B5EF4-FFF2-40B4-BE49-F238E27FC236}">
                <a16:creationId xmlns:a16="http://schemas.microsoft.com/office/drawing/2014/main" id="{8B81A921-1EB0-46FD-94DC-7162495DF010}"/>
              </a:ext>
            </a:extLst>
          </p:cNvPr>
          <p:cNvSpPr>
            <a:spLocks xmlns:a="http://schemas.openxmlformats.org/drawingml/2006/main" noGrp="1"/>
          </p:cNvSpPr>
          <p:nvPr/>
        </p:nvSpPr>
        <p:spPr>
          <a:xfrm xmlns:a="http://schemas.openxmlformats.org/drawingml/2006/main">
            <a:off x="781050" y="3286125"/>
            <a:ext cx="514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05      rows = fetch_all(</a:t>
            </a:r>
          </a:p>
        </p:txBody>
      </p:sp>
      <p:sp>
        <p:nvSpPr>
          <p:cNvPr id="14" name="">
            <a:extLst xmlns:a="http://schemas.openxmlformats.org/drawingml/2006/main">
              <a:ext uri="{FF2B5EF4-FFF2-40B4-BE49-F238E27FC236}">
                <a16:creationId xmlns:a16="http://schemas.microsoft.com/office/drawing/2014/main" id="{4E19110D-2B32-4FD7-834D-F722E5BDEC5A}"/>
              </a:ext>
            </a:extLst>
          </p:cNvPr>
          <p:cNvSpPr>
            <a:spLocks xmlns:a="http://schemas.openxmlformats.org/drawingml/2006/main" noGrp="1"/>
          </p:cNvSpPr>
          <p:nvPr/>
        </p:nvSpPr>
        <p:spPr>
          <a:xfrm xmlns:a="http://schemas.openxmlformats.org/drawingml/2006/main">
            <a:off x="781050" y="3543300"/>
            <a:ext cx="514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06          "SELECT * FROM vw_continent_summary "</a:t>
            </a:r>
          </a:p>
        </p:txBody>
      </p:sp>
      <p:sp>
        <p:nvSpPr>
          <p:cNvPr id="15" name="">
            <a:extLst xmlns:a="http://schemas.openxmlformats.org/drawingml/2006/main">
              <a:ext uri="{FF2B5EF4-FFF2-40B4-BE49-F238E27FC236}">
                <a16:creationId xmlns:a16="http://schemas.microsoft.com/office/drawing/2014/main" id="{4F637F63-F8B2-44B6-9303-5AABF2C62E83}"/>
              </a:ext>
            </a:extLst>
          </p:cNvPr>
          <p:cNvSpPr>
            <a:spLocks xmlns:a="http://schemas.openxmlformats.org/drawingml/2006/main" noGrp="1"/>
          </p:cNvSpPr>
          <p:nvPr/>
        </p:nvSpPr>
        <p:spPr>
          <a:xfrm xmlns:a="http://schemas.openxmlformats.org/drawingml/2006/main">
            <a:off x="781050" y="3800475"/>
            <a:ext cx="514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07          "ORDER BY total_groups DESC"</a:t>
            </a:r>
          </a:p>
        </p:txBody>
      </p:sp>
      <p:sp>
        <p:nvSpPr>
          <p:cNvPr id="16" name="">
            <a:extLst xmlns:a="http://schemas.openxmlformats.org/drawingml/2006/main">
              <a:ext uri="{FF2B5EF4-FFF2-40B4-BE49-F238E27FC236}">
                <a16:creationId xmlns:a16="http://schemas.microsoft.com/office/drawing/2014/main" id="{2CBA62E3-F4F0-407C-A809-31D4219B4627}"/>
              </a:ext>
            </a:extLst>
          </p:cNvPr>
          <p:cNvSpPr>
            <a:spLocks xmlns:a="http://schemas.openxmlformats.org/drawingml/2006/main" noGrp="1"/>
          </p:cNvSpPr>
          <p:nvPr/>
        </p:nvSpPr>
        <p:spPr>
          <a:xfrm xmlns:a="http://schemas.openxmlformats.org/drawingml/2006/main">
            <a:off x="781050" y="4057650"/>
            <a:ext cx="514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08      )</a:t>
            </a:r>
          </a:p>
        </p:txBody>
      </p:sp>
      <p:sp>
        <p:nvSpPr>
          <p:cNvPr id="17" name="">
            <a:extLst xmlns:a="http://schemas.openxmlformats.org/drawingml/2006/main">
              <a:ext uri="{FF2B5EF4-FFF2-40B4-BE49-F238E27FC236}">
                <a16:creationId xmlns:a16="http://schemas.microsoft.com/office/drawing/2014/main" id="{EB09D5BA-4121-4792-9D0C-A753098C2CAB}"/>
              </a:ext>
            </a:extLst>
          </p:cNvPr>
          <p:cNvSpPr>
            <a:spLocks xmlns:a="http://schemas.openxmlformats.org/drawingml/2006/main" noGrp="1"/>
          </p:cNvSpPr>
          <p:nvPr/>
        </p:nvSpPr>
        <p:spPr>
          <a:xfrm xmlns:a="http://schemas.openxmlformats.org/drawingml/2006/main">
            <a:off x="781050" y="4314825"/>
            <a:ext cx="514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09      return jsonify(success=True, data=rows)</a:t>
            </a:r>
          </a:p>
        </p:txBody>
      </p:sp>
      <p:sp>
        <p:nvSpPr>
          <p:cNvPr id="18" name="route-flow-1">
            <a:extLst xmlns:a="http://schemas.openxmlformats.org/drawingml/2006/main">
              <a:ext uri="{FF2B5EF4-FFF2-40B4-BE49-F238E27FC236}">
                <a16:creationId xmlns:a16="http://schemas.microsoft.com/office/drawing/2014/main" id="{24A1DACD-4868-420D-B431-92F6486AF834}"/>
              </a:ext>
            </a:extLst>
          </p:cNvPr>
          <p:cNvSpPr>
            <a:spLocks xmlns:a="http://schemas.openxmlformats.org/drawingml/2006/main" noGrp="1"/>
          </p:cNvSpPr>
          <p:nvPr/>
        </p:nvSpPr>
        <p:spPr>
          <a:xfrm xmlns:a="http://schemas.openxmlformats.org/drawingml/2006/main">
            <a:off x="6572250" y="2514600"/>
            <a:ext cx="1409700" cy="1238250"/>
          </a:xfrm>
          <a:prstGeom xmlns:a="http://schemas.openxmlformats.org/drawingml/2006/main" prst="roundRect">
            <a:avLst>
              <a:gd name="adj" fmla="val 6154"/>
            </a:avLst>
          </a:prstGeom>
          <a:solidFill xmlns:a="http://schemas.openxmlformats.org/drawingml/2006/main">
            <a:srgbClr val="E4EEE7"/>
          </a:solidFill>
          <a:ln xmlns:a="http://schemas.openxmlformats.org/drawingml/2006/main" w="9525">
            <a:solidFill>
              <a:srgbClr val="E5E1D8"/>
            </a:solidFill>
            <a:prstDash val="solid"/>
          </a:ln>
        </p:spPr>
      </p:sp>
      <p:sp>
        <p:nvSpPr>
          <p:cNvPr id="19" name="">
            <a:extLst xmlns:a="http://schemas.openxmlformats.org/drawingml/2006/main">
              <a:ext uri="{FF2B5EF4-FFF2-40B4-BE49-F238E27FC236}">
                <a16:creationId xmlns:a16="http://schemas.microsoft.com/office/drawing/2014/main" id="{DC408FDA-199A-42B6-81B5-C6CFCD98A0CA}"/>
              </a:ext>
            </a:extLst>
          </p:cNvPr>
          <p:cNvSpPr>
            <a:spLocks xmlns:a="http://schemas.openxmlformats.org/drawingml/2006/main" noGrp="1"/>
          </p:cNvSpPr>
          <p:nvPr/>
        </p:nvSpPr>
        <p:spPr>
          <a:xfrm xmlns:a="http://schemas.openxmlformats.org/drawingml/2006/main">
            <a:off x="6667500" y="2762250"/>
            <a:ext cx="1219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123524"/>
                </a:solidFill>
              </a:defRPr>
            </a:pPr>
            <a:r>
              <a:rPr sz="900" b="1" i="0">
                <a:solidFill>
                  <a:srgbClr val="123524"/>
                </a:solidFill>
              </a:rPr>
              <a:t>GET /api/continents</a:t>
            </a:r>
          </a:p>
        </p:txBody>
      </p:sp>
      <p:sp>
        <p:nvSpPr>
          <p:cNvPr id="20" name="">
            <a:extLst xmlns:a="http://schemas.openxmlformats.org/drawingml/2006/main">
              <a:ext uri="{FF2B5EF4-FFF2-40B4-BE49-F238E27FC236}">
                <a16:creationId xmlns:a16="http://schemas.microsoft.com/office/drawing/2014/main" id="{DCF9EC12-9787-4A53-8197-88EED017038A}"/>
              </a:ext>
            </a:extLst>
          </p:cNvPr>
          <p:cNvSpPr>
            <a:spLocks xmlns:a="http://schemas.openxmlformats.org/drawingml/2006/main" noGrp="1"/>
          </p:cNvSpPr>
          <p:nvPr/>
        </p:nvSpPr>
        <p:spPr>
          <a:xfrm xmlns:a="http://schemas.openxmlformats.org/drawingml/2006/main">
            <a:off x="6686550" y="329565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69746D"/>
                </a:solidFill>
              </a:defRPr>
            </a:pPr>
            <a:r>
              <a:rPr sz="900" b="0" i="0">
                <a:solidFill>
                  <a:srgbClr val="69746D"/>
                </a:solidFill>
              </a:rPr>
              <a:t>URL + method</a:t>
            </a:r>
          </a:p>
        </p:txBody>
      </p:sp>
      <p:sp>
        <p:nvSpPr>
          <p:cNvPr id="21" name="">
            <a:extLst xmlns:a="http://schemas.openxmlformats.org/drawingml/2006/main">
              <a:ext uri="{FF2B5EF4-FFF2-40B4-BE49-F238E27FC236}">
                <a16:creationId xmlns:a16="http://schemas.microsoft.com/office/drawing/2014/main" id="{823C8984-7E20-44C9-97B2-1CC9F6A551F1}"/>
              </a:ext>
            </a:extLst>
          </p:cNvPr>
          <p:cNvSpPr>
            <a:spLocks xmlns:a="http://schemas.openxmlformats.org/drawingml/2006/main" noGrp="1"/>
          </p:cNvSpPr>
          <p:nvPr/>
        </p:nvSpPr>
        <p:spPr>
          <a:xfrm xmlns:a="http://schemas.openxmlformats.org/drawingml/2006/main">
            <a:off x="7981950" y="2990850"/>
            <a:ext cx="19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i="0">
                <a:solidFill>
                  <a:srgbClr val="C8A96A"/>
                </a:solidFill>
              </a:defRPr>
            </a:pPr>
            <a:r>
              <a:rPr sz="1650" b="1" i="0">
                <a:solidFill>
                  <a:srgbClr val="C8A96A"/>
                </a:solidFill>
              </a:rPr>
              <a:t>→</a:t>
            </a:r>
          </a:p>
        </p:txBody>
      </p:sp>
      <p:sp>
        <p:nvSpPr>
          <p:cNvPr id="22" name="route-flow-2">
            <a:extLst xmlns:a="http://schemas.openxmlformats.org/drawingml/2006/main">
              <a:ext uri="{FF2B5EF4-FFF2-40B4-BE49-F238E27FC236}">
                <a16:creationId xmlns:a16="http://schemas.microsoft.com/office/drawing/2014/main" id="{E3BE1A40-4A5B-4EAB-BB7C-8458A64723D5}"/>
              </a:ext>
            </a:extLst>
          </p:cNvPr>
          <p:cNvSpPr>
            <a:spLocks xmlns:a="http://schemas.openxmlformats.org/drawingml/2006/main" noGrp="1"/>
          </p:cNvSpPr>
          <p:nvPr/>
        </p:nvSpPr>
        <p:spPr>
          <a:xfrm xmlns:a="http://schemas.openxmlformats.org/drawingml/2006/main">
            <a:off x="8172450" y="2514600"/>
            <a:ext cx="1409700" cy="1238250"/>
          </a:xfrm>
          <a:prstGeom xmlns:a="http://schemas.openxmlformats.org/drawingml/2006/main" prst="roundRect">
            <a:avLst>
              <a:gd name="adj" fmla="val 6154"/>
            </a:avLst>
          </a:prstGeom>
          <a:solidFill xmlns:a="http://schemas.openxmlformats.org/drawingml/2006/main">
            <a:srgbClr val="EEE1C8"/>
          </a:solidFill>
          <a:ln xmlns:a="http://schemas.openxmlformats.org/drawingml/2006/main" w="9525">
            <a:solidFill>
              <a:srgbClr val="E5E1D8"/>
            </a:solidFill>
            <a:prstDash val="solid"/>
          </a:ln>
        </p:spPr>
      </p:sp>
      <p:sp>
        <p:nvSpPr>
          <p:cNvPr id="23" name="">
            <a:extLst xmlns:a="http://schemas.openxmlformats.org/drawingml/2006/main">
              <a:ext uri="{FF2B5EF4-FFF2-40B4-BE49-F238E27FC236}">
                <a16:creationId xmlns:a16="http://schemas.microsoft.com/office/drawing/2014/main" id="{30A319EB-1163-43E6-9C32-9689BC71B1C4}"/>
              </a:ext>
            </a:extLst>
          </p:cNvPr>
          <p:cNvSpPr>
            <a:spLocks xmlns:a="http://schemas.openxmlformats.org/drawingml/2006/main" noGrp="1"/>
          </p:cNvSpPr>
          <p:nvPr/>
        </p:nvSpPr>
        <p:spPr>
          <a:xfrm xmlns:a="http://schemas.openxmlformats.org/drawingml/2006/main">
            <a:off x="8267700" y="2762250"/>
            <a:ext cx="1219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i="0">
                <a:solidFill>
                  <a:srgbClr val="123524"/>
                </a:solidFill>
              </a:defRPr>
            </a:pPr>
            <a:r>
              <a:rPr sz="1200" b="1" i="0">
                <a:solidFill>
                  <a:srgbClr val="123524"/>
                </a:solidFill>
              </a:rPr>
              <a:t>continents()</a:t>
            </a:r>
          </a:p>
        </p:txBody>
      </p:sp>
      <p:sp>
        <p:nvSpPr>
          <p:cNvPr id="24" name="">
            <a:extLst xmlns:a="http://schemas.openxmlformats.org/drawingml/2006/main">
              <a:ext uri="{FF2B5EF4-FFF2-40B4-BE49-F238E27FC236}">
                <a16:creationId xmlns:a16="http://schemas.microsoft.com/office/drawing/2014/main" id="{EA45EF04-4B82-4552-A2A5-A27BC9554DE8}"/>
              </a:ext>
            </a:extLst>
          </p:cNvPr>
          <p:cNvSpPr>
            <a:spLocks xmlns:a="http://schemas.openxmlformats.org/drawingml/2006/main" noGrp="1"/>
          </p:cNvSpPr>
          <p:nvPr/>
        </p:nvSpPr>
        <p:spPr>
          <a:xfrm xmlns:a="http://schemas.openxmlformats.org/drawingml/2006/main">
            <a:off x="8286750" y="329565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69746D"/>
                </a:solidFill>
              </a:defRPr>
            </a:pPr>
            <a:r>
              <a:rPr sz="900" b="0" i="0">
                <a:solidFill>
                  <a:srgbClr val="69746D"/>
                </a:solidFill>
              </a:rPr>
              <a:t>Python function</a:t>
            </a:r>
          </a:p>
        </p:txBody>
      </p:sp>
      <p:sp>
        <p:nvSpPr>
          <p:cNvPr id="25" name="">
            <a:extLst xmlns:a="http://schemas.openxmlformats.org/drawingml/2006/main">
              <a:ext uri="{FF2B5EF4-FFF2-40B4-BE49-F238E27FC236}">
                <a16:creationId xmlns:a16="http://schemas.microsoft.com/office/drawing/2014/main" id="{77167677-0C73-493B-A0F9-1917F22E7E17}"/>
              </a:ext>
            </a:extLst>
          </p:cNvPr>
          <p:cNvSpPr>
            <a:spLocks xmlns:a="http://schemas.openxmlformats.org/drawingml/2006/main" noGrp="1"/>
          </p:cNvSpPr>
          <p:nvPr/>
        </p:nvSpPr>
        <p:spPr>
          <a:xfrm xmlns:a="http://schemas.openxmlformats.org/drawingml/2006/main">
            <a:off x="9582150" y="2990850"/>
            <a:ext cx="19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i="0">
                <a:solidFill>
                  <a:srgbClr val="C8A96A"/>
                </a:solidFill>
              </a:defRPr>
            </a:pPr>
            <a:r>
              <a:rPr sz="1650" b="1" i="0">
                <a:solidFill>
                  <a:srgbClr val="C8A96A"/>
                </a:solidFill>
              </a:rPr>
              <a:t>→</a:t>
            </a:r>
          </a:p>
        </p:txBody>
      </p:sp>
      <p:sp>
        <p:nvSpPr>
          <p:cNvPr id="26" name="route-flow-3">
            <a:extLst xmlns:a="http://schemas.openxmlformats.org/drawingml/2006/main">
              <a:ext uri="{FF2B5EF4-FFF2-40B4-BE49-F238E27FC236}">
                <a16:creationId xmlns:a16="http://schemas.microsoft.com/office/drawing/2014/main" id="{F101945C-409F-4937-9F31-2ADE83C6BBB9}"/>
              </a:ext>
            </a:extLst>
          </p:cNvPr>
          <p:cNvSpPr>
            <a:spLocks xmlns:a="http://schemas.openxmlformats.org/drawingml/2006/main" noGrp="1"/>
          </p:cNvSpPr>
          <p:nvPr/>
        </p:nvSpPr>
        <p:spPr>
          <a:xfrm xmlns:a="http://schemas.openxmlformats.org/drawingml/2006/main">
            <a:off x="9772650" y="2514600"/>
            <a:ext cx="1409700" cy="1238250"/>
          </a:xfrm>
          <a:prstGeom xmlns:a="http://schemas.openxmlformats.org/drawingml/2006/main" prst="roundRect">
            <a:avLst>
              <a:gd name="adj" fmla="val 6154"/>
            </a:avLst>
          </a:prstGeom>
          <a:solidFill xmlns:a="http://schemas.openxmlformats.org/drawingml/2006/main">
            <a:srgbClr val="E4EEE7"/>
          </a:solidFill>
          <a:ln xmlns:a="http://schemas.openxmlformats.org/drawingml/2006/main" w="9525">
            <a:solidFill>
              <a:srgbClr val="E5E1D8"/>
            </a:solidFill>
            <a:prstDash val="solid"/>
          </a:ln>
        </p:spPr>
      </p:sp>
      <p:sp>
        <p:nvSpPr>
          <p:cNvPr id="27" name="">
            <a:extLst xmlns:a="http://schemas.openxmlformats.org/drawingml/2006/main">
              <a:ext uri="{FF2B5EF4-FFF2-40B4-BE49-F238E27FC236}">
                <a16:creationId xmlns:a16="http://schemas.microsoft.com/office/drawing/2014/main" id="{696B39CB-F344-413F-B280-247E88895E96}"/>
              </a:ext>
            </a:extLst>
          </p:cNvPr>
          <p:cNvSpPr>
            <a:spLocks xmlns:a="http://schemas.openxmlformats.org/drawingml/2006/main" noGrp="1"/>
          </p:cNvSpPr>
          <p:nvPr/>
        </p:nvSpPr>
        <p:spPr>
          <a:xfrm xmlns:a="http://schemas.openxmlformats.org/drawingml/2006/main">
            <a:off x="9867900" y="2762250"/>
            <a:ext cx="1219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i="0">
                <a:solidFill>
                  <a:srgbClr val="123524"/>
                </a:solidFill>
              </a:defRPr>
            </a:pPr>
            <a:r>
              <a:rPr sz="1200" b="1" i="0">
                <a:solidFill>
                  <a:srgbClr val="123524"/>
                </a:solidFill>
              </a:rPr>
              <a:t>JSON response</a:t>
            </a:r>
          </a:p>
        </p:txBody>
      </p:sp>
      <p:sp>
        <p:nvSpPr>
          <p:cNvPr id="28" name="">
            <a:extLst xmlns:a="http://schemas.openxmlformats.org/drawingml/2006/main">
              <a:ext uri="{FF2B5EF4-FFF2-40B4-BE49-F238E27FC236}">
                <a16:creationId xmlns:a16="http://schemas.microsoft.com/office/drawing/2014/main" id="{FFC9A853-2D8A-4EFF-9CC2-07EFD424DBBC}"/>
              </a:ext>
            </a:extLst>
          </p:cNvPr>
          <p:cNvSpPr>
            <a:spLocks xmlns:a="http://schemas.openxmlformats.org/drawingml/2006/main" noGrp="1"/>
          </p:cNvSpPr>
          <p:nvPr/>
        </p:nvSpPr>
        <p:spPr>
          <a:xfrm xmlns:a="http://schemas.openxmlformats.org/drawingml/2006/main">
            <a:off x="9886950" y="329565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69746D"/>
                </a:solidFill>
              </a:defRPr>
            </a:pPr>
            <a:r>
              <a:rPr sz="900" b="0" i="0">
                <a:solidFill>
                  <a:srgbClr val="69746D"/>
                </a:solidFill>
              </a:rPr>
              <a:t>success + data</a:t>
            </a:r>
          </a:p>
        </p:txBody>
      </p:sp>
      <p:sp>
        <p:nvSpPr>
          <p:cNvPr id="29" name="">
            <a:extLst xmlns:a="http://schemas.openxmlformats.org/drawingml/2006/main">
              <a:ext uri="{FF2B5EF4-FFF2-40B4-BE49-F238E27FC236}">
                <a16:creationId xmlns:a16="http://schemas.microsoft.com/office/drawing/2014/main" id="{D7E66B62-0E80-4A17-955B-EE130E9843A4}"/>
              </a:ext>
            </a:extLst>
          </p:cNvPr>
          <p:cNvSpPr>
            <a:spLocks xmlns:a="http://schemas.openxmlformats.org/drawingml/2006/main" noGrp="1"/>
          </p:cNvSpPr>
          <p:nvPr/>
        </p:nvSpPr>
        <p:spPr>
          <a:xfrm xmlns:a="http://schemas.openxmlformats.org/drawingml/2006/main">
            <a:off x="6667500" y="4400550"/>
            <a:ext cx="4438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i="0">
                <a:solidFill>
                  <a:srgbClr val="1A4A34"/>
                </a:solidFill>
              </a:defRPr>
            </a:pPr>
            <a:r>
              <a:rPr sz="1575" b="1" i="0">
                <a:solidFill>
                  <a:srgbClr val="1A4A34"/>
                </a:solidFill>
              </a:rPr>
              <a:t>The project defines ten GET endpoint patterns under /api.</a:t>
            </a:r>
          </a:p>
        </p:txBody>
      </p:sp>
      <p:sp>
        <p:nvSpPr>
          <p:cNvPr id="30" name="">
            <a:extLst xmlns:a="http://schemas.openxmlformats.org/drawingml/2006/main">
              <a:ext uri="{FF2B5EF4-FFF2-40B4-BE49-F238E27FC236}">
                <a16:creationId xmlns:a16="http://schemas.microsoft.com/office/drawing/2014/main" id="{2B0FBF43-C815-427F-9BCC-1A2E9B668183}"/>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943070644"/>
      </p:ext>
    </p:extLst>
  </p:cSld>
</p:sld>
</file>

<file path=ppt/slides/slide2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5" name="top-accent">
            <a:extLst xmlns:a="http://schemas.openxmlformats.org/drawingml/2006/main">
              <a:ext uri="{FF2B5EF4-FFF2-40B4-BE49-F238E27FC236}">
                <a16:creationId xmlns:a16="http://schemas.microsoft.com/office/drawing/2014/main" id="{F1E031AB-F5D5-4F4D-9990-29234461164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4C1D12AB-6FE5-4DC1-8B4D-9F6B42D4C0D9}"/>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4 · BACKEND</a:t>
            </a:r>
          </a:p>
        </p:txBody>
      </p:sp>
      <p:sp>
        <p:nvSpPr>
          <p:cNvPr id="3" name="slide-number">
            <a:extLst xmlns:a="http://schemas.openxmlformats.org/drawingml/2006/main">
              <a:ext uri="{FF2B5EF4-FFF2-40B4-BE49-F238E27FC236}">
                <a16:creationId xmlns:a16="http://schemas.microsoft.com/office/drawing/2014/main" id="{189437FA-C214-4E0A-8E18-916F4894653F}"/>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28</a:t>
            </a:r>
          </a:p>
        </p:txBody>
      </p:sp>
      <p:sp>
        <p:nvSpPr>
          <p:cNvPr id="4" name="slide-title">
            <a:extLst xmlns:a="http://schemas.openxmlformats.org/drawingml/2006/main">
              <a:ext uri="{FF2B5EF4-FFF2-40B4-BE49-F238E27FC236}">
                <a16:creationId xmlns:a16="http://schemas.microsoft.com/office/drawing/2014/main" id="{443C5DA8-582E-443B-A36F-CFC8982B7B7E}"/>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The browser request lands on the matching Flask route</a:t>
            </a:r>
          </a:p>
        </p:txBody>
      </p:sp>
      <p:sp>
        <p:nvSpPr>
          <p:cNvPr id="5" name="slide-subtitle">
            <a:extLst xmlns:a="http://schemas.openxmlformats.org/drawingml/2006/main">
              <a:ext uri="{FF2B5EF4-FFF2-40B4-BE49-F238E27FC236}">
                <a16:creationId xmlns:a16="http://schemas.microsoft.com/office/drawing/2014/main" id="{C6D337DD-5ECB-4723-A3B5-214723A07D7D}"/>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The frontend and backend agree on one base URL, endpoint path, and JSON contract.</a:t>
            </a:r>
          </a:p>
        </p:txBody>
      </p:sp>
      <p:sp>
        <p:nvSpPr>
          <p:cNvPr id="6" name="workflow-browser">
            <a:extLst xmlns:a="http://schemas.openxmlformats.org/drawingml/2006/main">
              <a:ext uri="{FF2B5EF4-FFF2-40B4-BE49-F238E27FC236}">
                <a16:creationId xmlns:a16="http://schemas.microsoft.com/office/drawing/2014/main" id="{46578571-4AFD-4782-91B4-59A5B63FC568}"/>
              </a:ext>
            </a:extLst>
          </p:cNvPr>
          <p:cNvSpPr>
            <a:spLocks xmlns:a="http://schemas.openxmlformats.org/drawingml/2006/main" noGrp="1"/>
          </p:cNvSpPr>
          <p:nvPr/>
        </p:nvSpPr>
        <p:spPr>
          <a:xfrm xmlns:a="http://schemas.openxmlformats.org/drawingml/2006/main">
            <a:off x="609600" y="1752600"/>
            <a:ext cx="4857750" cy="4000500"/>
          </a:xfrm>
          <a:prstGeom xmlns:a="http://schemas.openxmlformats.org/drawingml/2006/main" prst="roundRect">
            <a:avLst>
              <a:gd name="adj" fmla="val 1905"/>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DE4D3114-4DD1-4DD4-9132-2A5D9B4AA801}"/>
              </a:ext>
            </a:extLst>
          </p:cNvPr>
          <p:cNvSpPr>
            <a:spLocks xmlns:a="http://schemas.openxmlformats.org/drawingml/2006/main" noGrp="1"/>
          </p:cNvSpPr>
          <p:nvPr/>
        </p:nvSpPr>
        <p:spPr>
          <a:xfrm xmlns:a="http://schemas.openxmlformats.org/drawingml/2006/main">
            <a:off x="609600" y="1752600"/>
            <a:ext cx="485775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D5B8288-1569-447E-BD8F-B60C3E58F694}"/>
              </a:ext>
            </a:extLst>
          </p:cNvPr>
          <p:cNvSpPr>
            <a:spLocks xmlns:a="http://schemas.openxmlformats.org/drawingml/2006/main" noGrp="1"/>
          </p:cNvSpPr>
          <p:nvPr/>
        </p:nvSpPr>
        <p:spPr>
          <a:xfrm xmlns:a="http://schemas.openxmlformats.org/drawingml/2006/main">
            <a:off x="781050" y="1847850"/>
            <a:ext cx="451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js/script.js · browser request</a:t>
            </a:r>
          </a:p>
        </p:txBody>
      </p:sp>
      <p:sp>
        <p:nvSpPr>
          <p:cNvPr id="9" name="">
            <a:extLst xmlns:a="http://schemas.openxmlformats.org/drawingml/2006/main">
              <a:ext uri="{FF2B5EF4-FFF2-40B4-BE49-F238E27FC236}">
                <a16:creationId xmlns:a16="http://schemas.microsoft.com/office/drawing/2014/main" id="{0D11F837-F7B2-41FD-9E23-16DA5D7DF275}"/>
              </a:ext>
            </a:extLst>
          </p:cNvPr>
          <p:cNvSpPr>
            <a:spLocks xmlns:a="http://schemas.openxmlformats.org/drawingml/2006/main" noGrp="1"/>
          </p:cNvSpPr>
          <p:nvPr/>
        </p:nvSpPr>
        <p:spPr>
          <a:xfrm xmlns:a="http://schemas.openxmlformats.org/drawingml/2006/main">
            <a:off x="781050" y="2200275"/>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C6A0F6"/>
                </a:solidFill>
              </a:defRPr>
            </a:pPr>
            <a:r>
              <a:rPr sz="1050" b="0" i="0">
                <a:solidFill>
                  <a:srgbClr val="C6A0F6"/>
                </a:solidFill>
              </a:rPr>
              <a:t>01  const API_BASE_URL = "http://localhost:3000/api";</a:t>
            </a:r>
          </a:p>
        </p:txBody>
      </p:sp>
      <p:sp>
        <p:nvSpPr>
          <p:cNvPr id="10" name="">
            <a:extLst xmlns:a="http://schemas.openxmlformats.org/drawingml/2006/main">
              <a:ext uri="{FF2B5EF4-FFF2-40B4-BE49-F238E27FC236}">
                <a16:creationId xmlns:a16="http://schemas.microsoft.com/office/drawing/2014/main" id="{EFE6163F-A158-4911-AEB3-F94A23542786}"/>
              </a:ext>
            </a:extLst>
          </p:cNvPr>
          <p:cNvSpPr>
            <a:spLocks xmlns:a="http://schemas.openxmlformats.org/drawingml/2006/main" noGrp="1"/>
          </p:cNvSpPr>
          <p:nvPr/>
        </p:nvSpPr>
        <p:spPr>
          <a:xfrm xmlns:a="http://schemas.openxmlformats.org/drawingml/2006/main">
            <a:off x="781050" y="2457450"/>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02  </a:t>
            </a:r>
          </a:p>
        </p:txBody>
      </p:sp>
      <p:sp>
        <p:nvSpPr>
          <p:cNvPr id="11" name="">
            <a:extLst xmlns:a="http://schemas.openxmlformats.org/drawingml/2006/main">
              <a:ext uri="{FF2B5EF4-FFF2-40B4-BE49-F238E27FC236}">
                <a16:creationId xmlns:a16="http://schemas.microsoft.com/office/drawing/2014/main" id="{1D0B1550-FA98-4668-8E42-73FA2BB3488A}"/>
              </a:ext>
            </a:extLst>
          </p:cNvPr>
          <p:cNvSpPr>
            <a:spLocks xmlns:a="http://schemas.openxmlformats.org/drawingml/2006/main" noGrp="1"/>
          </p:cNvSpPr>
          <p:nvPr/>
        </p:nvSpPr>
        <p:spPr>
          <a:xfrm xmlns:a="http://schemas.openxmlformats.org/drawingml/2006/main">
            <a:off x="781050" y="2714625"/>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C6A0F6"/>
                </a:solidFill>
              </a:defRPr>
            </a:pPr>
            <a:r>
              <a:rPr sz="1050" b="0" i="0">
                <a:solidFill>
                  <a:srgbClr val="C6A0F6"/>
                </a:solidFill>
              </a:rPr>
              <a:t>03  async function loadApiData(endpoint) {</a:t>
            </a:r>
          </a:p>
        </p:txBody>
      </p:sp>
      <p:sp>
        <p:nvSpPr>
          <p:cNvPr id="12" name="">
            <a:extLst xmlns:a="http://schemas.openxmlformats.org/drawingml/2006/main">
              <a:ext uri="{FF2B5EF4-FFF2-40B4-BE49-F238E27FC236}">
                <a16:creationId xmlns:a16="http://schemas.microsoft.com/office/drawing/2014/main" id="{CFACD379-A9A0-447F-88C2-EB167D2BBB27}"/>
              </a:ext>
            </a:extLst>
          </p:cNvPr>
          <p:cNvSpPr>
            <a:spLocks xmlns:a="http://schemas.openxmlformats.org/drawingml/2006/main" noGrp="1"/>
          </p:cNvSpPr>
          <p:nvPr/>
        </p:nvSpPr>
        <p:spPr>
          <a:xfrm xmlns:a="http://schemas.openxmlformats.org/drawingml/2006/main">
            <a:off x="781050" y="2971800"/>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C6A0F6"/>
                </a:solidFill>
              </a:defRPr>
            </a:pPr>
            <a:r>
              <a:rPr sz="1050" b="0" i="0">
                <a:solidFill>
                  <a:srgbClr val="C6A0F6"/>
                </a:solidFill>
              </a:rPr>
              <a:t>04    const response = await fetch(</a:t>
            </a:r>
          </a:p>
        </p:txBody>
      </p:sp>
      <p:sp>
        <p:nvSpPr>
          <p:cNvPr id="13" name="">
            <a:extLst xmlns:a="http://schemas.openxmlformats.org/drawingml/2006/main">
              <a:ext uri="{FF2B5EF4-FFF2-40B4-BE49-F238E27FC236}">
                <a16:creationId xmlns:a16="http://schemas.microsoft.com/office/drawing/2014/main" id="{72F028A2-AD76-4B4D-B36C-C9876B5432FE}"/>
              </a:ext>
            </a:extLst>
          </p:cNvPr>
          <p:cNvSpPr>
            <a:spLocks xmlns:a="http://schemas.openxmlformats.org/drawingml/2006/main" noGrp="1"/>
          </p:cNvSpPr>
          <p:nvPr/>
        </p:nvSpPr>
        <p:spPr>
          <a:xfrm xmlns:a="http://schemas.openxmlformats.org/drawingml/2006/main">
            <a:off x="781050" y="3228975"/>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05      `${API_BASE_URL}/${endpoint}`,</a:t>
            </a:r>
          </a:p>
        </p:txBody>
      </p:sp>
      <p:sp>
        <p:nvSpPr>
          <p:cNvPr id="14" name="">
            <a:extLst xmlns:a="http://schemas.openxmlformats.org/drawingml/2006/main">
              <a:ext uri="{FF2B5EF4-FFF2-40B4-BE49-F238E27FC236}">
                <a16:creationId xmlns:a16="http://schemas.microsoft.com/office/drawing/2014/main" id="{A3AF0C82-0F1B-4193-BCBB-455B69F8FD33}"/>
              </a:ext>
            </a:extLst>
          </p:cNvPr>
          <p:cNvSpPr>
            <a:spLocks xmlns:a="http://schemas.openxmlformats.org/drawingml/2006/main" noGrp="1"/>
          </p:cNvSpPr>
          <p:nvPr/>
        </p:nvSpPr>
        <p:spPr>
          <a:xfrm xmlns:a="http://schemas.openxmlformats.org/drawingml/2006/main">
            <a:off x="781050" y="3486150"/>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06      { headers: { Accept: "application/json" } }</a:t>
            </a:r>
          </a:p>
        </p:txBody>
      </p:sp>
      <p:sp>
        <p:nvSpPr>
          <p:cNvPr id="15" name="">
            <a:extLst xmlns:a="http://schemas.openxmlformats.org/drawingml/2006/main">
              <a:ext uri="{FF2B5EF4-FFF2-40B4-BE49-F238E27FC236}">
                <a16:creationId xmlns:a16="http://schemas.microsoft.com/office/drawing/2014/main" id="{7278799A-49EF-432F-8AEB-DB5497948AF3}"/>
              </a:ext>
            </a:extLst>
          </p:cNvPr>
          <p:cNvSpPr>
            <a:spLocks xmlns:a="http://schemas.openxmlformats.org/drawingml/2006/main" noGrp="1"/>
          </p:cNvSpPr>
          <p:nvPr/>
        </p:nvSpPr>
        <p:spPr>
          <a:xfrm xmlns:a="http://schemas.openxmlformats.org/drawingml/2006/main">
            <a:off x="781050" y="3743325"/>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07    );</a:t>
            </a:r>
          </a:p>
        </p:txBody>
      </p:sp>
      <p:sp>
        <p:nvSpPr>
          <p:cNvPr id="16" name="">
            <a:extLst xmlns:a="http://schemas.openxmlformats.org/drawingml/2006/main">
              <a:ext uri="{FF2B5EF4-FFF2-40B4-BE49-F238E27FC236}">
                <a16:creationId xmlns:a16="http://schemas.microsoft.com/office/drawing/2014/main" id="{90047815-7DE0-4EA6-9FA9-1BCB05016CD9}"/>
              </a:ext>
            </a:extLst>
          </p:cNvPr>
          <p:cNvSpPr>
            <a:spLocks xmlns:a="http://schemas.openxmlformats.org/drawingml/2006/main" noGrp="1"/>
          </p:cNvSpPr>
          <p:nvPr/>
        </p:nvSpPr>
        <p:spPr>
          <a:xfrm xmlns:a="http://schemas.openxmlformats.org/drawingml/2006/main">
            <a:off x="781050" y="4000500"/>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C6A0F6"/>
                </a:solidFill>
              </a:defRPr>
            </a:pPr>
            <a:r>
              <a:rPr sz="1050" b="0" i="0">
                <a:solidFill>
                  <a:srgbClr val="C6A0F6"/>
                </a:solidFill>
              </a:rPr>
              <a:t>08    const result = await response.json();</a:t>
            </a:r>
          </a:p>
        </p:txBody>
      </p:sp>
      <p:sp>
        <p:nvSpPr>
          <p:cNvPr id="17" name="">
            <a:extLst xmlns:a="http://schemas.openxmlformats.org/drawingml/2006/main">
              <a:ext uri="{FF2B5EF4-FFF2-40B4-BE49-F238E27FC236}">
                <a16:creationId xmlns:a16="http://schemas.microsoft.com/office/drawing/2014/main" id="{5D2D0C96-4C62-428E-B2D2-A62808C558C4}"/>
              </a:ext>
            </a:extLst>
          </p:cNvPr>
          <p:cNvSpPr>
            <a:spLocks xmlns:a="http://schemas.openxmlformats.org/drawingml/2006/main" noGrp="1"/>
          </p:cNvSpPr>
          <p:nvPr/>
        </p:nvSpPr>
        <p:spPr>
          <a:xfrm xmlns:a="http://schemas.openxmlformats.org/drawingml/2006/main">
            <a:off x="781050" y="4257675"/>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09    return result.data;</a:t>
            </a:r>
          </a:p>
        </p:txBody>
      </p:sp>
      <p:sp>
        <p:nvSpPr>
          <p:cNvPr id="18" name="">
            <a:extLst xmlns:a="http://schemas.openxmlformats.org/drawingml/2006/main">
              <a:ext uri="{FF2B5EF4-FFF2-40B4-BE49-F238E27FC236}">
                <a16:creationId xmlns:a16="http://schemas.microsoft.com/office/drawing/2014/main" id="{2C8C59C4-DA52-4A01-9A70-493F6749D597}"/>
              </a:ext>
            </a:extLst>
          </p:cNvPr>
          <p:cNvSpPr>
            <a:spLocks xmlns:a="http://schemas.openxmlformats.org/drawingml/2006/main" noGrp="1"/>
          </p:cNvSpPr>
          <p:nvPr/>
        </p:nvSpPr>
        <p:spPr>
          <a:xfrm xmlns:a="http://schemas.openxmlformats.org/drawingml/2006/main">
            <a:off x="781050" y="4514850"/>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10  }</a:t>
            </a:r>
          </a:p>
        </p:txBody>
      </p:sp>
      <p:sp>
        <p:nvSpPr>
          <p:cNvPr id="19" name="workflow-flask">
            <a:extLst xmlns:a="http://schemas.openxmlformats.org/drawingml/2006/main">
              <a:ext uri="{FF2B5EF4-FFF2-40B4-BE49-F238E27FC236}">
                <a16:creationId xmlns:a16="http://schemas.microsoft.com/office/drawing/2014/main" id="{E5C52499-19A6-4AA8-8017-DACF7E251EE4}"/>
              </a:ext>
            </a:extLst>
          </p:cNvPr>
          <p:cNvSpPr>
            <a:spLocks xmlns:a="http://schemas.openxmlformats.org/drawingml/2006/main" noGrp="1"/>
          </p:cNvSpPr>
          <p:nvPr/>
        </p:nvSpPr>
        <p:spPr>
          <a:xfrm xmlns:a="http://schemas.openxmlformats.org/drawingml/2006/main">
            <a:off x="6724650" y="1752600"/>
            <a:ext cx="4857750" cy="4000500"/>
          </a:xfrm>
          <a:prstGeom xmlns:a="http://schemas.openxmlformats.org/drawingml/2006/main" prst="roundRect">
            <a:avLst>
              <a:gd name="adj" fmla="val 1905"/>
            </a:avLst>
          </a:prstGeom>
          <a:solidFill xmlns:a="http://schemas.openxmlformats.org/drawingml/2006/main">
            <a:srgbClr val="0A1711"/>
          </a:solidFill>
          <a:ln xmlns:a="http://schemas.openxmlformats.org/drawingml/2006/main" w="9525">
            <a:solidFill>
              <a:srgbClr val="1E3B2D"/>
            </a:solidFill>
            <a:prstDash val="solid"/>
          </a:ln>
        </p:spPr>
      </p:sp>
      <p:sp>
        <p:nvSpPr>
          <p:cNvPr id="20" name="">
            <a:extLst xmlns:a="http://schemas.openxmlformats.org/drawingml/2006/main">
              <a:ext uri="{FF2B5EF4-FFF2-40B4-BE49-F238E27FC236}">
                <a16:creationId xmlns:a16="http://schemas.microsoft.com/office/drawing/2014/main" id="{9E3EDCEA-A26D-430E-A389-3E8C13C7A9F8}"/>
              </a:ext>
            </a:extLst>
          </p:cNvPr>
          <p:cNvSpPr>
            <a:spLocks xmlns:a="http://schemas.openxmlformats.org/drawingml/2006/main" noGrp="1"/>
          </p:cNvSpPr>
          <p:nvPr/>
        </p:nvSpPr>
        <p:spPr>
          <a:xfrm xmlns:a="http://schemas.openxmlformats.org/drawingml/2006/main">
            <a:off x="6724650" y="1752600"/>
            <a:ext cx="485775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D4F8861-76B9-4748-BB23-CB304C7278F3}"/>
              </a:ext>
            </a:extLst>
          </p:cNvPr>
          <p:cNvSpPr>
            <a:spLocks xmlns:a="http://schemas.openxmlformats.org/drawingml/2006/main" noGrp="1"/>
          </p:cNvSpPr>
          <p:nvPr/>
        </p:nvSpPr>
        <p:spPr>
          <a:xfrm xmlns:a="http://schemas.openxmlformats.org/drawingml/2006/main">
            <a:off x="6896100" y="1847850"/>
            <a:ext cx="451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backend-flask/routes/api.py · route</a:t>
            </a:r>
          </a:p>
        </p:txBody>
      </p:sp>
      <p:sp>
        <p:nvSpPr>
          <p:cNvPr id="22" name="">
            <a:extLst xmlns:a="http://schemas.openxmlformats.org/drawingml/2006/main">
              <a:ext uri="{FF2B5EF4-FFF2-40B4-BE49-F238E27FC236}">
                <a16:creationId xmlns:a16="http://schemas.microsoft.com/office/drawing/2014/main" id="{37A0E566-98F3-4666-86C5-B7A86C7CB758}"/>
              </a:ext>
            </a:extLst>
          </p:cNvPr>
          <p:cNvSpPr>
            <a:spLocks xmlns:a="http://schemas.openxmlformats.org/drawingml/2006/main" noGrp="1"/>
          </p:cNvSpPr>
          <p:nvPr/>
        </p:nvSpPr>
        <p:spPr>
          <a:xfrm xmlns:a="http://schemas.openxmlformats.org/drawingml/2006/main">
            <a:off x="6896100" y="2200275"/>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C6A0F6"/>
                </a:solidFill>
              </a:defRPr>
            </a:pPr>
            <a:r>
              <a:rPr sz="1050" b="0" i="0">
                <a:solidFill>
                  <a:srgbClr val="C6A0F6"/>
                </a:solidFill>
              </a:rPr>
              <a:t>01  @api.get("/groups")</a:t>
            </a:r>
          </a:p>
        </p:txBody>
      </p:sp>
      <p:sp>
        <p:nvSpPr>
          <p:cNvPr id="23" name="">
            <a:extLst xmlns:a="http://schemas.openxmlformats.org/drawingml/2006/main">
              <a:ext uri="{FF2B5EF4-FFF2-40B4-BE49-F238E27FC236}">
                <a16:creationId xmlns:a16="http://schemas.microsoft.com/office/drawing/2014/main" id="{1C551078-214B-44E6-89C4-BB51DADC49F4}"/>
              </a:ext>
            </a:extLst>
          </p:cNvPr>
          <p:cNvSpPr>
            <a:spLocks xmlns:a="http://schemas.openxmlformats.org/drawingml/2006/main" noGrp="1"/>
          </p:cNvSpPr>
          <p:nvPr/>
        </p:nvSpPr>
        <p:spPr>
          <a:xfrm xmlns:a="http://schemas.openxmlformats.org/drawingml/2006/main">
            <a:off x="6896100" y="2457450"/>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02  def groups():</a:t>
            </a:r>
          </a:p>
        </p:txBody>
      </p:sp>
      <p:sp>
        <p:nvSpPr>
          <p:cNvPr id="24" name="">
            <a:extLst xmlns:a="http://schemas.openxmlformats.org/drawingml/2006/main">
              <a:ext uri="{FF2B5EF4-FFF2-40B4-BE49-F238E27FC236}">
                <a16:creationId xmlns:a16="http://schemas.microsoft.com/office/drawing/2014/main" id="{636B5CFB-69BE-4468-B551-3CCACEB2B451}"/>
              </a:ext>
            </a:extLst>
          </p:cNvPr>
          <p:cNvSpPr>
            <a:spLocks xmlns:a="http://schemas.openxmlformats.org/drawingml/2006/main" noGrp="1"/>
          </p:cNvSpPr>
          <p:nvPr/>
        </p:nvSpPr>
        <p:spPr>
          <a:xfrm xmlns:a="http://schemas.openxmlformats.org/drawingml/2006/main">
            <a:off x="6896100" y="2714625"/>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03      page = _parse_positive_integer(</a:t>
            </a:r>
          </a:p>
        </p:txBody>
      </p:sp>
      <p:sp>
        <p:nvSpPr>
          <p:cNvPr id="25" name="">
            <a:extLst xmlns:a="http://schemas.openxmlformats.org/drawingml/2006/main">
              <a:ext uri="{FF2B5EF4-FFF2-40B4-BE49-F238E27FC236}">
                <a16:creationId xmlns:a16="http://schemas.microsoft.com/office/drawing/2014/main" id="{3BD48555-11B3-465F-9BFD-FAD3DD4AC49D}"/>
              </a:ext>
            </a:extLst>
          </p:cNvPr>
          <p:cNvSpPr>
            <a:spLocks xmlns:a="http://schemas.openxmlformats.org/drawingml/2006/main" noGrp="1"/>
          </p:cNvSpPr>
          <p:nvPr/>
        </p:nvSpPr>
        <p:spPr>
          <a:xfrm xmlns:a="http://schemas.openxmlformats.org/drawingml/2006/main">
            <a:off x="6896100" y="2971800"/>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04          request.args.get("page"), 1, "page"</a:t>
            </a:r>
          </a:p>
        </p:txBody>
      </p:sp>
      <p:sp>
        <p:nvSpPr>
          <p:cNvPr id="26" name="">
            <a:extLst xmlns:a="http://schemas.openxmlformats.org/drawingml/2006/main">
              <a:ext uri="{FF2B5EF4-FFF2-40B4-BE49-F238E27FC236}">
                <a16:creationId xmlns:a16="http://schemas.microsoft.com/office/drawing/2014/main" id="{FE34377E-0028-4271-8EFB-710D1E6048C8}"/>
              </a:ext>
            </a:extLst>
          </p:cNvPr>
          <p:cNvSpPr>
            <a:spLocks xmlns:a="http://schemas.openxmlformats.org/drawingml/2006/main" noGrp="1"/>
          </p:cNvSpPr>
          <p:nvPr/>
        </p:nvSpPr>
        <p:spPr>
          <a:xfrm xmlns:a="http://schemas.openxmlformats.org/drawingml/2006/main">
            <a:off x="6896100" y="3228975"/>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05      )</a:t>
            </a:r>
          </a:p>
        </p:txBody>
      </p:sp>
      <p:sp>
        <p:nvSpPr>
          <p:cNvPr id="27" name="">
            <a:extLst xmlns:a="http://schemas.openxmlformats.org/drawingml/2006/main">
              <a:ext uri="{FF2B5EF4-FFF2-40B4-BE49-F238E27FC236}">
                <a16:creationId xmlns:a16="http://schemas.microsoft.com/office/drawing/2014/main" id="{D4B8C128-DFDE-4ACC-ACF5-5CCC421B2C9D}"/>
              </a:ext>
            </a:extLst>
          </p:cNvPr>
          <p:cNvSpPr>
            <a:spLocks xmlns:a="http://schemas.openxmlformats.org/drawingml/2006/main" noGrp="1"/>
          </p:cNvSpPr>
          <p:nvPr/>
        </p:nvSpPr>
        <p:spPr>
          <a:xfrm xmlns:a="http://schemas.openxmlformats.org/drawingml/2006/main">
            <a:off x="6896100" y="3486150"/>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06      requested_limit = _parse_positive_integer(</a:t>
            </a:r>
          </a:p>
        </p:txBody>
      </p:sp>
      <p:sp>
        <p:nvSpPr>
          <p:cNvPr id="28" name="">
            <a:extLst xmlns:a="http://schemas.openxmlformats.org/drawingml/2006/main">
              <a:ext uri="{FF2B5EF4-FFF2-40B4-BE49-F238E27FC236}">
                <a16:creationId xmlns:a16="http://schemas.microsoft.com/office/drawing/2014/main" id="{CC4A2A38-A8A7-4BA6-B3B6-CD8F7429D55A}"/>
              </a:ext>
            </a:extLst>
          </p:cNvPr>
          <p:cNvSpPr>
            <a:spLocks xmlns:a="http://schemas.openxmlformats.org/drawingml/2006/main" noGrp="1"/>
          </p:cNvSpPr>
          <p:nvPr/>
        </p:nvSpPr>
        <p:spPr>
          <a:xfrm xmlns:a="http://schemas.openxmlformats.org/drawingml/2006/main">
            <a:off x="6896100" y="3743325"/>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07          request.args.get("limit"), 20, "limit"</a:t>
            </a:r>
          </a:p>
        </p:txBody>
      </p:sp>
      <p:sp>
        <p:nvSpPr>
          <p:cNvPr id="29" name="">
            <a:extLst xmlns:a="http://schemas.openxmlformats.org/drawingml/2006/main">
              <a:ext uri="{FF2B5EF4-FFF2-40B4-BE49-F238E27FC236}">
                <a16:creationId xmlns:a16="http://schemas.microsoft.com/office/drawing/2014/main" id="{35E32E26-1F58-45F8-8249-95E1082D48DA}"/>
              </a:ext>
            </a:extLst>
          </p:cNvPr>
          <p:cNvSpPr>
            <a:spLocks xmlns:a="http://schemas.openxmlformats.org/drawingml/2006/main" noGrp="1"/>
          </p:cNvSpPr>
          <p:nvPr/>
        </p:nvSpPr>
        <p:spPr>
          <a:xfrm xmlns:a="http://schemas.openxmlformats.org/drawingml/2006/main">
            <a:off x="6896100" y="4000500"/>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08      )</a:t>
            </a:r>
          </a:p>
        </p:txBody>
      </p:sp>
      <p:sp>
        <p:nvSpPr>
          <p:cNvPr id="30" name="">
            <a:extLst xmlns:a="http://schemas.openxmlformats.org/drawingml/2006/main">
              <a:ext uri="{FF2B5EF4-FFF2-40B4-BE49-F238E27FC236}">
                <a16:creationId xmlns:a16="http://schemas.microsoft.com/office/drawing/2014/main" id="{6E76DC9E-1E38-4C04-BE7F-8395BC61834E}"/>
              </a:ext>
            </a:extLst>
          </p:cNvPr>
          <p:cNvSpPr>
            <a:spLocks xmlns:a="http://schemas.openxmlformats.org/drawingml/2006/main" noGrp="1"/>
          </p:cNvSpPr>
          <p:nvPr/>
        </p:nvSpPr>
        <p:spPr>
          <a:xfrm xmlns:a="http://schemas.openxmlformats.org/drawingml/2006/main">
            <a:off x="6896100" y="4257675"/>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09      # build query, fetch rows, return JSON</a:t>
            </a:r>
          </a:p>
        </p:txBody>
      </p:sp>
      <p:sp>
        <p:nvSpPr>
          <p:cNvPr id="31" name="workflow-request-arrow">
            <a:extLst xmlns:a="http://schemas.openxmlformats.org/drawingml/2006/main">
              <a:ext uri="{FF2B5EF4-FFF2-40B4-BE49-F238E27FC236}">
                <a16:creationId xmlns:a16="http://schemas.microsoft.com/office/drawing/2014/main" id="{84A6B483-E377-4ABF-8485-416F3C8B91F3}"/>
              </a:ext>
            </a:extLst>
          </p:cNvPr>
          <p:cNvSpPr>
            <a:spLocks xmlns:a="http://schemas.openxmlformats.org/drawingml/2006/main" noGrp="1"/>
          </p:cNvSpPr>
          <p:nvPr/>
        </p:nvSpPr>
        <p:spPr>
          <a:xfrm xmlns:a="http://schemas.openxmlformats.org/drawingml/2006/main">
            <a:off x="5524500" y="31432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C8A96A"/>
                </a:solidFill>
              </a:defRPr>
            </a:pPr>
            <a:r>
              <a:rPr sz="1350" b="1" i="0">
                <a:solidFill>
                  <a:srgbClr val="C8A96A"/>
                </a:solidFill>
              </a:rPr>
              <a:t>HTTP GET  →</a:t>
            </a:r>
          </a:p>
        </p:txBody>
      </p:sp>
      <p:sp>
        <p:nvSpPr>
          <p:cNvPr id="32" name="">
            <a:extLst xmlns:a="http://schemas.openxmlformats.org/drawingml/2006/main">
              <a:ext uri="{FF2B5EF4-FFF2-40B4-BE49-F238E27FC236}">
                <a16:creationId xmlns:a16="http://schemas.microsoft.com/office/drawing/2014/main" id="{EAA0E9B3-F806-4717-B7BB-686547509032}"/>
              </a:ext>
            </a:extLst>
          </p:cNvPr>
          <p:cNvSpPr>
            <a:spLocks xmlns:a="http://schemas.openxmlformats.org/drawingml/2006/main" noGrp="1"/>
          </p:cNvSpPr>
          <p:nvPr/>
        </p:nvSpPr>
        <p:spPr>
          <a:xfrm xmlns:a="http://schemas.openxmlformats.org/drawingml/2006/main">
            <a:off x="4248150" y="5391150"/>
            <a:ext cx="3676650" cy="285750"/>
          </a:xfrm>
          <a:prstGeom xmlns:a="http://schemas.openxmlformats.org/drawingml/2006/main" prst="roundRect">
            <a:avLst>
              <a:gd name="adj" fmla="val 26667"/>
            </a:avLst>
          </a:prstGeom>
          <a:solidFill xmlns:a="http://schemas.openxmlformats.org/drawingml/2006/main">
            <a:srgbClr val="C8A96A"/>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09B3F8E-9E34-4252-A400-E983A02C03B6}"/>
              </a:ext>
            </a:extLst>
          </p:cNvPr>
          <p:cNvSpPr>
            <a:spLocks xmlns:a="http://schemas.openxmlformats.org/drawingml/2006/main" noGrp="1"/>
          </p:cNvSpPr>
          <p:nvPr/>
        </p:nvSpPr>
        <p:spPr>
          <a:xfrm xmlns:a="http://schemas.openxmlformats.org/drawingml/2006/main">
            <a:off x="4343400" y="5448300"/>
            <a:ext cx="3486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071B12"/>
                </a:solidFill>
              </a:defRPr>
            </a:pPr>
            <a:r>
              <a:rPr sz="900" b="1" i="0">
                <a:solidFill>
                  <a:srgbClr val="071B12"/>
                </a:solidFill>
              </a:rPr>
              <a:t>/api/groups?page=1&amp;limit=100</a:t>
            </a:r>
          </a:p>
        </p:txBody>
      </p:sp>
      <p:sp>
        <p:nvSpPr>
          <p:cNvPr id="34" name="">
            <a:extLst xmlns:a="http://schemas.openxmlformats.org/drawingml/2006/main">
              <a:ext uri="{FF2B5EF4-FFF2-40B4-BE49-F238E27FC236}">
                <a16:creationId xmlns:a16="http://schemas.microsoft.com/office/drawing/2014/main" id="{6B08DEA5-390E-4E77-884E-28495C3D62C6}"/>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532168206"/>
      </p:ext>
    </p:extLst>
  </p:cSld>
</p:sld>
</file>

<file path=ppt/slides/slide2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41" name="top-accent">
            <a:extLst xmlns:a="http://schemas.openxmlformats.org/drawingml/2006/main">
              <a:ext uri="{FF2B5EF4-FFF2-40B4-BE49-F238E27FC236}">
                <a16:creationId xmlns:a16="http://schemas.microsoft.com/office/drawing/2014/main" id="{00A4CB3C-7AD9-459C-A865-FB1B8BEFD71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8343F9EA-433C-441D-AD60-B72993E71D7F}"/>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4 · BACKEND</a:t>
            </a:r>
          </a:p>
        </p:txBody>
      </p:sp>
      <p:sp>
        <p:nvSpPr>
          <p:cNvPr id="3" name="slide-number">
            <a:extLst xmlns:a="http://schemas.openxmlformats.org/drawingml/2006/main">
              <a:ext uri="{FF2B5EF4-FFF2-40B4-BE49-F238E27FC236}">
                <a16:creationId xmlns:a16="http://schemas.microsoft.com/office/drawing/2014/main" id="{BF8FB232-8B8C-4E43-8A19-3309DD6FAAD5}"/>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29</a:t>
            </a:r>
          </a:p>
        </p:txBody>
      </p:sp>
      <p:sp>
        <p:nvSpPr>
          <p:cNvPr id="4" name="slide-title">
            <a:extLst xmlns:a="http://schemas.openxmlformats.org/drawingml/2006/main">
              <a:ext uri="{FF2B5EF4-FFF2-40B4-BE49-F238E27FC236}">
                <a16:creationId xmlns:a16="http://schemas.microsoft.com/office/drawing/2014/main" id="{3142C87A-17A9-4197-8579-2046248A5221}"/>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Query parameters become validated Python values</a:t>
            </a:r>
          </a:p>
        </p:txBody>
      </p:sp>
      <p:sp>
        <p:nvSpPr>
          <p:cNvPr id="5" name="slide-subtitle">
            <a:extLst xmlns:a="http://schemas.openxmlformats.org/drawingml/2006/main">
              <a:ext uri="{FF2B5EF4-FFF2-40B4-BE49-F238E27FC236}">
                <a16:creationId xmlns:a16="http://schemas.microsoft.com/office/drawing/2014/main" id="{204343DB-EC4D-4491-BD78-715AB66B2822}"/>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Text after the question mark lets one endpoint serve pagination and optional filters.</a:t>
            </a:r>
          </a:p>
        </p:txBody>
      </p:sp>
      <p:sp>
        <p:nvSpPr>
          <p:cNvPr id="6" name="dev-code-panel">
            <a:extLst xmlns:a="http://schemas.openxmlformats.org/drawingml/2006/main">
              <a:ext uri="{FF2B5EF4-FFF2-40B4-BE49-F238E27FC236}">
                <a16:creationId xmlns:a16="http://schemas.microsoft.com/office/drawing/2014/main" id="{F65DAD86-EB9F-4249-8C14-939B746D7681}"/>
              </a:ext>
            </a:extLst>
          </p:cNvPr>
          <p:cNvSpPr>
            <a:spLocks xmlns:a="http://schemas.openxmlformats.org/drawingml/2006/main" noGrp="1"/>
          </p:cNvSpPr>
          <p:nvPr/>
        </p:nvSpPr>
        <p:spPr>
          <a:xfrm xmlns:a="http://schemas.openxmlformats.org/drawingml/2006/main">
            <a:off x="609600" y="1752600"/>
            <a:ext cx="5143500" cy="4000500"/>
          </a:xfrm>
          <a:prstGeom xmlns:a="http://schemas.openxmlformats.org/drawingml/2006/main" prst="roundRect">
            <a:avLst>
              <a:gd name="adj" fmla="val 1905"/>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4AB41A74-8187-4B9E-80EB-605FD9433FBC}"/>
              </a:ext>
            </a:extLst>
          </p:cNvPr>
          <p:cNvSpPr>
            <a:spLocks xmlns:a="http://schemas.openxmlformats.org/drawingml/2006/main" noGrp="1"/>
          </p:cNvSpPr>
          <p:nvPr/>
        </p:nvSpPr>
        <p:spPr>
          <a:xfrm xmlns:a="http://schemas.openxmlformats.org/drawingml/2006/main">
            <a:off x="609600" y="1752600"/>
            <a:ext cx="51435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CF3014B-CA5F-4A8D-B75B-8208389E2F43}"/>
              </a:ext>
            </a:extLst>
          </p:cNvPr>
          <p:cNvSpPr>
            <a:spLocks xmlns:a="http://schemas.openxmlformats.org/drawingml/2006/main" noGrp="1"/>
          </p:cNvSpPr>
          <p:nvPr/>
        </p:nvSpPr>
        <p:spPr>
          <a:xfrm xmlns:a="http://schemas.openxmlformats.org/drawingml/2006/main">
            <a:off x="781050" y="1847850"/>
            <a:ext cx="480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backend-flask/routes/api.py · request.args</a:t>
            </a:r>
          </a:p>
        </p:txBody>
      </p:sp>
      <p:sp>
        <p:nvSpPr>
          <p:cNvPr id="9" name="">
            <a:extLst xmlns:a="http://schemas.openxmlformats.org/drawingml/2006/main">
              <a:ext uri="{FF2B5EF4-FFF2-40B4-BE49-F238E27FC236}">
                <a16:creationId xmlns:a16="http://schemas.microsoft.com/office/drawing/2014/main" id="{1C5CB27C-821B-4AD5-AB4D-5772A34E65ED}"/>
              </a:ext>
            </a:extLst>
          </p:cNvPr>
          <p:cNvSpPr>
            <a:spLocks xmlns:a="http://schemas.openxmlformats.org/drawingml/2006/main" noGrp="1"/>
          </p:cNvSpPr>
          <p:nvPr/>
        </p:nvSpPr>
        <p:spPr>
          <a:xfrm xmlns:a="http://schemas.openxmlformats.org/drawingml/2006/main">
            <a:off x="781050" y="2200275"/>
            <a:ext cx="4857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01  page = _parse_positive_integer(</a:t>
            </a:r>
          </a:p>
        </p:txBody>
      </p:sp>
      <p:sp>
        <p:nvSpPr>
          <p:cNvPr id="10" name="">
            <a:extLst xmlns:a="http://schemas.openxmlformats.org/drawingml/2006/main">
              <a:ext uri="{FF2B5EF4-FFF2-40B4-BE49-F238E27FC236}">
                <a16:creationId xmlns:a16="http://schemas.microsoft.com/office/drawing/2014/main" id="{E8266067-D45E-4ADF-87DB-8A9A62E0A6B6}"/>
              </a:ext>
            </a:extLst>
          </p:cNvPr>
          <p:cNvSpPr>
            <a:spLocks xmlns:a="http://schemas.openxmlformats.org/drawingml/2006/main" noGrp="1"/>
          </p:cNvSpPr>
          <p:nvPr/>
        </p:nvSpPr>
        <p:spPr>
          <a:xfrm xmlns:a="http://schemas.openxmlformats.org/drawingml/2006/main">
            <a:off x="781050" y="2457450"/>
            <a:ext cx="4857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02      request.args.get("page"), 1, "page"</a:t>
            </a:r>
          </a:p>
        </p:txBody>
      </p:sp>
      <p:sp>
        <p:nvSpPr>
          <p:cNvPr id="11" name="">
            <a:extLst xmlns:a="http://schemas.openxmlformats.org/drawingml/2006/main">
              <a:ext uri="{FF2B5EF4-FFF2-40B4-BE49-F238E27FC236}">
                <a16:creationId xmlns:a16="http://schemas.microsoft.com/office/drawing/2014/main" id="{991890CE-F63A-4958-A24C-D941F19CF28F}"/>
              </a:ext>
            </a:extLst>
          </p:cNvPr>
          <p:cNvSpPr>
            <a:spLocks xmlns:a="http://schemas.openxmlformats.org/drawingml/2006/main" noGrp="1"/>
          </p:cNvSpPr>
          <p:nvPr/>
        </p:nvSpPr>
        <p:spPr>
          <a:xfrm xmlns:a="http://schemas.openxmlformats.org/drawingml/2006/main">
            <a:off x="781050" y="2714625"/>
            <a:ext cx="4857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03  )</a:t>
            </a:r>
          </a:p>
        </p:txBody>
      </p:sp>
      <p:sp>
        <p:nvSpPr>
          <p:cNvPr id="12" name="">
            <a:extLst xmlns:a="http://schemas.openxmlformats.org/drawingml/2006/main">
              <a:ext uri="{FF2B5EF4-FFF2-40B4-BE49-F238E27FC236}">
                <a16:creationId xmlns:a16="http://schemas.microsoft.com/office/drawing/2014/main" id="{34436AD7-BF6B-4642-93B6-D1024622262C}"/>
              </a:ext>
            </a:extLst>
          </p:cNvPr>
          <p:cNvSpPr>
            <a:spLocks xmlns:a="http://schemas.openxmlformats.org/drawingml/2006/main" noGrp="1"/>
          </p:cNvSpPr>
          <p:nvPr/>
        </p:nvSpPr>
        <p:spPr>
          <a:xfrm xmlns:a="http://schemas.openxmlformats.org/drawingml/2006/main">
            <a:off x="781050" y="2971800"/>
            <a:ext cx="4857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04  requested_limit = _parse_positive_integer(</a:t>
            </a:r>
          </a:p>
        </p:txBody>
      </p:sp>
      <p:sp>
        <p:nvSpPr>
          <p:cNvPr id="13" name="">
            <a:extLst xmlns:a="http://schemas.openxmlformats.org/drawingml/2006/main">
              <a:ext uri="{FF2B5EF4-FFF2-40B4-BE49-F238E27FC236}">
                <a16:creationId xmlns:a16="http://schemas.microsoft.com/office/drawing/2014/main" id="{E4E2B435-C363-444D-95AB-BBC0C284F453}"/>
              </a:ext>
            </a:extLst>
          </p:cNvPr>
          <p:cNvSpPr>
            <a:spLocks xmlns:a="http://schemas.openxmlformats.org/drawingml/2006/main" noGrp="1"/>
          </p:cNvSpPr>
          <p:nvPr/>
        </p:nvSpPr>
        <p:spPr>
          <a:xfrm xmlns:a="http://schemas.openxmlformats.org/drawingml/2006/main">
            <a:off x="781050" y="3228975"/>
            <a:ext cx="4857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05      request.args.get("limit"), 20, "limit"</a:t>
            </a:r>
          </a:p>
        </p:txBody>
      </p:sp>
      <p:sp>
        <p:nvSpPr>
          <p:cNvPr id="14" name="">
            <a:extLst xmlns:a="http://schemas.openxmlformats.org/drawingml/2006/main">
              <a:ext uri="{FF2B5EF4-FFF2-40B4-BE49-F238E27FC236}">
                <a16:creationId xmlns:a16="http://schemas.microsoft.com/office/drawing/2014/main" id="{08073134-5406-4ADC-8B01-54D3FDAFB0E5}"/>
              </a:ext>
            </a:extLst>
          </p:cNvPr>
          <p:cNvSpPr>
            <a:spLocks xmlns:a="http://schemas.openxmlformats.org/drawingml/2006/main" noGrp="1"/>
          </p:cNvSpPr>
          <p:nvPr/>
        </p:nvSpPr>
        <p:spPr>
          <a:xfrm xmlns:a="http://schemas.openxmlformats.org/drawingml/2006/main">
            <a:off x="781050" y="3486150"/>
            <a:ext cx="4857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06  )</a:t>
            </a:r>
          </a:p>
        </p:txBody>
      </p:sp>
      <p:sp>
        <p:nvSpPr>
          <p:cNvPr id="15" name="">
            <a:extLst xmlns:a="http://schemas.openxmlformats.org/drawingml/2006/main">
              <a:ext uri="{FF2B5EF4-FFF2-40B4-BE49-F238E27FC236}">
                <a16:creationId xmlns:a16="http://schemas.microsoft.com/office/drawing/2014/main" id="{09C86345-3174-4820-9950-0840434A11B8}"/>
              </a:ext>
            </a:extLst>
          </p:cNvPr>
          <p:cNvSpPr>
            <a:spLocks xmlns:a="http://schemas.openxmlformats.org/drawingml/2006/main" noGrp="1"/>
          </p:cNvSpPr>
          <p:nvPr/>
        </p:nvSpPr>
        <p:spPr>
          <a:xfrm xmlns:a="http://schemas.openxmlformats.org/drawingml/2006/main">
            <a:off x="781050" y="3743325"/>
            <a:ext cx="4857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07  search = request.args.get("search")</a:t>
            </a:r>
          </a:p>
        </p:txBody>
      </p:sp>
      <p:sp>
        <p:nvSpPr>
          <p:cNvPr id="16" name="">
            <a:extLst xmlns:a="http://schemas.openxmlformats.org/drawingml/2006/main">
              <a:ext uri="{FF2B5EF4-FFF2-40B4-BE49-F238E27FC236}">
                <a16:creationId xmlns:a16="http://schemas.microsoft.com/office/drawing/2014/main" id="{239418A2-A7DA-4570-9E78-CFBE6E8AB066}"/>
              </a:ext>
            </a:extLst>
          </p:cNvPr>
          <p:cNvSpPr>
            <a:spLocks xmlns:a="http://schemas.openxmlformats.org/drawingml/2006/main" noGrp="1"/>
          </p:cNvSpPr>
          <p:nvPr/>
        </p:nvSpPr>
        <p:spPr>
          <a:xfrm xmlns:a="http://schemas.openxmlformats.org/drawingml/2006/main">
            <a:off x="781050" y="4000500"/>
            <a:ext cx="4857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08  continent = request.args.get("continent")</a:t>
            </a:r>
          </a:p>
        </p:txBody>
      </p:sp>
      <p:sp>
        <p:nvSpPr>
          <p:cNvPr id="17" name="">
            <a:extLst xmlns:a="http://schemas.openxmlformats.org/drawingml/2006/main">
              <a:ext uri="{FF2B5EF4-FFF2-40B4-BE49-F238E27FC236}">
                <a16:creationId xmlns:a16="http://schemas.microsoft.com/office/drawing/2014/main" id="{3D244043-2F48-4C0B-8297-AFFF00E0C96A}"/>
              </a:ext>
            </a:extLst>
          </p:cNvPr>
          <p:cNvSpPr>
            <a:spLocks xmlns:a="http://schemas.openxmlformats.org/drawingml/2006/main" noGrp="1"/>
          </p:cNvSpPr>
          <p:nvPr/>
        </p:nvSpPr>
        <p:spPr>
          <a:xfrm xmlns:a="http://schemas.openxmlformats.org/drawingml/2006/main">
            <a:off x="781050" y="4257675"/>
            <a:ext cx="4857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09  region = request.args.get("region")</a:t>
            </a:r>
          </a:p>
        </p:txBody>
      </p:sp>
      <p:sp>
        <p:nvSpPr>
          <p:cNvPr id="18" name="">
            <a:extLst xmlns:a="http://schemas.openxmlformats.org/drawingml/2006/main">
              <a:ext uri="{FF2B5EF4-FFF2-40B4-BE49-F238E27FC236}">
                <a16:creationId xmlns:a16="http://schemas.microsoft.com/office/drawing/2014/main" id="{B80BD49E-F686-45E4-AD95-D6384032D6C3}"/>
              </a:ext>
            </a:extLst>
          </p:cNvPr>
          <p:cNvSpPr>
            <a:spLocks xmlns:a="http://schemas.openxmlformats.org/drawingml/2006/main" noGrp="1"/>
          </p:cNvSpPr>
          <p:nvPr/>
        </p:nvSpPr>
        <p:spPr>
          <a:xfrm xmlns:a="http://schemas.openxmlformats.org/drawingml/2006/main">
            <a:off x="781050" y="4514850"/>
            <a:ext cx="4857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10  any_tpi = request.args.get("any_tpi")</a:t>
            </a:r>
          </a:p>
        </p:txBody>
      </p:sp>
      <p:sp>
        <p:nvSpPr>
          <p:cNvPr id="19" name="query-parameter-map">
            <a:extLst xmlns:a="http://schemas.openxmlformats.org/drawingml/2006/main">
              <a:ext uri="{FF2B5EF4-FFF2-40B4-BE49-F238E27FC236}">
                <a16:creationId xmlns:a16="http://schemas.microsoft.com/office/drawing/2014/main" id="{0A372BD1-FD27-4A80-86CE-D942DF18A82F}"/>
              </a:ext>
            </a:extLst>
          </p:cNvPr>
          <p:cNvSpPr>
            <a:spLocks xmlns:a="http://schemas.openxmlformats.org/drawingml/2006/main" noGrp="1"/>
          </p:cNvSpPr>
          <p:nvPr/>
        </p:nvSpPr>
        <p:spPr>
          <a:xfrm xmlns:a="http://schemas.openxmlformats.org/drawingml/2006/main">
            <a:off x="6096000" y="1752600"/>
            <a:ext cx="5486400" cy="4000500"/>
          </a:xfrm>
          <a:prstGeom xmlns:a="http://schemas.openxmlformats.org/drawingml/2006/main" prst="roundRect">
            <a:avLst>
              <a:gd name="adj" fmla="val 1905"/>
            </a:avLst>
          </a:prstGeom>
          <a:solidFill xmlns:a="http://schemas.openxmlformats.org/drawingml/2006/main">
            <a:srgbClr val="FFFEFA"/>
          </a:solidFill>
          <a:ln xmlns:a="http://schemas.openxmlformats.org/drawingml/2006/main" w="9525">
            <a:solidFill>
              <a:srgbClr val="E5E1D8"/>
            </a:solidFill>
            <a:prstDash val="solid"/>
          </a:ln>
        </p:spPr>
      </p:sp>
      <p:sp>
        <p:nvSpPr>
          <p:cNvPr id="20" name="">
            <a:extLst xmlns:a="http://schemas.openxmlformats.org/drawingml/2006/main">
              <a:ext uri="{FF2B5EF4-FFF2-40B4-BE49-F238E27FC236}">
                <a16:creationId xmlns:a16="http://schemas.microsoft.com/office/drawing/2014/main" id="{D82E6CDA-7EFC-4F2A-B8CA-114BFC032B6D}"/>
              </a:ext>
            </a:extLst>
          </p:cNvPr>
          <p:cNvSpPr>
            <a:spLocks xmlns:a="http://schemas.openxmlformats.org/drawingml/2006/main" noGrp="1"/>
          </p:cNvSpPr>
          <p:nvPr/>
        </p:nvSpPr>
        <p:spPr>
          <a:xfrm xmlns:a="http://schemas.openxmlformats.org/drawingml/2006/main">
            <a:off x="6419850" y="2133600"/>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123524"/>
                </a:solidFill>
              </a:defRPr>
            </a:pPr>
            <a:r>
              <a:rPr sz="1350" b="1" i="0">
                <a:solidFill>
                  <a:srgbClr val="123524"/>
                </a:solidFill>
              </a:rPr>
              <a:t>/api/groups?continent=Africa&amp;page=1&amp;limit=20</a:t>
            </a:r>
          </a:p>
        </p:txBody>
      </p:sp>
      <p:sp>
        <p:nvSpPr>
          <p:cNvPr id="21" name="">
            <a:extLst xmlns:a="http://schemas.openxmlformats.org/drawingml/2006/main">
              <a:ext uri="{FF2B5EF4-FFF2-40B4-BE49-F238E27FC236}">
                <a16:creationId xmlns:a16="http://schemas.microsoft.com/office/drawing/2014/main" id="{557A7175-1F2B-4FEE-AE5C-BC02AD4D376A}"/>
              </a:ext>
            </a:extLst>
          </p:cNvPr>
          <p:cNvSpPr>
            <a:spLocks xmlns:a="http://schemas.openxmlformats.org/drawingml/2006/main" noGrp="1"/>
          </p:cNvSpPr>
          <p:nvPr/>
        </p:nvSpPr>
        <p:spPr>
          <a:xfrm xmlns:a="http://schemas.openxmlformats.org/drawingml/2006/main">
            <a:off x="6496050" y="2838450"/>
            <a:ext cx="1143000" cy="285750"/>
          </a:xfrm>
          <a:prstGeom xmlns:a="http://schemas.openxmlformats.org/drawingml/2006/main" prst="roundRect">
            <a:avLst>
              <a:gd name="adj" fmla="val 26667"/>
            </a:avLst>
          </a:prstGeom>
          <a:solidFill xmlns:a="http://schemas.openxmlformats.org/drawingml/2006/main">
            <a:srgbClr val="12352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832208A-2CCF-4AB0-A88B-BEE652EFDDFB}"/>
              </a:ext>
            </a:extLst>
          </p:cNvPr>
          <p:cNvSpPr>
            <a:spLocks xmlns:a="http://schemas.openxmlformats.org/drawingml/2006/main" noGrp="1"/>
          </p:cNvSpPr>
          <p:nvPr/>
        </p:nvSpPr>
        <p:spPr>
          <a:xfrm xmlns:a="http://schemas.openxmlformats.org/drawingml/2006/main">
            <a:off x="6591300" y="289560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continent</a:t>
            </a:r>
          </a:p>
        </p:txBody>
      </p:sp>
      <p:sp>
        <p:nvSpPr>
          <p:cNvPr id="23" name="">
            <a:extLst xmlns:a="http://schemas.openxmlformats.org/drawingml/2006/main">
              <a:ext uri="{FF2B5EF4-FFF2-40B4-BE49-F238E27FC236}">
                <a16:creationId xmlns:a16="http://schemas.microsoft.com/office/drawing/2014/main" id="{77BF0B56-3C6F-4175-BE6B-48A3EEB4C5CF}"/>
              </a:ext>
            </a:extLst>
          </p:cNvPr>
          <p:cNvSpPr>
            <a:spLocks xmlns:a="http://schemas.openxmlformats.org/drawingml/2006/main" noGrp="1"/>
          </p:cNvSpPr>
          <p:nvPr/>
        </p:nvSpPr>
        <p:spPr>
          <a:xfrm xmlns:a="http://schemas.openxmlformats.org/drawingml/2006/main">
            <a:off x="7734300" y="28384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i="0">
                <a:solidFill>
                  <a:srgbClr val="C8A96A"/>
                </a:solidFill>
              </a:defRPr>
            </a:pPr>
            <a:r>
              <a:rPr sz="1725" b="1" i="0">
                <a:solidFill>
                  <a:srgbClr val="C8A96A"/>
                </a:solidFill>
              </a:rPr>
              <a:t>→</a:t>
            </a:r>
          </a:p>
        </p:txBody>
      </p:sp>
      <p:sp>
        <p:nvSpPr>
          <p:cNvPr id="24" name="">
            <a:extLst xmlns:a="http://schemas.openxmlformats.org/drawingml/2006/main">
              <a:ext uri="{FF2B5EF4-FFF2-40B4-BE49-F238E27FC236}">
                <a16:creationId xmlns:a16="http://schemas.microsoft.com/office/drawing/2014/main" id="{7A21EA75-B3EE-4585-B283-4B2B4405B367}"/>
              </a:ext>
            </a:extLst>
          </p:cNvPr>
          <p:cNvSpPr>
            <a:spLocks xmlns:a="http://schemas.openxmlformats.org/drawingml/2006/main" noGrp="1"/>
          </p:cNvSpPr>
          <p:nvPr/>
        </p:nvSpPr>
        <p:spPr>
          <a:xfrm xmlns:a="http://schemas.openxmlformats.org/drawingml/2006/main">
            <a:off x="8191500" y="2838450"/>
            <a:ext cx="990600" cy="285750"/>
          </a:xfrm>
          <a:prstGeom xmlns:a="http://schemas.openxmlformats.org/drawingml/2006/main" prst="roundRect">
            <a:avLst>
              <a:gd name="adj" fmla="val 26667"/>
            </a:avLst>
          </a:prstGeom>
          <a:solidFill xmlns:a="http://schemas.openxmlformats.org/drawingml/2006/main">
            <a:srgbClr val="EEE1C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A81F029-70CE-4ED4-8E91-39482AD7B310}"/>
              </a:ext>
            </a:extLst>
          </p:cNvPr>
          <p:cNvSpPr>
            <a:spLocks xmlns:a="http://schemas.openxmlformats.org/drawingml/2006/main" noGrp="1"/>
          </p:cNvSpPr>
          <p:nvPr/>
        </p:nvSpPr>
        <p:spPr>
          <a:xfrm xmlns:a="http://schemas.openxmlformats.org/drawingml/2006/main">
            <a:off x="8286750" y="2895600"/>
            <a:ext cx="80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123524"/>
                </a:solidFill>
              </a:defRPr>
            </a:pPr>
            <a:r>
              <a:rPr sz="900" b="1" i="0">
                <a:solidFill>
                  <a:srgbClr val="123524"/>
                </a:solidFill>
              </a:rPr>
              <a:t>Africa</a:t>
            </a:r>
          </a:p>
        </p:txBody>
      </p:sp>
      <p:sp>
        <p:nvSpPr>
          <p:cNvPr id="26" name="">
            <a:extLst xmlns:a="http://schemas.openxmlformats.org/drawingml/2006/main">
              <a:ext uri="{FF2B5EF4-FFF2-40B4-BE49-F238E27FC236}">
                <a16:creationId xmlns:a16="http://schemas.microsoft.com/office/drawing/2014/main" id="{3E346C65-48A0-470F-ACD9-0A5E906FBE2B}"/>
              </a:ext>
            </a:extLst>
          </p:cNvPr>
          <p:cNvSpPr>
            <a:spLocks xmlns:a="http://schemas.openxmlformats.org/drawingml/2006/main" noGrp="1"/>
          </p:cNvSpPr>
          <p:nvPr/>
        </p:nvSpPr>
        <p:spPr>
          <a:xfrm xmlns:a="http://schemas.openxmlformats.org/drawingml/2006/main">
            <a:off x="9353550" y="287655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i="0">
                <a:solidFill>
                  <a:srgbClr val="69746D"/>
                </a:solidFill>
              </a:defRPr>
            </a:pPr>
            <a:r>
              <a:rPr sz="975" b="0" i="0">
                <a:solidFill>
                  <a:srgbClr val="69746D"/>
                </a:solidFill>
              </a:rPr>
              <a:t>optional equality filter</a:t>
            </a:r>
          </a:p>
        </p:txBody>
      </p:sp>
      <p:sp>
        <p:nvSpPr>
          <p:cNvPr id="27" name="">
            <a:extLst xmlns:a="http://schemas.openxmlformats.org/drawingml/2006/main">
              <a:ext uri="{FF2B5EF4-FFF2-40B4-BE49-F238E27FC236}">
                <a16:creationId xmlns:a16="http://schemas.microsoft.com/office/drawing/2014/main" id="{68F01E88-DF91-466C-AB53-520A1ECD4D08}"/>
              </a:ext>
            </a:extLst>
          </p:cNvPr>
          <p:cNvSpPr>
            <a:spLocks xmlns:a="http://schemas.openxmlformats.org/drawingml/2006/main" noGrp="1"/>
          </p:cNvSpPr>
          <p:nvPr/>
        </p:nvSpPr>
        <p:spPr>
          <a:xfrm xmlns:a="http://schemas.openxmlformats.org/drawingml/2006/main">
            <a:off x="6496050" y="3619500"/>
            <a:ext cx="1143000" cy="285750"/>
          </a:xfrm>
          <a:prstGeom xmlns:a="http://schemas.openxmlformats.org/drawingml/2006/main" prst="roundRect">
            <a:avLst>
              <a:gd name="adj" fmla="val 26667"/>
            </a:avLst>
          </a:prstGeom>
          <a:solidFill xmlns:a="http://schemas.openxmlformats.org/drawingml/2006/main">
            <a:srgbClr val="12352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FDCF0AF-808E-4683-9591-209319FF7256}"/>
              </a:ext>
            </a:extLst>
          </p:cNvPr>
          <p:cNvSpPr>
            <a:spLocks xmlns:a="http://schemas.openxmlformats.org/drawingml/2006/main" noGrp="1"/>
          </p:cNvSpPr>
          <p:nvPr/>
        </p:nvSpPr>
        <p:spPr>
          <a:xfrm xmlns:a="http://schemas.openxmlformats.org/drawingml/2006/main">
            <a:off x="6591300" y="36766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page</a:t>
            </a:r>
          </a:p>
        </p:txBody>
      </p:sp>
      <p:sp>
        <p:nvSpPr>
          <p:cNvPr id="29" name="">
            <a:extLst xmlns:a="http://schemas.openxmlformats.org/drawingml/2006/main">
              <a:ext uri="{FF2B5EF4-FFF2-40B4-BE49-F238E27FC236}">
                <a16:creationId xmlns:a16="http://schemas.microsoft.com/office/drawing/2014/main" id="{A612CF7A-1BFD-44DE-A0B9-5DF8A6424741}"/>
              </a:ext>
            </a:extLst>
          </p:cNvPr>
          <p:cNvSpPr>
            <a:spLocks xmlns:a="http://schemas.openxmlformats.org/drawingml/2006/main" noGrp="1"/>
          </p:cNvSpPr>
          <p:nvPr/>
        </p:nvSpPr>
        <p:spPr>
          <a:xfrm xmlns:a="http://schemas.openxmlformats.org/drawingml/2006/main">
            <a:off x="7734300" y="3619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i="0">
                <a:solidFill>
                  <a:srgbClr val="C8A96A"/>
                </a:solidFill>
              </a:defRPr>
            </a:pPr>
            <a:r>
              <a:rPr sz="1725" b="1" i="0">
                <a:solidFill>
                  <a:srgbClr val="C8A96A"/>
                </a:solidFill>
              </a:rPr>
              <a:t>→</a:t>
            </a:r>
          </a:p>
        </p:txBody>
      </p:sp>
      <p:sp>
        <p:nvSpPr>
          <p:cNvPr id="30" name="">
            <a:extLst xmlns:a="http://schemas.openxmlformats.org/drawingml/2006/main">
              <a:ext uri="{FF2B5EF4-FFF2-40B4-BE49-F238E27FC236}">
                <a16:creationId xmlns:a16="http://schemas.microsoft.com/office/drawing/2014/main" id="{6F0401A0-E709-4D28-ACED-9B6E11767654}"/>
              </a:ext>
            </a:extLst>
          </p:cNvPr>
          <p:cNvSpPr>
            <a:spLocks xmlns:a="http://schemas.openxmlformats.org/drawingml/2006/main" noGrp="1"/>
          </p:cNvSpPr>
          <p:nvPr/>
        </p:nvSpPr>
        <p:spPr>
          <a:xfrm xmlns:a="http://schemas.openxmlformats.org/drawingml/2006/main">
            <a:off x="8191500" y="3619500"/>
            <a:ext cx="990600" cy="285750"/>
          </a:xfrm>
          <a:prstGeom xmlns:a="http://schemas.openxmlformats.org/drawingml/2006/main" prst="roundRect">
            <a:avLst>
              <a:gd name="adj" fmla="val 26667"/>
            </a:avLst>
          </a:prstGeom>
          <a:solidFill xmlns:a="http://schemas.openxmlformats.org/drawingml/2006/main">
            <a:srgbClr val="EEE1C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959FC302-086A-4B32-96A0-551F1411AE3A}"/>
              </a:ext>
            </a:extLst>
          </p:cNvPr>
          <p:cNvSpPr>
            <a:spLocks xmlns:a="http://schemas.openxmlformats.org/drawingml/2006/main" noGrp="1"/>
          </p:cNvSpPr>
          <p:nvPr/>
        </p:nvSpPr>
        <p:spPr>
          <a:xfrm xmlns:a="http://schemas.openxmlformats.org/drawingml/2006/main">
            <a:off x="8286750" y="3676650"/>
            <a:ext cx="80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123524"/>
                </a:solidFill>
              </a:defRPr>
            </a:pPr>
            <a:r>
              <a:rPr sz="900" b="1" i="0">
                <a:solidFill>
                  <a:srgbClr val="123524"/>
                </a:solidFill>
              </a:rPr>
              <a:t>1</a:t>
            </a:r>
          </a:p>
        </p:txBody>
      </p:sp>
      <p:sp>
        <p:nvSpPr>
          <p:cNvPr id="32" name="">
            <a:extLst xmlns:a="http://schemas.openxmlformats.org/drawingml/2006/main">
              <a:ext uri="{FF2B5EF4-FFF2-40B4-BE49-F238E27FC236}">
                <a16:creationId xmlns:a16="http://schemas.microsoft.com/office/drawing/2014/main" id="{D42D9896-1CD9-4A5E-A55C-087F74987355}"/>
              </a:ext>
            </a:extLst>
          </p:cNvPr>
          <p:cNvSpPr>
            <a:spLocks xmlns:a="http://schemas.openxmlformats.org/drawingml/2006/main" noGrp="1"/>
          </p:cNvSpPr>
          <p:nvPr/>
        </p:nvSpPr>
        <p:spPr>
          <a:xfrm xmlns:a="http://schemas.openxmlformats.org/drawingml/2006/main">
            <a:off x="9353550" y="36576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i="0">
                <a:solidFill>
                  <a:srgbClr val="69746D"/>
                </a:solidFill>
              </a:defRPr>
            </a:pPr>
            <a:r>
              <a:rPr sz="975" b="0" i="0">
                <a:solidFill>
                  <a:srgbClr val="69746D"/>
                </a:solidFill>
              </a:rPr>
              <a:t>default: 1</a:t>
            </a:r>
          </a:p>
        </p:txBody>
      </p:sp>
      <p:sp>
        <p:nvSpPr>
          <p:cNvPr id="33" name="">
            <a:extLst xmlns:a="http://schemas.openxmlformats.org/drawingml/2006/main">
              <a:ext uri="{FF2B5EF4-FFF2-40B4-BE49-F238E27FC236}">
                <a16:creationId xmlns:a16="http://schemas.microsoft.com/office/drawing/2014/main" id="{4541C9A1-3FDA-40B7-B740-3580D1285969}"/>
              </a:ext>
            </a:extLst>
          </p:cNvPr>
          <p:cNvSpPr>
            <a:spLocks xmlns:a="http://schemas.openxmlformats.org/drawingml/2006/main" noGrp="1"/>
          </p:cNvSpPr>
          <p:nvPr/>
        </p:nvSpPr>
        <p:spPr>
          <a:xfrm xmlns:a="http://schemas.openxmlformats.org/drawingml/2006/main">
            <a:off x="6496050" y="4400550"/>
            <a:ext cx="1143000" cy="285750"/>
          </a:xfrm>
          <a:prstGeom xmlns:a="http://schemas.openxmlformats.org/drawingml/2006/main" prst="roundRect">
            <a:avLst>
              <a:gd name="adj" fmla="val 26667"/>
            </a:avLst>
          </a:prstGeom>
          <a:solidFill xmlns:a="http://schemas.openxmlformats.org/drawingml/2006/main">
            <a:srgbClr val="123524"/>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D42058AF-3946-4DBA-9DBC-465B7462566E}"/>
              </a:ext>
            </a:extLst>
          </p:cNvPr>
          <p:cNvSpPr>
            <a:spLocks xmlns:a="http://schemas.openxmlformats.org/drawingml/2006/main" noGrp="1"/>
          </p:cNvSpPr>
          <p:nvPr/>
        </p:nvSpPr>
        <p:spPr>
          <a:xfrm xmlns:a="http://schemas.openxmlformats.org/drawingml/2006/main">
            <a:off x="6591300" y="445770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limit</a:t>
            </a:r>
          </a:p>
        </p:txBody>
      </p:sp>
      <p:sp>
        <p:nvSpPr>
          <p:cNvPr id="35" name="">
            <a:extLst xmlns:a="http://schemas.openxmlformats.org/drawingml/2006/main">
              <a:ext uri="{FF2B5EF4-FFF2-40B4-BE49-F238E27FC236}">
                <a16:creationId xmlns:a16="http://schemas.microsoft.com/office/drawing/2014/main" id="{DA0581D5-D170-49DB-8563-D874C2B71F2F}"/>
              </a:ext>
            </a:extLst>
          </p:cNvPr>
          <p:cNvSpPr>
            <a:spLocks xmlns:a="http://schemas.openxmlformats.org/drawingml/2006/main" noGrp="1"/>
          </p:cNvSpPr>
          <p:nvPr/>
        </p:nvSpPr>
        <p:spPr>
          <a:xfrm xmlns:a="http://schemas.openxmlformats.org/drawingml/2006/main">
            <a:off x="7734300" y="44005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i="0">
                <a:solidFill>
                  <a:srgbClr val="C8A96A"/>
                </a:solidFill>
              </a:defRPr>
            </a:pPr>
            <a:r>
              <a:rPr sz="1725" b="1" i="0">
                <a:solidFill>
                  <a:srgbClr val="C8A96A"/>
                </a:solidFill>
              </a:rPr>
              <a:t>→</a:t>
            </a:r>
          </a:p>
        </p:txBody>
      </p:sp>
      <p:sp>
        <p:nvSpPr>
          <p:cNvPr id="36" name="">
            <a:extLst xmlns:a="http://schemas.openxmlformats.org/drawingml/2006/main">
              <a:ext uri="{FF2B5EF4-FFF2-40B4-BE49-F238E27FC236}">
                <a16:creationId xmlns:a16="http://schemas.microsoft.com/office/drawing/2014/main" id="{CCFD1964-092F-4A01-B4DA-DF0C8F33D176}"/>
              </a:ext>
            </a:extLst>
          </p:cNvPr>
          <p:cNvSpPr>
            <a:spLocks xmlns:a="http://schemas.openxmlformats.org/drawingml/2006/main" noGrp="1"/>
          </p:cNvSpPr>
          <p:nvPr/>
        </p:nvSpPr>
        <p:spPr>
          <a:xfrm xmlns:a="http://schemas.openxmlformats.org/drawingml/2006/main">
            <a:off x="8191500" y="4400550"/>
            <a:ext cx="990600" cy="285750"/>
          </a:xfrm>
          <a:prstGeom xmlns:a="http://schemas.openxmlformats.org/drawingml/2006/main" prst="roundRect">
            <a:avLst>
              <a:gd name="adj" fmla="val 26667"/>
            </a:avLst>
          </a:prstGeom>
          <a:solidFill xmlns:a="http://schemas.openxmlformats.org/drawingml/2006/main">
            <a:srgbClr val="EEE1C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2101BB70-5CBC-4C60-9111-B8866AFF62B9}"/>
              </a:ext>
            </a:extLst>
          </p:cNvPr>
          <p:cNvSpPr>
            <a:spLocks xmlns:a="http://schemas.openxmlformats.org/drawingml/2006/main" noGrp="1"/>
          </p:cNvSpPr>
          <p:nvPr/>
        </p:nvSpPr>
        <p:spPr>
          <a:xfrm xmlns:a="http://schemas.openxmlformats.org/drawingml/2006/main">
            <a:off x="8286750" y="4457700"/>
            <a:ext cx="800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123524"/>
                </a:solidFill>
              </a:defRPr>
            </a:pPr>
            <a:r>
              <a:rPr sz="900" b="1" i="0">
                <a:solidFill>
                  <a:srgbClr val="123524"/>
                </a:solidFill>
              </a:rPr>
              <a:t>20</a:t>
            </a:r>
          </a:p>
        </p:txBody>
      </p:sp>
      <p:sp>
        <p:nvSpPr>
          <p:cNvPr id="38" name="">
            <a:extLst xmlns:a="http://schemas.openxmlformats.org/drawingml/2006/main">
              <a:ext uri="{FF2B5EF4-FFF2-40B4-BE49-F238E27FC236}">
                <a16:creationId xmlns:a16="http://schemas.microsoft.com/office/drawing/2014/main" id="{726B08C1-F84B-4D7F-8C0E-9684DC347E73}"/>
              </a:ext>
            </a:extLst>
          </p:cNvPr>
          <p:cNvSpPr>
            <a:spLocks xmlns:a="http://schemas.openxmlformats.org/drawingml/2006/main" noGrp="1"/>
          </p:cNvSpPr>
          <p:nvPr/>
        </p:nvSpPr>
        <p:spPr>
          <a:xfrm xmlns:a="http://schemas.openxmlformats.org/drawingml/2006/main">
            <a:off x="9353550" y="443865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i="0">
                <a:solidFill>
                  <a:srgbClr val="69746D"/>
                </a:solidFill>
              </a:defRPr>
            </a:pPr>
            <a:r>
              <a:rPr sz="975" b="0" i="0">
                <a:solidFill>
                  <a:srgbClr val="69746D"/>
                </a:solidFill>
              </a:rPr>
              <a:t>default: 20 · maximum: 100</a:t>
            </a:r>
          </a:p>
        </p:txBody>
      </p:sp>
      <p:sp>
        <p:nvSpPr>
          <p:cNvPr id="39" name="">
            <a:extLst xmlns:a="http://schemas.openxmlformats.org/drawingml/2006/main">
              <a:ext uri="{FF2B5EF4-FFF2-40B4-BE49-F238E27FC236}">
                <a16:creationId xmlns:a16="http://schemas.microsoft.com/office/drawing/2014/main" id="{6C0FFB18-794A-4354-A2AD-2DDF99D031BA}"/>
              </a:ext>
            </a:extLst>
          </p:cNvPr>
          <p:cNvSpPr>
            <a:spLocks xmlns:a="http://schemas.openxmlformats.org/drawingml/2006/main" noGrp="1"/>
          </p:cNvSpPr>
          <p:nvPr/>
        </p:nvSpPr>
        <p:spPr>
          <a:xfrm xmlns:a="http://schemas.openxmlformats.org/drawingml/2006/main">
            <a:off x="6515100" y="518160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1D2922"/>
                </a:solidFill>
              </a:defRPr>
            </a:pPr>
            <a:r>
              <a:rPr sz="1125" b="0" i="0">
                <a:solidFill>
                  <a:srgbClr val="1D2922"/>
                </a:solidFill>
              </a:rPr>
              <a:t>request.args.get(...) reads values; _parse_positive_integer(...) rejects invalid page and limit inputs.</a:t>
            </a:r>
          </a:p>
        </p:txBody>
      </p:sp>
      <p:sp>
        <p:nvSpPr>
          <p:cNvPr id="40" name="">
            <a:extLst xmlns:a="http://schemas.openxmlformats.org/drawingml/2006/main">
              <a:ext uri="{FF2B5EF4-FFF2-40B4-BE49-F238E27FC236}">
                <a16:creationId xmlns:a16="http://schemas.microsoft.com/office/drawing/2014/main" id="{77E885DF-B4FC-4FF8-B06F-9456854CE691}"/>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1069039279"/>
      </p:ext>
    </p:extLst>
  </p:cSld>
</p:sld>
</file>

<file path=ppt/slides/slide3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6" name="top-accent">
            <a:extLst xmlns:a="http://schemas.openxmlformats.org/drawingml/2006/main">
              <a:ext uri="{FF2B5EF4-FFF2-40B4-BE49-F238E27FC236}">
                <a16:creationId xmlns:a16="http://schemas.microsoft.com/office/drawing/2014/main" id="{F3F82D22-68F1-4FC2-B7B9-67F3E5DB9810}"/>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4994D9BC-F4A4-4599-9B5A-9E8EE1D1D227}"/>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4 · BACKEND</a:t>
            </a:r>
          </a:p>
        </p:txBody>
      </p:sp>
      <p:sp>
        <p:nvSpPr>
          <p:cNvPr id="3" name="slide-number">
            <a:extLst xmlns:a="http://schemas.openxmlformats.org/drawingml/2006/main">
              <a:ext uri="{FF2B5EF4-FFF2-40B4-BE49-F238E27FC236}">
                <a16:creationId xmlns:a16="http://schemas.microsoft.com/office/drawing/2014/main" id="{7B2EA09B-FD5B-4529-9AE7-13A638EDF0A2}"/>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30</a:t>
            </a:r>
          </a:p>
        </p:txBody>
      </p:sp>
      <p:sp>
        <p:nvSpPr>
          <p:cNvPr id="4" name="slide-title">
            <a:extLst xmlns:a="http://schemas.openxmlformats.org/drawingml/2006/main">
              <a:ext uri="{FF2B5EF4-FFF2-40B4-BE49-F238E27FC236}">
                <a16:creationId xmlns:a16="http://schemas.microsoft.com/office/drawing/2014/main" id="{5E6D7419-8987-4217-94FD-C82FE3ED21FD}"/>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A shared connection pool links Flask to MySQL safely</a:t>
            </a:r>
          </a:p>
        </p:txBody>
      </p:sp>
      <p:sp>
        <p:nvSpPr>
          <p:cNvPr id="5" name="slide-subtitle">
            <a:extLst xmlns:a="http://schemas.openxmlformats.org/drawingml/2006/main">
              <a:ext uri="{FF2B5EF4-FFF2-40B4-BE49-F238E27FC236}">
                <a16:creationId xmlns:a16="http://schemas.microsoft.com/office/drawing/2014/main" id="{F0A061F4-F65B-4621-92D5-70D928D1FC8F}"/>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Configuration comes from environment variables; credentials are never placed on the slide.</a:t>
            </a:r>
          </a:p>
        </p:txBody>
      </p:sp>
      <p:sp>
        <p:nvSpPr>
          <p:cNvPr id="6" name="dev-code-panel">
            <a:extLst xmlns:a="http://schemas.openxmlformats.org/drawingml/2006/main">
              <a:ext uri="{FF2B5EF4-FFF2-40B4-BE49-F238E27FC236}">
                <a16:creationId xmlns:a16="http://schemas.microsoft.com/office/drawing/2014/main" id="{E89CAE59-F931-44B9-A108-863BBED675AF}"/>
              </a:ext>
            </a:extLst>
          </p:cNvPr>
          <p:cNvSpPr>
            <a:spLocks xmlns:a="http://schemas.openxmlformats.org/drawingml/2006/main" noGrp="1"/>
          </p:cNvSpPr>
          <p:nvPr/>
        </p:nvSpPr>
        <p:spPr>
          <a:xfrm xmlns:a="http://schemas.openxmlformats.org/drawingml/2006/main">
            <a:off x="609600" y="1714500"/>
            <a:ext cx="5295900" cy="4191000"/>
          </a:xfrm>
          <a:prstGeom xmlns:a="http://schemas.openxmlformats.org/drawingml/2006/main" prst="roundRect">
            <a:avLst>
              <a:gd name="adj" fmla="val 1818"/>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5B3E3F84-7457-40E7-8D00-682F63231854}"/>
              </a:ext>
            </a:extLst>
          </p:cNvPr>
          <p:cNvSpPr>
            <a:spLocks xmlns:a="http://schemas.openxmlformats.org/drawingml/2006/main" noGrp="1"/>
          </p:cNvSpPr>
          <p:nvPr/>
        </p:nvSpPr>
        <p:spPr>
          <a:xfrm xmlns:a="http://schemas.openxmlformats.org/drawingml/2006/main">
            <a:off x="609600" y="1714500"/>
            <a:ext cx="52959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E6D13C0-CC21-40D0-B28A-094338D8BC2B}"/>
              </a:ext>
            </a:extLst>
          </p:cNvPr>
          <p:cNvSpPr>
            <a:spLocks xmlns:a="http://schemas.openxmlformats.org/drawingml/2006/main" noGrp="1"/>
          </p:cNvSpPr>
          <p:nvPr/>
        </p:nvSpPr>
        <p:spPr>
          <a:xfrm xmlns:a="http://schemas.openxmlformats.org/drawingml/2006/main">
            <a:off x="781050" y="180975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backend-flask/database/db.py · pool configuration</a:t>
            </a:r>
          </a:p>
        </p:txBody>
      </p:sp>
      <p:sp>
        <p:nvSpPr>
          <p:cNvPr id="9" name="">
            <a:extLst xmlns:a="http://schemas.openxmlformats.org/drawingml/2006/main">
              <a:ext uri="{FF2B5EF4-FFF2-40B4-BE49-F238E27FC236}">
                <a16:creationId xmlns:a16="http://schemas.microsoft.com/office/drawing/2014/main" id="{249A72E3-1948-46CE-B43B-617B2DCFBAE2}"/>
              </a:ext>
            </a:extLst>
          </p:cNvPr>
          <p:cNvSpPr>
            <a:spLocks xmlns:a="http://schemas.openxmlformats.org/drawingml/2006/main" noGrp="1"/>
          </p:cNvSpPr>
          <p:nvPr/>
        </p:nvSpPr>
        <p:spPr>
          <a:xfrm xmlns:a="http://schemas.openxmlformats.org/drawingml/2006/main">
            <a:off x="781050" y="2162175"/>
            <a:ext cx="5010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01  _pool_config = {</a:t>
            </a:r>
          </a:p>
        </p:txBody>
      </p:sp>
      <p:sp>
        <p:nvSpPr>
          <p:cNvPr id="10" name="">
            <a:extLst xmlns:a="http://schemas.openxmlformats.org/drawingml/2006/main">
              <a:ext uri="{FF2B5EF4-FFF2-40B4-BE49-F238E27FC236}">
                <a16:creationId xmlns:a16="http://schemas.microsoft.com/office/drawing/2014/main" id="{743EF5C3-6EF3-41B6-96B5-413DE9207D90}"/>
              </a:ext>
            </a:extLst>
          </p:cNvPr>
          <p:cNvSpPr>
            <a:spLocks xmlns:a="http://schemas.openxmlformats.org/drawingml/2006/main" noGrp="1"/>
          </p:cNvSpPr>
          <p:nvPr/>
        </p:nvSpPr>
        <p:spPr>
          <a:xfrm xmlns:a="http://schemas.openxmlformats.org/drawingml/2006/main">
            <a:off x="781050" y="2419350"/>
            <a:ext cx="5010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02      "pool_name": config["DB_POOL_NAME"],</a:t>
            </a:r>
          </a:p>
        </p:txBody>
      </p:sp>
      <p:sp>
        <p:nvSpPr>
          <p:cNvPr id="11" name="">
            <a:extLst xmlns:a="http://schemas.openxmlformats.org/drawingml/2006/main">
              <a:ext uri="{FF2B5EF4-FFF2-40B4-BE49-F238E27FC236}">
                <a16:creationId xmlns:a16="http://schemas.microsoft.com/office/drawing/2014/main" id="{3472AF74-4E69-433E-A969-B53F0731391C}"/>
              </a:ext>
            </a:extLst>
          </p:cNvPr>
          <p:cNvSpPr>
            <a:spLocks xmlns:a="http://schemas.openxmlformats.org/drawingml/2006/main" noGrp="1"/>
          </p:cNvSpPr>
          <p:nvPr/>
        </p:nvSpPr>
        <p:spPr>
          <a:xfrm xmlns:a="http://schemas.openxmlformats.org/drawingml/2006/main">
            <a:off x="781050" y="2676525"/>
            <a:ext cx="5010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03      "pool_size": config["DB_POOL_SIZE"],</a:t>
            </a:r>
          </a:p>
        </p:txBody>
      </p:sp>
      <p:sp>
        <p:nvSpPr>
          <p:cNvPr id="12" name="">
            <a:extLst xmlns:a="http://schemas.openxmlformats.org/drawingml/2006/main">
              <a:ext uri="{FF2B5EF4-FFF2-40B4-BE49-F238E27FC236}">
                <a16:creationId xmlns:a16="http://schemas.microsoft.com/office/drawing/2014/main" id="{B016A89C-762B-43BE-A215-5A2A36392246}"/>
              </a:ext>
            </a:extLst>
          </p:cNvPr>
          <p:cNvSpPr>
            <a:spLocks xmlns:a="http://schemas.openxmlformats.org/drawingml/2006/main" noGrp="1"/>
          </p:cNvSpPr>
          <p:nvPr/>
        </p:nvSpPr>
        <p:spPr>
          <a:xfrm xmlns:a="http://schemas.openxmlformats.org/drawingml/2006/main">
            <a:off x="781050" y="2933700"/>
            <a:ext cx="5010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04      "host": config["DB_HOST"],</a:t>
            </a:r>
          </a:p>
        </p:txBody>
      </p:sp>
      <p:sp>
        <p:nvSpPr>
          <p:cNvPr id="13" name="">
            <a:extLst xmlns:a="http://schemas.openxmlformats.org/drawingml/2006/main">
              <a:ext uri="{FF2B5EF4-FFF2-40B4-BE49-F238E27FC236}">
                <a16:creationId xmlns:a16="http://schemas.microsoft.com/office/drawing/2014/main" id="{4ED5A3A4-019D-4CE5-9152-80D4A3FC8785}"/>
              </a:ext>
            </a:extLst>
          </p:cNvPr>
          <p:cNvSpPr>
            <a:spLocks xmlns:a="http://schemas.openxmlformats.org/drawingml/2006/main" noGrp="1"/>
          </p:cNvSpPr>
          <p:nvPr/>
        </p:nvSpPr>
        <p:spPr>
          <a:xfrm xmlns:a="http://schemas.openxmlformats.org/drawingml/2006/main">
            <a:off x="781050" y="3190875"/>
            <a:ext cx="5010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05      "port": config["DB_PORT"],</a:t>
            </a:r>
          </a:p>
        </p:txBody>
      </p:sp>
      <p:sp>
        <p:nvSpPr>
          <p:cNvPr id="14" name="">
            <a:extLst xmlns:a="http://schemas.openxmlformats.org/drawingml/2006/main">
              <a:ext uri="{FF2B5EF4-FFF2-40B4-BE49-F238E27FC236}">
                <a16:creationId xmlns:a16="http://schemas.microsoft.com/office/drawing/2014/main" id="{3986387C-6DAD-457E-8452-B7639BE97D72}"/>
              </a:ext>
            </a:extLst>
          </p:cNvPr>
          <p:cNvSpPr>
            <a:spLocks xmlns:a="http://schemas.openxmlformats.org/drawingml/2006/main" noGrp="1"/>
          </p:cNvSpPr>
          <p:nvPr/>
        </p:nvSpPr>
        <p:spPr>
          <a:xfrm xmlns:a="http://schemas.openxmlformats.org/drawingml/2006/main">
            <a:off x="781050" y="3448050"/>
            <a:ext cx="5010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06      "user": config["DB_USER"],</a:t>
            </a:r>
          </a:p>
        </p:txBody>
      </p:sp>
      <p:sp>
        <p:nvSpPr>
          <p:cNvPr id="15" name="">
            <a:extLst xmlns:a="http://schemas.openxmlformats.org/drawingml/2006/main">
              <a:ext uri="{FF2B5EF4-FFF2-40B4-BE49-F238E27FC236}">
                <a16:creationId xmlns:a16="http://schemas.microsoft.com/office/drawing/2014/main" id="{9227CCCB-FA13-4A48-911F-435734B28669}"/>
              </a:ext>
            </a:extLst>
          </p:cNvPr>
          <p:cNvSpPr>
            <a:spLocks xmlns:a="http://schemas.openxmlformats.org/drawingml/2006/main" noGrp="1"/>
          </p:cNvSpPr>
          <p:nvPr/>
        </p:nvSpPr>
        <p:spPr>
          <a:xfrm xmlns:a="http://schemas.openxmlformats.org/drawingml/2006/main">
            <a:off x="781050" y="3705225"/>
            <a:ext cx="5010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07      "password": config["DB_PASSWORD"],</a:t>
            </a:r>
          </a:p>
        </p:txBody>
      </p:sp>
      <p:sp>
        <p:nvSpPr>
          <p:cNvPr id="16" name="">
            <a:extLst xmlns:a="http://schemas.openxmlformats.org/drawingml/2006/main">
              <a:ext uri="{FF2B5EF4-FFF2-40B4-BE49-F238E27FC236}">
                <a16:creationId xmlns:a16="http://schemas.microsoft.com/office/drawing/2014/main" id="{82ED509C-9F19-4317-988D-FC1C00150EFC}"/>
              </a:ext>
            </a:extLst>
          </p:cNvPr>
          <p:cNvSpPr>
            <a:spLocks xmlns:a="http://schemas.openxmlformats.org/drawingml/2006/main" noGrp="1"/>
          </p:cNvSpPr>
          <p:nvPr/>
        </p:nvSpPr>
        <p:spPr>
          <a:xfrm xmlns:a="http://schemas.openxmlformats.org/drawingml/2006/main">
            <a:off x="781050" y="3962400"/>
            <a:ext cx="5010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08      "database": config["DB_NAME"],</a:t>
            </a:r>
          </a:p>
        </p:txBody>
      </p:sp>
      <p:sp>
        <p:nvSpPr>
          <p:cNvPr id="17" name="">
            <a:extLst xmlns:a="http://schemas.openxmlformats.org/drawingml/2006/main">
              <a:ext uri="{FF2B5EF4-FFF2-40B4-BE49-F238E27FC236}">
                <a16:creationId xmlns:a16="http://schemas.microsoft.com/office/drawing/2014/main" id="{53287684-58E7-45D0-A2AD-C3DA1591E4EE}"/>
              </a:ext>
            </a:extLst>
          </p:cNvPr>
          <p:cNvSpPr>
            <a:spLocks xmlns:a="http://schemas.openxmlformats.org/drawingml/2006/main" noGrp="1"/>
          </p:cNvSpPr>
          <p:nvPr/>
        </p:nvSpPr>
        <p:spPr>
          <a:xfrm xmlns:a="http://schemas.openxmlformats.org/drawingml/2006/main">
            <a:off x="781050" y="4219575"/>
            <a:ext cx="5010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09      "autocommit": True,</a:t>
            </a:r>
          </a:p>
        </p:txBody>
      </p:sp>
      <p:sp>
        <p:nvSpPr>
          <p:cNvPr id="18" name="">
            <a:extLst xmlns:a="http://schemas.openxmlformats.org/drawingml/2006/main">
              <a:ext uri="{FF2B5EF4-FFF2-40B4-BE49-F238E27FC236}">
                <a16:creationId xmlns:a16="http://schemas.microsoft.com/office/drawing/2014/main" id="{4AFB96E6-1EE4-4B56-B009-9EDF5EDC4057}"/>
              </a:ext>
            </a:extLst>
          </p:cNvPr>
          <p:cNvSpPr>
            <a:spLocks xmlns:a="http://schemas.openxmlformats.org/drawingml/2006/main" noGrp="1"/>
          </p:cNvSpPr>
          <p:nvPr/>
        </p:nvSpPr>
        <p:spPr>
          <a:xfrm xmlns:a="http://schemas.openxmlformats.org/drawingml/2006/main">
            <a:off x="781050" y="4476750"/>
            <a:ext cx="5010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10  }</a:t>
            </a:r>
          </a:p>
        </p:txBody>
      </p:sp>
      <p:sp>
        <p:nvSpPr>
          <p:cNvPr id="19" name="">
            <a:extLst xmlns:a="http://schemas.openxmlformats.org/drawingml/2006/main">
              <a:ext uri="{FF2B5EF4-FFF2-40B4-BE49-F238E27FC236}">
                <a16:creationId xmlns:a16="http://schemas.microsoft.com/office/drawing/2014/main" id="{355BD318-C256-4115-9C05-4CCE90526194}"/>
              </a:ext>
            </a:extLst>
          </p:cNvPr>
          <p:cNvSpPr>
            <a:spLocks xmlns:a="http://schemas.openxmlformats.org/drawingml/2006/main" noGrp="1"/>
          </p:cNvSpPr>
          <p:nvPr/>
        </p:nvSpPr>
        <p:spPr>
          <a:xfrm xmlns:a="http://schemas.openxmlformats.org/drawingml/2006/main">
            <a:off x="781050" y="4733925"/>
            <a:ext cx="5010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11  return _get_pool().get_connection()</a:t>
            </a:r>
          </a:p>
        </p:txBody>
      </p:sp>
      <p:sp>
        <p:nvSpPr>
          <p:cNvPr id="20" name="db-flow-1">
            <a:extLst xmlns:a="http://schemas.openxmlformats.org/drawingml/2006/main">
              <a:ext uri="{FF2B5EF4-FFF2-40B4-BE49-F238E27FC236}">
                <a16:creationId xmlns:a16="http://schemas.microsoft.com/office/drawing/2014/main" id="{542A540B-ED87-49AD-9F14-6FE7E71384E0}"/>
              </a:ext>
            </a:extLst>
          </p:cNvPr>
          <p:cNvSpPr>
            <a:spLocks xmlns:a="http://schemas.openxmlformats.org/drawingml/2006/main" noGrp="1"/>
          </p:cNvSpPr>
          <p:nvPr/>
        </p:nvSpPr>
        <p:spPr>
          <a:xfrm xmlns:a="http://schemas.openxmlformats.org/drawingml/2006/main">
            <a:off x="6438900" y="2514600"/>
            <a:ext cx="1466850" cy="1257300"/>
          </a:xfrm>
          <a:prstGeom xmlns:a="http://schemas.openxmlformats.org/drawingml/2006/main" prst="roundRect">
            <a:avLst>
              <a:gd name="adj" fmla="val 6061"/>
            </a:avLst>
          </a:prstGeom>
          <a:solidFill xmlns:a="http://schemas.openxmlformats.org/drawingml/2006/main">
            <a:srgbClr val="E4EEE7"/>
          </a:solidFill>
          <a:ln xmlns:a="http://schemas.openxmlformats.org/drawingml/2006/main" w="9525">
            <a:solidFill>
              <a:srgbClr val="E5E1D8"/>
            </a:solidFill>
            <a:prstDash val="solid"/>
          </a:ln>
        </p:spPr>
      </p:sp>
      <p:sp>
        <p:nvSpPr>
          <p:cNvPr id="21" name="">
            <a:extLst xmlns:a="http://schemas.openxmlformats.org/drawingml/2006/main">
              <a:ext uri="{FF2B5EF4-FFF2-40B4-BE49-F238E27FC236}">
                <a16:creationId xmlns:a16="http://schemas.microsoft.com/office/drawing/2014/main" id="{1B069E63-3676-45DC-9599-3F1A8F14418B}"/>
              </a:ext>
            </a:extLst>
          </p:cNvPr>
          <p:cNvSpPr>
            <a:spLocks xmlns:a="http://schemas.openxmlformats.org/drawingml/2006/main" noGrp="1"/>
          </p:cNvSpPr>
          <p:nvPr/>
        </p:nvSpPr>
        <p:spPr>
          <a:xfrm xmlns:a="http://schemas.openxmlformats.org/drawingml/2006/main">
            <a:off x="6553200" y="27622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i="0">
                <a:solidFill>
                  <a:srgbClr val="123524"/>
                </a:solidFill>
              </a:defRPr>
            </a:pPr>
            <a:r>
              <a:rPr sz="1125" b="1" i="0">
                <a:solidFill>
                  <a:srgbClr val="123524"/>
                </a:solidFill>
              </a:rPr>
              <a:t>FLASK</a:t>
            </a:r>
          </a:p>
        </p:txBody>
      </p:sp>
      <p:sp>
        <p:nvSpPr>
          <p:cNvPr id="22" name="">
            <a:extLst xmlns:a="http://schemas.openxmlformats.org/drawingml/2006/main">
              <a:ext uri="{FF2B5EF4-FFF2-40B4-BE49-F238E27FC236}">
                <a16:creationId xmlns:a16="http://schemas.microsoft.com/office/drawing/2014/main" id="{A7C02294-1485-46E9-9BE8-01664B3E6EF4}"/>
              </a:ext>
            </a:extLst>
          </p:cNvPr>
          <p:cNvSpPr>
            <a:spLocks xmlns:a="http://schemas.openxmlformats.org/drawingml/2006/main" noGrp="1"/>
          </p:cNvSpPr>
          <p:nvPr/>
        </p:nvSpPr>
        <p:spPr>
          <a:xfrm xmlns:a="http://schemas.openxmlformats.org/drawingml/2006/main">
            <a:off x="6553200" y="321945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i="0">
                <a:solidFill>
                  <a:srgbClr val="69746D"/>
                </a:solidFill>
              </a:defRPr>
            </a:pPr>
            <a:r>
              <a:rPr sz="975" b="0" i="0">
                <a:solidFill>
                  <a:srgbClr val="69746D"/>
                </a:solidFill>
              </a:rPr>
              <a:t>route function</a:t>
            </a:r>
          </a:p>
        </p:txBody>
      </p:sp>
      <p:sp>
        <p:nvSpPr>
          <p:cNvPr id="23" name="">
            <a:extLst xmlns:a="http://schemas.openxmlformats.org/drawingml/2006/main">
              <a:ext uri="{FF2B5EF4-FFF2-40B4-BE49-F238E27FC236}">
                <a16:creationId xmlns:a16="http://schemas.microsoft.com/office/drawing/2014/main" id="{FDC4981A-08C1-4DE1-9720-0B3084E432E7}"/>
              </a:ext>
            </a:extLst>
          </p:cNvPr>
          <p:cNvSpPr>
            <a:spLocks xmlns:a="http://schemas.openxmlformats.org/drawingml/2006/main" noGrp="1"/>
          </p:cNvSpPr>
          <p:nvPr/>
        </p:nvSpPr>
        <p:spPr>
          <a:xfrm xmlns:a="http://schemas.openxmlformats.org/drawingml/2006/main">
            <a:off x="7905750" y="3000375"/>
            <a:ext cx="228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i="0">
                <a:solidFill>
                  <a:srgbClr val="C8A96A"/>
                </a:solidFill>
              </a:defRPr>
            </a:pPr>
            <a:r>
              <a:rPr sz="1725" b="1" i="0">
                <a:solidFill>
                  <a:srgbClr val="C8A96A"/>
                </a:solidFill>
              </a:rPr>
              <a:t>→</a:t>
            </a:r>
          </a:p>
        </p:txBody>
      </p:sp>
      <p:sp>
        <p:nvSpPr>
          <p:cNvPr id="24" name="db-flow-2">
            <a:extLst xmlns:a="http://schemas.openxmlformats.org/drawingml/2006/main">
              <a:ext uri="{FF2B5EF4-FFF2-40B4-BE49-F238E27FC236}">
                <a16:creationId xmlns:a16="http://schemas.microsoft.com/office/drawing/2014/main" id="{E1925982-1723-44CF-83F2-4253286B937D}"/>
              </a:ext>
            </a:extLst>
          </p:cNvPr>
          <p:cNvSpPr>
            <a:spLocks xmlns:a="http://schemas.openxmlformats.org/drawingml/2006/main" noGrp="1"/>
          </p:cNvSpPr>
          <p:nvPr/>
        </p:nvSpPr>
        <p:spPr>
          <a:xfrm xmlns:a="http://schemas.openxmlformats.org/drawingml/2006/main">
            <a:off x="8134350" y="2514600"/>
            <a:ext cx="1466850" cy="1257300"/>
          </a:xfrm>
          <a:prstGeom xmlns:a="http://schemas.openxmlformats.org/drawingml/2006/main" prst="roundRect">
            <a:avLst>
              <a:gd name="adj" fmla="val 6061"/>
            </a:avLst>
          </a:prstGeom>
          <a:solidFill xmlns:a="http://schemas.openxmlformats.org/drawingml/2006/main">
            <a:srgbClr val="EEE1C8"/>
          </a:solidFill>
          <a:ln xmlns:a="http://schemas.openxmlformats.org/drawingml/2006/main" w="9525">
            <a:solidFill>
              <a:srgbClr val="E5E1D8"/>
            </a:solidFill>
            <a:prstDash val="solid"/>
          </a:ln>
        </p:spPr>
      </p:sp>
      <p:sp>
        <p:nvSpPr>
          <p:cNvPr id="25" name="">
            <a:extLst xmlns:a="http://schemas.openxmlformats.org/drawingml/2006/main">
              <a:ext uri="{FF2B5EF4-FFF2-40B4-BE49-F238E27FC236}">
                <a16:creationId xmlns:a16="http://schemas.microsoft.com/office/drawing/2014/main" id="{9CD46E41-CF99-4C9B-96CB-837B6A819F88}"/>
              </a:ext>
            </a:extLst>
          </p:cNvPr>
          <p:cNvSpPr>
            <a:spLocks xmlns:a="http://schemas.openxmlformats.org/drawingml/2006/main" noGrp="1"/>
          </p:cNvSpPr>
          <p:nvPr/>
        </p:nvSpPr>
        <p:spPr>
          <a:xfrm xmlns:a="http://schemas.openxmlformats.org/drawingml/2006/main">
            <a:off x="8248650" y="27622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i="0">
                <a:solidFill>
                  <a:srgbClr val="123524"/>
                </a:solidFill>
              </a:defRPr>
            </a:pPr>
            <a:r>
              <a:rPr sz="1125" b="1" i="0">
                <a:solidFill>
                  <a:srgbClr val="123524"/>
                </a:solidFill>
              </a:rPr>
              <a:t>CONNECTOR</a:t>
            </a:r>
          </a:p>
        </p:txBody>
      </p:sp>
      <p:sp>
        <p:nvSpPr>
          <p:cNvPr id="26" name="">
            <a:extLst xmlns:a="http://schemas.openxmlformats.org/drawingml/2006/main">
              <a:ext uri="{FF2B5EF4-FFF2-40B4-BE49-F238E27FC236}">
                <a16:creationId xmlns:a16="http://schemas.microsoft.com/office/drawing/2014/main" id="{8FD38D0C-5F82-4BAE-892B-AC1A8FFCCFE8}"/>
              </a:ext>
            </a:extLst>
          </p:cNvPr>
          <p:cNvSpPr>
            <a:spLocks xmlns:a="http://schemas.openxmlformats.org/drawingml/2006/main" noGrp="1"/>
          </p:cNvSpPr>
          <p:nvPr/>
        </p:nvSpPr>
        <p:spPr>
          <a:xfrm xmlns:a="http://schemas.openxmlformats.org/drawingml/2006/main">
            <a:off x="8248650" y="321945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i="0">
                <a:solidFill>
                  <a:srgbClr val="69746D"/>
                </a:solidFill>
              </a:defRPr>
            </a:pPr>
            <a:r>
              <a:rPr sz="975" b="0" i="0">
                <a:solidFill>
                  <a:srgbClr val="69746D"/>
                </a:solidFill>
              </a:rPr>
              <a:t>pool size 10</a:t>
            </a:r>
          </a:p>
        </p:txBody>
      </p:sp>
      <p:sp>
        <p:nvSpPr>
          <p:cNvPr id="27" name="">
            <a:extLst xmlns:a="http://schemas.openxmlformats.org/drawingml/2006/main">
              <a:ext uri="{FF2B5EF4-FFF2-40B4-BE49-F238E27FC236}">
                <a16:creationId xmlns:a16="http://schemas.microsoft.com/office/drawing/2014/main" id="{6BFDAF7F-AA8D-46C6-84D8-A7BB075C24A2}"/>
              </a:ext>
            </a:extLst>
          </p:cNvPr>
          <p:cNvSpPr>
            <a:spLocks xmlns:a="http://schemas.openxmlformats.org/drawingml/2006/main" noGrp="1"/>
          </p:cNvSpPr>
          <p:nvPr/>
        </p:nvSpPr>
        <p:spPr>
          <a:xfrm xmlns:a="http://schemas.openxmlformats.org/drawingml/2006/main">
            <a:off x="9601200" y="3000375"/>
            <a:ext cx="228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i="0">
                <a:solidFill>
                  <a:srgbClr val="C8A96A"/>
                </a:solidFill>
              </a:defRPr>
            </a:pPr>
            <a:r>
              <a:rPr sz="1725" b="1" i="0">
                <a:solidFill>
                  <a:srgbClr val="C8A96A"/>
                </a:solidFill>
              </a:rPr>
              <a:t>→</a:t>
            </a:r>
          </a:p>
        </p:txBody>
      </p:sp>
      <p:sp>
        <p:nvSpPr>
          <p:cNvPr id="28" name="db-flow-3">
            <a:extLst xmlns:a="http://schemas.openxmlformats.org/drawingml/2006/main">
              <a:ext uri="{FF2B5EF4-FFF2-40B4-BE49-F238E27FC236}">
                <a16:creationId xmlns:a16="http://schemas.microsoft.com/office/drawing/2014/main" id="{80DB83AA-467C-449A-942C-801BBD72E99A}"/>
              </a:ext>
            </a:extLst>
          </p:cNvPr>
          <p:cNvSpPr>
            <a:spLocks xmlns:a="http://schemas.openxmlformats.org/drawingml/2006/main" noGrp="1"/>
          </p:cNvSpPr>
          <p:nvPr/>
        </p:nvSpPr>
        <p:spPr>
          <a:xfrm xmlns:a="http://schemas.openxmlformats.org/drawingml/2006/main">
            <a:off x="9829800" y="2514600"/>
            <a:ext cx="1466850" cy="1257300"/>
          </a:xfrm>
          <a:prstGeom xmlns:a="http://schemas.openxmlformats.org/drawingml/2006/main" prst="roundRect">
            <a:avLst>
              <a:gd name="adj" fmla="val 6061"/>
            </a:avLst>
          </a:prstGeom>
          <a:solidFill xmlns:a="http://schemas.openxmlformats.org/drawingml/2006/main">
            <a:srgbClr val="E4EEE7"/>
          </a:solidFill>
          <a:ln xmlns:a="http://schemas.openxmlformats.org/drawingml/2006/main" w="9525">
            <a:solidFill>
              <a:srgbClr val="E5E1D8"/>
            </a:solidFill>
            <a:prstDash val="solid"/>
          </a:ln>
        </p:spPr>
      </p:sp>
      <p:sp>
        <p:nvSpPr>
          <p:cNvPr id="29" name="">
            <a:extLst xmlns:a="http://schemas.openxmlformats.org/drawingml/2006/main">
              <a:ext uri="{FF2B5EF4-FFF2-40B4-BE49-F238E27FC236}">
                <a16:creationId xmlns:a16="http://schemas.microsoft.com/office/drawing/2014/main" id="{FE24A82B-96DD-4447-BD12-2AD15C46BF02}"/>
              </a:ext>
            </a:extLst>
          </p:cNvPr>
          <p:cNvSpPr>
            <a:spLocks xmlns:a="http://schemas.openxmlformats.org/drawingml/2006/main" noGrp="1"/>
          </p:cNvSpPr>
          <p:nvPr/>
        </p:nvSpPr>
        <p:spPr>
          <a:xfrm xmlns:a="http://schemas.openxmlformats.org/drawingml/2006/main">
            <a:off x="9944100" y="27622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i="0">
                <a:solidFill>
                  <a:srgbClr val="123524"/>
                </a:solidFill>
              </a:defRPr>
            </a:pPr>
            <a:r>
              <a:rPr sz="1125" b="1" i="0">
                <a:solidFill>
                  <a:srgbClr val="123524"/>
                </a:solidFill>
              </a:rPr>
              <a:t>MYSQL</a:t>
            </a:r>
          </a:p>
        </p:txBody>
      </p:sp>
      <p:sp>
        <p:nvSpPr>
          <p:cNvPr id="30" name="">
            <a:extLst xmlns:a="http://schemas.openxmlformats.org/drawingml/2006/main">
              <a:ext uri="{FF2B5EF4-FFF2-40B4-BE49-F238E27FC236}">
                <a16:creationId xmlns:a16="http://schemas.microsoft.com/office/drawing/2014/main" id="{A041B8CE-D742-4880-9DC7-0E43C21FD8F2}"/>
              </a:ext>
            </a:extLst>
          </p:cNvPr>
          <p:cNvSpPr>
            <a:spLocks xmlns:a="http://schemas.openxmlformats.org/drawingml/2006/main" noGrp="1"/>
          </p:cNvSpPr>
          <p:nvPr/>
        </p:nvSpPr>
        <p:spPr>
          <a:xfrm xmlns:a="http://schemas.openxmlformats.org/drawingml/2006/main">
            <a:off x="9944100" y="321945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i="0">
                <a:solidFill>
                  <a:srgbClr val="69746D"/>
                </a:solidFill>
              </a:defRPr>
            </a:pPr>
            <a:r>
              <a:rPr sz="975" b="0" i="0">
                <a:solidFill>
                  <a:srgbClr val="69746D"/>
                </a:solidFill>
              </a:rPr>
              <a:t>tradgov_db</a:t>
            </a:r>
          </a:p>
        </p:txBody>
      </p:sp>
      <p:sp>
        <p:nvSpPr>
          <p:cNvPr id="31" name="">
            <a:extLst xmlns:a="http://schemas.openxmlformats.org/drawingml/2006/main">
              <a:ext uri="{FF2B5EF4-FFF2-40B4-BE49-F238E27FC236}">
                <a16:creationId xmlns:a16="http://schemas.microsoft.com/office/drawing/2014/main" id="{E9E3EB06-92F5-4730-A245-D6BC1A8542F4}"/>
              </a:ext>
            </a:extLst>
          </p:cNvPr>
          <p:cNvSpPr>
            <a:spLocks xmlns:a="http://schemas.openxmlformats.org/drawingml/2006/main" noGrp="1"/>
          </p:cNvSpPr>
          <p:nvPr/>
        </p:nvSpPr>
        <p:spPr>
          <a:xfrm xmlns:a="http://schemas.openxmlformats.org/drawingml/2006/main">
            <a:off x="6819900" y="44386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i="0">
                <a:solidFill>
                  <a:srgbClr val="1A4A34"/>
                </a:solidFill>
              </a:defRPr>
            </a:pPr>
            <a:r>
              <a:rPr sz="1500" b="1" i="0">
                <a:solidFill>
                  <a:srgbClr val="1A4A34"/>
                </a:solidFill>
              </a:rPr>
              <a:t>Environment keys used</a:t>
            </a:r>
          </a:p>
        </p:txBody>
      </p:sp>
      <p:sp>
        <p:nvSpPr>
          <p:cNvPr id="32" name="">
            <a:extLst xmlns:a="http://schemas.openxmlformats.org/drawingml/2006/main">
              <a:ext uri="{FF2B5EF4-FFF2-40B4-BE49-F238E27FC236}">
                <a16:creationId xmlns:a16="http://schemas.microsoft.com/office/drawing/2014/main" id="{519A65BA-E18E-4A57-B551-50C1647F3488}"/>
              </a:ext>
            </a:extLst>
          </p:cNvPr>
          <p:cNvSpPr>
            <a:spLocks xmlns:a="http://schemas.openxmlformats.org/drawingml/2006/main" noGrp="1"/>
          </p:cNvSpPr>
          <p:nvPr/>
        </p:nvSpPr>
        <p:spPr>
          <a:xfrm xmlns:a="http://schemas.openxmlformats.org/drawingml/2006/main">
            <a:off x="6515100" y="4876800"/>
            <a:ext cx="483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1D2922"/>
                </a:solidFill>
              </a:defRPr>
            </a:pPr>
            <a:r>
              <a:rPr sz="1125" b="0" i="0">
                <a:solidFill>
                  <a:srgbClr val="1D2922"/>
                </a:solidFill>
              </a:rPr>
              <a:t>DB_HOST · DB_PORT · DB_USER · DB_PASSWORD · DB_NAME · PORT</a:t>
            </a:r>
          </a:p>
        </p:txBody>
      </p:sp>
      <p:sp>
        <p:nvSpPr>
          <p:cNvPr id="33" name="">
            <a:extLst xmlns:a="http://schemas.openxmlformats.org/drawingml/2006/main">
              <a:ext uri="{FF2B5EF4-FFF2-40B4-BE49-F238E27FC236}">
                <a16:creationId xmlns:a16="http://schemas.microsoft.com/office/drawing/2014/main" id="{9889B30A-3655-41B1-AC4C-BCC66F35C3E2}"/>
              </a:ext>
            </a:extLst>
          </p:cNvPr>
          <p:cNvSpPr>
            <a:spLocks xmlns:a="http://schemas.openxmlformats.org/drawingml/2006/main" noGrp="1"/>
          </p:cNvSpPr>
          <p:nvPr/>
        </p:nvSpPr>
        <p:spPr>
          <a:xfrm xmlns:a="http://schemas.openxmlformats.org/drawingml/2006/main">
            <a:off x="7658100" y="5391150"/>
            <a:ext cx="2571750" cy="285750"/>
          </a:xfrm>
          <a:prstGeom xmlns:a="http://schemas.openxmlformats.org/drawingml/2006/main" prst="roundRect">
            <a:avLst>
              <a:gd name="adj" fmla="val 26667"/>
            </a:avLst>
          </a:prstGeom>
          <a:solidFill xmlns:a="http://schemas.openxmlformats.org/drawingml/2006/main">
            <a:srgbClr val="123524"/>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90EA2B3-3BA2-4289-B5BA-0A181727E2B9}"/>
              </a:ext>
            </a:extLst>
          </p:cNvPr>
          <p:cNvSpPr>
            <a:spLocks xmlns:a="http://schemas.openxmlformats.org/drawingml/2006/main" noGrp="1"/>
          </p:cNvSpPr>
          <p:nvPr/>
        </p:nvSpPr>
        <p:spPr>
          <a:xfrm xmlns:a="http://schemas.openxmlformats.org/drawingml/2006/main">
            <a:off x="7753350" y="54483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DB_PASSWORD = [REDACTED]</a:t>
            </a:r>
          </a:p>
        </p:txBody>
      </p:sp>
      <p:sp>
        <p:nvSpPr>
          <p:cNvPr id="35" name="">
            <a:extLst xmlns:a="http://schemas.openxmlformats.org/drawingml/2006/main">
              <a:ext uri="{FF2B5EF4-FFF2-40B4-BE49-F238E27FC236}">
                <a16:creationId xmlns:a16="http://schemas.microsoft.com/office/drawing/2014/main" id="{085D820A-6DEB-4EA3-A24D-D74FE22FC8A4}"/>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388099629"/>
      </p:ext>
    </p:extLst>
  </p:cSld>
</p:sld>
</file>

<file path=ppt/slides/slide3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3" name="top-accent">
            <a:extLst xmlns:a="http://schemas.openxmlformats.org/drawingml/2006/main">
              <a:ext uri="{FF2B5EF4-FFF2-40B4-BE49-F238E27FC236}">
                <a16:creationId xmlns:a16="http://schemas.microsoft.com/office/drawing/2014/main" id="{5F8FB8B8-0708-4181-9A39-AB5F13736A5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13548017-FC20-4660-9418-9F3A65AB666A}"/>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4 · BACKEND</a:t>
            </a:r>
          </a:p>
        </p:txBody>
      </p:sp>
      <p:sp>
        <p:nvSpPr>
          <p:cNvPr id="3" name="slide-number">
            <a:extLst xmlns:a="http://schemas.openxmlformats.org/drawingml/2006/main">
              <a:ext uri="{FF2B5EF4-FFF2-40B4-BE49-F238E27FC236}">
                <a16:creationId xmlns:a16="http://schemas.microsoft.com/office/drawing/2014/main" id="{4DA60533-9E66-4524-8E09-682609497A2D}"/>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31</a:t>
            </a:r>
          </a:p>
        </p:txBody>
      </p:sp>
      <p:sp>
        <p:nvSpPr>
          <p:cNvPr id="4" name="slide-title">
            <a:extLst xmlns:a="http://schemas.openxmlformats.org/drawingml/2006/main">
              <a:ext uri="{FF2B5EF4-FFF2-40B4-BE49-F238E27FC236}">
                <a16:creationId xmlns:a16="http://schemas.microsoft.com/office/drawing/2014/main" id="{BBCBB145-DDF2-486C-ACA2-D8D78DEE7153}"/>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Optional filters build one real parameterized SQL query</a:t>
            </a:r>
          </a:p>
        </p:txBody>
      </p:sp>
      <p:sp>
        <p:nvSpPr>
          <p:cNvPr id="5" name="slide-subtitle">
            <a:extLst xmlns:a="http://schemas.openxmlformats.org/drawingml/2006/main">
              <a:ext uri="{FF2B5EF4-FFF2-40B4-BE49-F238E27FC236}">
                <a16:creationId xmlns:a16="http://schemas.microsoft.com/office/drawing/2014/main" id="{2F20C205-C60D-40F0-8B26-47A633B934D8}"/>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Fixed SQL fragments describe allowed filters; user values stay in a separate parameter list.</a:t>
            </a:r>
          </a:p>
        </p:txBody>
      </p:sp>
      <p:sp>
        <p:nvSpPr>
          <p:cNvPr id="6" name="dev-code-panel">
            <a:extLst xmlns:a="http://schemas.openxmlformats.org/drawingml/2006/main">
              <a:ext uri="{FF2B5EF4-FFF2-40B4-BE49-F238E27FC236}">
                <a16:creationId xmlns:a16="http://schemas.microsoft.com/office/drawing/2014/main" id="{B3BE5406-5E2B-4AC8-B3AE-DC8FD47D02C7}"/>
              </a:ext>
            </a:extLst>
          </p:cNvPr>
          <p:cNvSpPr>
            <a:spLocks xmlns:a="http://schemas.openxmlformats.org/drawingml/2006/main" noGrp="1"/>
          </p:cNvSpPr>
          <p:nvPr/>
        </p:nvSpPr>
        <p:spPr>
          <a:xfrm xmlns:a="http://schemas.openxmlformats.org/drawingml/2006/main">
            <a:off x="609600" y="1695450"/>
            <a:ext cx="6019800" cy="4381500"/>
          </a:xfrm>
          <a:prstGeom xmlns:a="http://schemas.openxmlformats.org/drawingml/2006/main" prst="roundRect">
            <a:avLst>
              <a:gd name="adj" fmla="val 1739"/>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C2470D98-3304-4970-B008-D15447799CA1}"/>
              </a:ext>
            </a:extLst>
          </p:cNvPr>
          <p:cNvSpPr>
            <a:spLocks xmlns:a="http://schemas.openxmlformats.org/drawingml/2006/main" noGrp="1"/>
          </p:cNvSpPr>
          <p:nvPr/>
        </p:nvSpPr>
        <p:spPr>
          <a:xfrm xmlns:a="http://schemas.openxmlformats.org/drawingml/2006/main">
            <a:off x="609600" y="1695450"/>
            <a:ext cx="60198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56A31C0-8727-4261-8F71-739F09CED1F9}"/>
              </a:ext>
            </a:extLst>
          </p:cNvPr>
          <p:cNvSpPr>
            <a:spLocks xmlns:a="http://schemas.openxmlformats.org/drawingml/2006/main" noGrp="1"/>
          </p:cNvSpPr>
          <p:nvPr/>
        </p:nvSpPr>
        <p:spPr>
          <a:xfrm xmlns:a="http://schemas.openxmlformats.org/drawingml/2006/main">
            <a:off x="781050" y="1790700"/>
            <a:ext cx="5676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backend-flask/routes/api.py · filtered groups query</a:t>
            </a:r>
          </a:p>
        </p:txBody>
      </p:sp>
      <p:sp>
        <p:nvSpPr>
          <p:cNvPr id="9" name="">
            <a:extLst xmlns:a="http://schemas.openxmlformats.org/drawingml/2006/main">
              <a:ext uri="{FF2B5EF4-FFF2-40B4-BE49-F238E27FC236}">
                <a16:creationId xmlns:a16="http://schemas.microsoft.com/office/drawing/2014/main" id="{470D8F07-BA3F-481E-ABD4-CBB3CE91C8D2}"/>
              </a:ext>
            </a:extLst>
          </p:cNvPr>
          <p:cNvSpPr>
            <a:spLocks xmlns:a="http://schemas.openxmlformats.org/drawingml/2006/main" noGrp="1"/>
          </p:cNvSpPr>
          <p:nvPr/>
        </p:nvSpPr>
        <p:spPr>
          <a:xfrm xmlns:a="http://schemas.openxmlformats.org/drawingml/2006/main">
            <a:off x="781050" y="2143125"/>
            <a:ext cx="57340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01  where_conditions = []</a:t>
            </a:r>
          </a:p>
        </p:txBody>
      </p:sp>
      <p:sp>
        <p:nvSpPr>
          <p:cNvPr id="10" name="">
            <a:extLst xmlns:a="http://schemas.openxmlformats.org/drawingml/2006/main">
              <a:ext uri="{FF2B5EF4-FFF2-40B4-BE49-F238E27FC236}">
                <a16:creationId xmlns:a16="http://schemas.microsoft.com/office/drawing/2014/main" id="{D9EE62DA-F8FC-4C2F-8481-18E1CB84A312}"/>
              </a:ext>
            </a:extLst>
          </p:cNvPr>
          <p:cNvSpPr>
            <a:spLocks xmlns:a="http://schemas.openxmlformats.org/drawingml/2006/main" noGrp="1"/>
          </p:cNvSpPr>
          <p:nvPr/>
        </p:nvSpPr>
        <p:spPr>
          <a:xfrm xmlns:a="http://schemas.openxmlformats.org/drawingml/2006/main">
            <a:off x="781050" y="2400300"/>
            <a:ext cx="57340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02  query_parameters = []</a:t>
            </a:r>
          </a:p>
        </p:txBody>
      </p:sp>
      <p:sp>
        <p:nvSpPr>
          <p:cNvPr id="11" name="">
            <a:extLst xmlns:a="http://schemas.openxmlformats.org/drawingml/2006/main">
              <a:ext uri="{FF2B5EF4-FFF2-40B4-BE49-F238E27FC236}">
                <a16:creationId xmlns:a16="http://schemas.microsoft.com/office/drawing/2014/main" id="{BD4FE232-F854-4E78-9C01-BBC01C1126F7}"/>
              </a:ext>
            </a:extLst>
          </p:cNvPr>
          <p:cNvSpPr>
            <a:spLocks xmlns:a="http://schemas.openxmlformats.org/drawingml/2006/main" noGrp="1"/>
          </p:cNvSpPr>
          <p:nvPr/>
        </p:nvSpPr>
        <p:spPr>
          <a:xfrm xmlns:a="http://schemas.openxmlformats.org/drawingml/2006/main">
            <a:off x="781050" y="2657475"/>
            <a:ext cx="57340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03  </a:t>
            </a:r>
          </a:p>
        </p:txBody>
      </p:sp>
      <p:sp>
        <p:nvSpPr>
          <p:cNvPr id="12" name="">
            <a:extLst xmlns:a="http://schemas.openxmlformats.org/drawingml/2006/main">
              <a:ext uri="{FF2B5EF4-FFF2-40B4-BE49-F238E27FC236}">
                <a16:creationId xmlns:a16="http://schemas.microsoft.com/office/drawing/2014/main" id="{3A974BF1-5AA3-49F2-BAEB-1FA3267EEF58}"/>
              </a:ext>
            </a:extLst>
          </p:cNvPr>
          <p:cNvSpPr>
            <a:spLocks xmlns:a="http://schemas.openxmlformats.org/drawingml/2006/main" noGrp="1"/>
          </p:cNvSpPr>
          <p:nvPr/>
        </p:nvSpPr>
        <p:spPr>
          <a:xfrm xmlns:a="http://schemas.openxmlformats.org/drawingml/2006/main">
            <a:off x="781050" y="2914650"/>
            <a:ext cx="57340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04  if continent is not None and continent.strip() != "":</a:t>
            </a:r>
          </a:p>
        </p:txBody>
      </p:sp>
      <p:sp>
        <p:nvSpPr>
          <p:cNvPr id="13" name="">
            <a:extLst xmlns:a="http://schemas.openxmlformats.org/drawingml/2006/main">
              <a:ext uri="{FF2B5EF4-FFF2-40B4-BE49-F238E27FC236}">
                <a16:creationId xmlns:a16="http://schemas.microsoft.com/office/drawing/2014/main" id="{ADF8C577-E6B5-4A51-8F2F-21F12E7294F8}"/>
              </a:ext>
            </a:extLst>
          </p:cNvPr>
          <p:cNvSpPr>
            <a:spLocks xmlns:a="http://schemas.openxmlformats.org/drawingml/2006/main" noGrp="1"/>
          </p:cNvSpPr>
          <p:nvPr/>
        </p:nvSpPr>
        <p:spPr>
          <a:xfrm xmlns:a="http://schemas.openxmlformats.org/drawingml/2006/main">
            <a:off x="781050" y="3171825"/>
            <a:ext cx="57340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05      where_conditions.append("continent = %s")</a:t>
            </a:r>
          </a:p>
        </p:txBody>
      </p:sp>
      <p:sp>
        <p:nvSpPr>
          <p:cNvPr id="14" name="">
            <a:extLst xmlns:a="http://schemas.openxmlformats.org/drawingml/2006/main">
              <a:ext uri="{FF2B5EF4-FFF2-40B4-BE49-F238E27FC236}">
                <a16:creationId xmlns:a16="http://schemas.microsoft.com/office/drawing/2014/main" id="{FD21BE58-C721-4C13-B52E-0C5B25CBB466}"/>
              </a:ext>
            </a:extLst>
          </p:cNvPr>
          <p:cNvSpPr>
            <a:spLocks xmlns:a="http://schemas.openxmlformats.org/drawingml/2006/main" noGrp="1"/>
          </p:cNvSpPr>
          <p:nvPr/>
        </p:nvSpPr>
        <p:spPr>
          <a:xfrm xmlns:a="http://schemas.openxmlformats.org/drawingml/2006/main">
            <a:off x="781050" y="3429000"/>
            <a:ext cx="57340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06      query_parameters.append(continent.strip())</a:t>
            </a:r>
          </a:p>
        </p:txBody>
      </p:sp>
      <p:sp>
        <p:nvSpPr>
          <p:cNvPr id="15" name="">
            <a:extLst xmlns:a="http://schemas.openxmlformats.org/drawingml/2006/main">
              <a:ext uri="{FF2B5EF4-FFF2-40B4-BE49-F238E27FC236}">
                <a16:creationId xmlns:a16="http://schemas.microsoft.com/office/drawing/2014/main" id="{3DEB44E6-C9AF-4AC5-9FCE-B4371377E3ED}"/>
              </a:ext>
            </a:extLst>
          </p:cNvPr>
          <p:cNvSpPr>
            <a:spLocks xmlns:a="http://schemas.openxmlformats.org/drawingml/2006/main" noGrp="1"/>
          </p:cNvSpPr>
          <p:nvPr/>
        </p:nvSpPr>
        <p:spPr>
          <a:xfrm xmlns:a="http://schemas.openxmlformats.org/drawingml/2006/main">
            <a:off x="781050" y="3686175"/>
            <a:ext cx="57340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07  </a:t>
            </a:r>
          </a:p>
        </p:txBody>
      </p:sp>
      <p:sp>
        <p:nvSpPr>
          <p:cNvPr id="16" name="">
            <a:extLst xmlns:a="http://schemas.openxmlformats.org/drawingml/2006/main">
              <a:ext uri="{FF2B5EF4-FFF2-40B4-BE49-F238E27FC236}">
                <a16:creationId xmlns:a16="http://schemas.microsoft.com/office/drawing/2014/main" id="{C3CAABA8-312E-4E66-9520-4537799E3074}"/>
              </a:ext>
            </a:extLst>
          </p:cNvPr>
          <p:cNvSpPr>
            <a:spLocks xmlns:a="http://schemas.openxmlformats.org/drawingml/2006/main" noGrp="1"/>
          </p:cNvSpPr>
          <p:nvPr/>
        </p:nvSpPr>
        <p:spPr>
          <a:xfrm xmlns:a="http://schemas.openxmlformats.org/drawingml/2006/main">
            <a:off x="781050" y="3943350"/>
            <a:ext cx="57340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08  where_clause = f" WHERE {' AND '.join(where_conditions)}"</a:t>
            </a:r>
          </a:p>
        </p:txBody>
      </p:sp>
      <p:sp>
        <p:nvSpPr>
          <p:cNvPr id="17" name="">
            <a:extLst xmlns:a="http://schemas.openxmlformats.org/drawingml/2006/main">
              <a:ext uri="{FF2B5EF4-FFF2-40B4-BE49-F238E27FC236}">
                <a16:creationId xmlns:a16="http://schemas.microsoft.com/office/drawing/2014/main" id="{6C7572D6-C865-485D-9E92-47506E8DB4E8}"/>
              </a:ext>
            </a:extLst>
          </p:cNvPr>
          <p:cNvSpPr>
            <a:spLocks xmlns:a="http://schemas.openxmlformats.org/drawingml/2006/main" noGrp="1"/>
          </p:cNvSpPr>
          <p:nvPr/>
        </p:nvSpPr>
        <p:spPr>
          <a:xfrm xmlns:a="http://schemas.openxmlformats.org/drawingml/2006/main">
            <a:off x="781050" y="4200525"/>
            <a:ext cx="57340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09  rows = fetch_all(</a:t>
            </a:r>
          </a:p>
        </p:txBody>
      </p:sp>
      <p:sp>
        <p:nvSpPr>
          <p:cNvPr id="18" name="">
            <a:extLst xmlns:a="http://schemas.openxmlformats.org/drawingml/2006/main">
              <a:ext uri="{FF2B5EF4-FFF2-40B4-BE49-F238E27FC236}">
                <a16:creationId xmlns:a16="http://schemas.microsoft.com/office/drawing/2014/main" id="{8447752F-55E3-40E8-866D-736C80B16EA4}"/>
              </a:ext>
            </a:extLst>
          </p:cNvPr>
          <p:cNvSpPr>
            <a:spLocks xmlns:a="http://schemas.openxmlformats.org/drawingml/2006/main" noGrp="1"/>
          </p:cNvSpPr>
          <p:nvPr/>
        </p:nvSpPr>
        <p:spPr>
          <a:xfrm xmlns:a="http://schemas.openxmlformats.org/drawingml/2006/main">
            <a:off x="781050" y="4457700"/>
            <a:ext cx="57340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10    f"SELECT * FROM tradgov_groups{where_clause} "</a:t>
            </a:r>
          </a:p>
        </p:txBody>
      </p:sp>
      <p:sp>
        <p:nvSpPr>
          <p:cNvPr id="19" name="">
            <a:extLst xmlns:a="http://schemas.openxmlformats.org/drawingml/2006/main">
              <a:ext uri="{FF2B5EF4-FFF2-40B4-BE49-F238E27FC236}">
                <a16:creationId xmlns:a16="http://schemas.microsoft.com/office/drawing/2014/main" id="{6EEB1AD8-DA65-4FC3-A104-E7EEBB5071BA}"/>
              </a:ext>
            </a:extLst>
          </p:cNvPr>
          <p:cNvSpPr>
            <a:spLocks xmlns:a="http://schemas.openxmlformats.org/drawingml/2006/main" noGrp="1"/>
          </p:cNvSpPr>
          <p:nvPr/>
        </p:nvSpPr>
        <p:spPr>
          <a:xfrm xmlns:a="http://schemas.openxmlformats.org/drawingml/2006/main">
            <a:off x="781050" y="4714875"/>
            <a:ext cx="57340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11    f"ORDER BY id ASC LIMIT %s OFFSET %s"</a:t>
            </a:r>
          </a:p>
        </p:txBody>
      </p:sp>
      <p:sp>
        <p:nvSpPr>
          <p:cNvPr id="20" name="">
            <a:extLst xmlns:a="http://schemas.openxmlformats.org/drawingml/2006/main">
              <a:ext uri="{FF2B5EF4-FFF2-40B4-BE49-F238E27FC236}">
                <a16:creationId xmlns:a16="http://schemas.microsoft.com/office/drawing/2014/main" id="{2E76F89F-8D9B-45E5-9CF6-09F6AE2F0567}"/>
              </a:ext>
            </a:extLst>
          </p:cNvPr>
          <p:cNvSpPr>
            <a:spLocks xmlns:a="http://schemas.openxmlformats.org/drawingml/2006/main" noGrp="1"/>
          </p:cNvSpPr>
          <p:nvPr/>
        </p:nvSpPr>
        <p:spPr>
          <a:xfrm xmlns:a="http://schemas.openxmlformats.org/drawingml/2006/main">
            <a:off x="781050" y="4972050"/>
            <a:ext cx="57340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12    [*query_parameters, requested_limit, offset]</a:t>
            </a:r>
          </a:p>
        </p:txBody>
      </p:sp>
      <p:sp>
        <p:nvSpPr>
          <p:cNvPr id="21" name="">
            <a:extLst xmlns:a="http://schemas.openxmlformats.org/drawingml/2006/main">
              <a:ext uri="{FF2B5EF4-FFF2-40B4-BE49-F238E27FC236}">
                <a16:creationId xmlns:a16="http://schemas.microsoft.com/office/drawing/2014/main" id="{792AE6A3-14C6-4D64-88AC-4C606E0B20D3}"/>
              </a:ext>
            </a:extLst>
          </p:cNvPr>
          <p:cNvSpPr>
            <a:spLocks xmlns:a="http://schemas.openxmlformats.org/drawingml/2006/main" noGrp="1"/>
          </p:cNvSpPr>
          <p:nvPr/>
        </p:nvSpPr>
        <p:spPr>
          <a:xfrm xmlns:a="http://schemas.openxmlformats.org/drawingml/2006/main">
            <a:off x="781050" y="5229225"/>
            <a:ext cx="57340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13  )</a:t>
            </a:r>
          </a:p>
        </p:txBody>
      </p:sp>
      <p:sp>
        <p:nvSpPr>
          <p:cNvPr id="22" name="safe-parameter-explanation">
            <a:extLst xmlns:a="http://schemas.openxmlformats.org/drawingml/2006/main">
              <a:ext uri="{FF2B5EF4-FFF2-40B4-BE49-F238E27FC236}">
                <a16:creationId xmlns:a16="http://schemas.microsoft.com/office/drawing/2014/main" id="{F7F3D021-3E0E-4066-B953-D7B517ED7F88}"/>
              </a:ext>
            </a:extLst>
          </p:cNvPr>
          <p:cNvSpPr>
            <a:spLocks xmlns:a="http://schemas.openxmlformats.org/drawingml/2006/main" noGrp="1"/>
          </p:cNvSpPr>
          <p:nvPr/>
        </p:nvSpPr>
        <p:spPr>
          <a:xfrm xmlns:a="http://schemas.openxmlformats.org/drawingml/2006/main">
            <a:off x="6972300" y="1695450"/>
            <a:ext cx="4610100" cy="4381500"/>
          </a:xfrm>
          <a:prstGeom xmlns:a="http://schemas.openxmlformats.org/drawingml/2006/main" prst="roundRect">
            <a:avLst>
              <a:gd name="adj" fmla="val 1739"/>
            </a:avLst>
          </a:prstGeom>
          <a:solidFill xmlns:a="http://schemas.openxmlformats.org/drawingml/2006/main">
            <a:srgbClr val="FFFEFA"/>
          </a:solidFill>
          <a:ln xmlns:a="http://schemas.openxmlformats.org/drawingml/2006/main" w="9525">
            <a:solidFill>
              <a:srgbClr val="E5E1D8"/>
            </a:solidFill>
            <a:prstDash val="solid"/>
          </a:ln>
        </p:spPr>
      </p:sp>
      <p:sp>
        <p:nvSpPr>
          <p:cNvPr id="23" name="">
            <a:extLst xmlns:a="http://schemas.openxmlformats.org/drawingml/2006/main">
              <a:ext uri="{FF2B5EF4-FFF2-40B4-BE49-F238E27FC236}">
                <a16:creationId xmlns:a16="http://schemas.microsoft.com/office/drawing/2014/main" id="{FE37C602-0488-43D4-B67F-0F5464545971}"/>
              </a:ext>
            </a:extLst>
          </p:cNvPr>
          <p:cNvSpPr>
            <a:spLocks xmlns:a="http://schemas.openxmlformats.org/drawingml/2006/main" noGrp="1"/>
          </p:cNvSpPr>
          <p:nvPr/>
        </p:nvSpPr>
        <p:spPr>
          <a:xfrm xmlns:a="http://schemas.openxmlformats.org/drawingml/2006/main">
            <a:off x="7239000" y="20193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SQL STRUCTURE</a:t>
            </a:r>
          </a:p>
        </p:txBody>
      </p:sp>
      <p:sp>
        <p:nvSpPr>
          <p:cNvPr id="24" name="">
            <a:extLst xmlns:a="http://schemas.openxmlformats.org/drawingml/2006/main">
              <a:ext uri="{FF2B5EF4-FFF2-40B4-BE49-F238E27FC236}">
                <a16:creationId xmlns:a16="http://schemas.microsoft.com/office/drawing/2014/main" id="{AA7C6294-4ABE-43A8-8CAE-007E0A2DD449}"/>
              </a:ext>
            </a:extLst>
          </p:cNvPr>
          <p:cNvSpPr>
            <a:spLocks xmlns:a="http://schemas.openxmlformats.org/drawingml/2006/main" noGrp="1"/>
          </p:cNvSpPr>
          <p:nvPr/>
        </p:nvSpPr>
        <p:spPr>
          <a:xfrm xmlns:a="http://schemas.openxmlformats.org/drawingml/2006/main">
            <a:off x="7239000" y="23812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i="0">
                <a:solidFill>
                  <a:srgbClr val="123524"/>
                </a:solidFill>
              </a:defRPr>
            </a:pPr>
            <a:r>
              <a:rPr sz="1275" b="1" i="0">
                <a:solidFill>
                  <a:srgbClr val="123524"/>
                </a:solidFill>
              </a:rPr>
              <a:t>SELECT → FROM → WHERE → ORDER BY → LIMIT</a:t>
            </a:r>
          </a:p>
        </p:txBody>
      </p:sp>
      <p:sp>
        <p:nvSpPr>
          <p:cNvPr id="25" name="">
            <a:extLst xmlns:a="http://schemas.openxmlformats.org/drawingml/2006/main">
              <a:ext uri="{FF2B5EF4-FFF2-40B4-BE49-F238E27FC236}">
                <a16:creationId xmlns:a16="http://schemas.microsoft.com/office/drawing/2014/main" id="{7AC15274-FF05-46C3-AEEB-5A16FC4A486F}"/>
              </a:ext>
            </a:extLst>
          </p:cNvPr>
          <p:cNvSpPr>
            <a:spLocks xmlns:a="http://schemas.openxmlformats.org/drawingml/2006/main" noGrp="1"/>
          </p:cNvSpPr>
          <p:nvPr/>
        </p:nvSpPr>
        <p:spPr>
          <a:xfrm xmlns:a="http://schemas.openxmlformats.org/drawingml/2006/main">
            <a:off x="7239000" y="2876550"/>
            <a:ext cx="40005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
        <p:nvSpPr>
          <p:cNvPr id="26" name="">
            <a:extLst xmlns:a="http://schemas.openxmlformats.org/drawingml/2006/main">
              <a:ext uri="{FF2B5EF4-FFF2-40B4-BE49-F238E27FC236}">
                <a16:creationId xmlns:a16="http://schemas.microsoft.com/office/drawing/2014/main" id="{6394FB71-9FE9-4688-96BD-95CF22AE377D}"/>
              </a:ext>
            </a:extLst>
          </p:cNvPr>
          <p:cNvSpPr>
            <a:spLocks xmlns:a="http://schemas.openxmlformats.org/drawingml/2006/main" noGrp="1"/>
          </p:cNvSpPr>
          <p:nvPr/>
        </p:nvSpPr>
        <p:spPr>
          <a:xfrm xmlns:a="http://schemas.openxmlformats.org/drawingml/2006/main">
            <a:off x="7239000" y="31432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SAFE PROJECT PATTERN</a:t>
            </a:r>
          </a:p>
        </p:txBody>
      </p:sp>
      <p:sp>
        <p:nvSpPr>
          <p:cNvPr id="27" name="safe-execute">
            <a:extLst xmlns:a="http://schemas.openxmlformats.org/drawingml/2006/main">
              <a:ext uri="{FF2B5EF4-FFF2-40B4-BE49-F238E27FC236}">
                <a16:creationId xmlns:a16="http://schemas.microsoft.com/office/drawing/2014/main" id="{E6B469A8-E510-4992-86A3-1642FB15E6F7}"/>
              </a:ext>
            </a:extLst>
          </p:cNvPr>
          <p:cNvSpPr>
            <a:spLocks xmlns:a="http://schemas.openxmlformats.org/drawingml/2006/main" noGrp="1"/>
          </p:cNvSpPr>
          <p:nvPr/>
        </p:nvSpPr>
        <p:spPr>
          <a:xfrm xmlns:a="http://schemas.openxmlformats.org/drawingml/2006/main">
            <a:off x="7239000" y="3505200"/>
            <a:ext cx="4000500" cy="933450"/>
          </a:xfrm>
          <a:prstGeom xmlns:a="http://schemas.openxmlformats.org/drawingml/2006/main" prst="roundRect">
            <a:avLst>
              <a:gd name="adj" fmla="val 8163"/>
            </a:avLst>
          </a:prstGeom>
          <a:solidFill xmlns:a="http://schemas.openxmlformats.org/drawingml/2006/main">
            <a:srgbClr val="0A1711"/>
          </a:solidFill>
          <a:ln xmlns:a="http://schemas.openxmlformats.org/drawingml/2006/main" w="9525">
            <a:solidFill>
              <a:srgbClr val="1E3B2D"/>
            </a:solidFill>
            <a:prstDash val="solid"/>
          </a:ln>
        </p:spPr>
      </p:sp>
      <p:sp>
        <p:nvSpPr>
          <p:cNvPr id="28" name="">
            <a:extLst xmlns:a="http://schemas.openxmlformats.org/drawingml/2006/main">
              <a:ext uri="{FF2B5EF4-FFF2-40B4-BE49-F238E27FC236}">
                <a16:creationId xmlns:a16="http://schemas.microsoft.com/office/drawing/2014/main" id="{782FD0CF-1E3C-4E87-AAFA-7F188504A0E2}"/>
              </a:ext>
            </a:extLst>
          </p:cNvPr>
          <p:cNvSpPr>
            <a:spLocks xmlns:a="http://schemas.openxmlformats.org/drawingml/2006/main" noGrp="1"/>
          </p:cNvSpPr>
          <p:nvPr/>
        </p:nvSpPr>
        <p:spPr>
          <a:xfrm xmlns:a="http://schemas.openxmlformats.org/drawingml/2006/main">
            <a:off x="7239000" y="3505200"/>
            <a:ext cx="40005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1477826-FF8A-4B36-BFC1-CB3237266ABA}"/>
              </a:ext>
            </a:extLst>
          </p:cNvPr>
          <p:cNvSpPr>
            <a:spLocks xmlns:a="http://schemas.openxmlformats.org/drawingml/2006/main" noGrp="1"/>
          </p:cNvSpPr>
          <p:nvPr/>
        </p:nvSpPr>
        <p:spPr>
          <a:xfrm xmlns:a="http://schemas.openxmlformats.org/drawingml/2006/main">
            <a:off x="7410450" y="3600450"/>
            <a:ext cx="3657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backend-flask/database/db.py</a:t>
            </a:r>
          </a:p>
        </p:txBody>
      </p:sp>
      <p:sp>
        <p:nvSpPr>
          <p:cNvPr id="30" name="">
            <a:extLst xmlns:a="http://schemas.openxmlformats.org/drawingml/2006/main">
              <a:ext uri="{FF2B5EF4-FFF2-40B4-BE49-F238E27FC236}">
                <a16:creationId xmlns:a16="http://schemas.microsoft.com/office/drawing/2014/main" id="{3AE2C9D9-1E4C-468B-9134-DB23070F05F9}"/>
              </a:ext>
            </a:extLst>
          </p:cNvPr>
          <p:cNvSpPr>
            <a:spLocks xmlns:a="http://schemas.openxmlformats.org/drawingml/2006/main" noGrp="1"/>
          </p:cNvSpPr>
          <p:nvPr/>
        </p:nvSpPr>
        <p:spPr>
          <a:xfrm xmlns:a="http://schemas.openxmlformats.org/drawingml/2006/main">
            <a:off x="7410450" y="3952875"/>
            <a:ext cx="3714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01  cursor.execute(query, tuple(parameters))</a:t>
            </a:r>
          </a:p>
        </p:txBody>
      </p:sp>
      <p:sp>
        <p:nvSpPr>
          <p:cNvPr id="31" name="">
            <a:extLst xmlns:a="http://schemas.openxmlformats.org/drawingml/2006/main">
              <a:ext uri="{FF2B5EF4-FFF2-40B4-BE49-F238E27FC236}">
                <a16:creationId xmlns:a16="http://schemas.microsoft.com/office/drawing/2014/main" id="{7AF33E33-59C7-455D-BF84-B73A81C228A5}"/>
              </a:ext>
            </a:extLst>
          </p:cNvPr>
          <p:cNvSpPr>
            <a:spLocks xmlns:a="http://schemas.openxmlformats.org/drawingml/2006/main" noGrp="1"/>
          </p:cNvSpPr>
          <p:nvPr/>
        </p:nvSpPr>
        <p:spPr>
          <a:xfrm xmlns:a="http://schemas.openxmlformats.org/drawingml/2006/main">
            <a:off x="7334250" y="4781550"/>
            <a:ext cx="3810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69746D"/>
                </a:solidFill>
              </a:defRPr>
            </a:pPr>
            <a:r>
              <a:rPr sz="1125" b="0" i="0">
                <a:solidFill>
                  <a:srgbClr val="69746D"/>
                </a:solidFill>
              </a:rPr>
              <a:t>Values such as Africa are passed separately from SQL text. This reduces SQL-injection risk; it is not a claim of complete application security.</a:t>
            </a:r>
          </a:p>
        </p:txBody>
      </p:sp>
      <p:sp>
        <p:nvSpPr>
          <p:cNvPr id="32" name="">
            <a:extLst xmlns:a="http://schemas.openxmlformats.org/drawingml/2006/main">
              <a:ext uri="{FF2B5EF4-FFF2-40B4-BE49-F238E27FC236}">
                <a16:creationId xmlns:a16="http://schemas.microsoft.com/office/drawing/2014/main" id="{060193F2-AA0F-4A5A-B89D-3A00DEB14EC0}"/>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746710440"/>
      </p:ext>
    </p:extLst>
  </p:cSld>
</p:sld>
</file>

<file path=ppt/slides/slide3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9" name="top-accent">
            <a:extLst xmlns:a="http://schemas.openxmlformats.org/drawingml/2006/main">
              <a:ext uri="{FF2B5EF4-FFF2-40B4-BE49-F238E27FC236}">
                <a16:creationId xmlns:a16="http://schemas.microsoft.com/office/drawing/2014/main" id="{429EBFE6-BC84-4A9D-98D5-CE7AEC482CB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A1DDEDC5-387D-42AA-9F33-3D9137176EEB}"/>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4 · BACKEND</a:t>
            </a:r>
          </a:p>
        </p:txBody>
      </p:sp>
      <p:sp>
        <p:nvSpPr>
          <p:cNvPr id="3" name="slide-number">
            <a:extLst xmlns:a="http://schemas.openxmlformats.org/drawingml/2006/main">
              <a:ext uri="{FF2B5EF4-FFF2-40B4-BE49-F238E27FC236}">
                <a16:creationId xmlns:a16="http://schemas.microsoft.com/office/drawing/2014/main" id="{BF2E495B-2A7A-46A1-8D61-6B74F8519328}"/>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32</a:t>
            </a:r>
          </a:p>
        </p:txBody>
      </p:sp>
      <p:sp>
        <p:nvSpPr>
          <p:cNvPr id="4" name="slide-title">
            <a:extLst xmlns:a="http://schemas.openxmlformats.org/drawingml/2006/main">
              <a:ext uri="{FF2B5EF4-FFF2-40B4-BE49-F238E27FC236}">
                <a16:creationId xmlns:a16="http://schemas.microsoft.com/office/drawing/2014/main" id="{778EE6C2-8398-472C-B39F-CF8F70C9483A}"/>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Database rows become a predictable JSON response</a:t>
            </a:r>
          </a:p>
        </p:txBody>
      </p:sp>
      <p:sp>
        <p:nvSpPr>
          <p:cNvPr id="5" name="slide-subtitle">
            <a:extLst xmlns:a="http://schemas.openxmlformats.org/drawingml/2006/main">
              <a:ext uri="{FF2B5EF4-FFF2-40B4-BE49-F238E27FC236}">
                <a16:creationId xmlns:a16="http://schemas.microsoft.com/office/drawing/2014/main" id="{CCE5F44D-84E5-4DC7-AF0B-302DFEB7D3BE}"/>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Dictionary cursors, value conversion, and jsonify bridge MySQL records to JavaScript objects.</a:t>
            </a:r>
          </a:p>
        </p:txBody>
      </p:sp>
      <p:sp>
        <p:nvSpPr>
          <p:cNvPr id="6" name="workflow-database">
            <a:extLst xmlns:a="http://schemas.openxmlformats.org/drawingml/2006/main">
              <a:ext uri="{FF2B5EF4-FFF2-40B4-BE49-F238E27FC236}">
                <a16:creationId xmlns:a16="http://schemas.microsoft.com/office/drawing/2014/main" id="{27FDE2F9-C6EE-4FDE-A411-6E55A051E04A}"/>
              </a:ext>
            </a:extLst>
          </p:cNvPr>
          <p:cNvSpPr>
            <a:spLocks xmlns:a="http://schemas.openxmlformats.org/drawingml/2006/main" noGrp="1"/>
          </p:cNvSpPr>
          <p:nvPr/>
        </p:nvSpPr>
        <p:spPr>
          <a:xfrm xmlns:a="http://schemas.openxmlformats.org/drawingml/2006/main">
            <a:off x="609600" y="1657350"/>
            <a:ext cx="5905500" cy="4476750"/>
          </a:xfrm>
          <a:prstGeom xmlns:a="http://schemas.openxmlformats.org/drawingml/2006/main" prst="roundRect">
            <a:avLst>
              <a:gd name="adj" fmla="val 1702"/>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52FA3A1B-F340-4691-89EF-C8CF3574718C}"/>
              </a:ext>
            </a:extLst>
          </p:cNvPr>
          <p:cNvSpPr>
            <a:spLocks xmlns:a="http://schemas.openxmlformats.org/drawingml/2006/main" noGrp="1"/>
          </p:cNvSpPr>
          <p:nvPr/>
        </p:nvSpPr>
        <p:spPr>
          <a:xfrm xmlns:a="http://schemas.openxmlformats.org/drawingml/2006/main">
            <a:off x="609600" y="1657350"/>
            <a:ext cx="59055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2BC8B71-13E4-41F8-A3ED-0FEB93C8F02F}"/>
              </a:ext>
            </a:extLst>
          </p:cNvPr>
          <p:cNvSpPr>
            <a:spLocks xmlns:a="http://schemas.openxmlformats.org/drawingml/2006/main" noGrp="1"/>
          </p:cNvSpPr>
          <p:nvPr/>
        </p:nvSpPr>
        <p:spPr>
          <a:xfrm xmlns:a="http://schemas.openxmlformats.org/drawingml/2006/main">
            <a:off x="781050" y="1752600"/>
            <a:ext cx="5562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db.py + routes/api.py · rows → JSON</a:t>
            </a:r>
          </a:p>
        </p:txBody>
      </p:sp>
      <p:sp>
        <p:nvSpPr>
          <p:cNvPr id="9" name="">
            <a:extLst xmlns:a="http://schemas.openxmlformats.org/drawingml/2006/main">
              <a:ext uri="{FF2B5EF4-FFF2-40B4-BE49-F238E27FC236}">
                <a16:creationId xmlns:a16="http://schemas.microsoft.com/office/drawing/2014/main" id="{C1558F12-95C6-42C6-AAEA-035E4A1EAAC0}"/>
              </a:ext>
            </a:extLst>
          </p:cNvPr>
          <p:cNvSpPr>
            <a:spLocks xmlns:a="http://schemas.openxmlformats.org/drawingml/2006/main" noGrp="1"/>
          </p:cNvSpPr>
          <p:nvPr/>
        </p:nvSpPr>
        <p:spPr>
          <a:xfrm xmlns:a="http://schemas.openxmlformats.org/drawingml/2006/main">
            <a:off x="781050" y="2105025"/>
            <a:ext cx="5619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01  cursor = connection.cursor(dictionary=True)</a:t>
            </a:r>
          </a:p>
        </p:txBody>
      </p:sp>
      <p:sp>
        <p:nvSpPr>
          <p:cNvPr id="10" name="">
            <a:extLst xmlns:a="http://schemas.openxmlformats.org/drawingml/2006/main">
              <a:ext uri="{FF2B5EF4-FFF2-40B4-BE49-F238E27FC236}">
                <a16:creationId xmlns:a16="http://schemas.microsoft.com/office/drawing/2014/main" id="{41019ABE-2C57-4D8A-9124-46624F19E2DC}"/>
              </a:ext>
            </a:extLst>
          </p:cNvPr>
          <p:cNvSpPr>
            <a:spLocks xmlns:a="http://schemas.openxmlformats.org/drawingml/2006/main" noGrp="1"/>
          </p:cNvSpPr>
          <p:nvPr/>
        </p:nvSpPr>
        <p:spPr>
          <a:xfrm xmlns:a="http://schemas.openxmlformats.org/drawingml/2006/main">
            <a:off x="781050" y="2362200"/>
            <a:ext cx="5619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02  try:</a:t>
            </a:r>
          </a:p>
        </p:txBody>
      </p:sp>
      <p:sp>
        <p:nvSpPr>
          <p:cNvPr id="11" name="">
            <a:extLst xmlns:a="http://schemas.openxmlformats.org/drawingml/2006/main">
              <a:ext uri="{FF2B5EF4-FFF2-40B4-BE49-F238E27FC236}">
                <a16:creationId xmlns:a16="http://schemas.microsoft.com/office/drawing/2014/main" id="{FA954D65-7A7F-4658-8632-704EEB28EB81}"/>
              </a:ext>
            </a:extLst>
          </p:cNvPr>
          <p:cNvSpPr>
            <a:spLocks xmlns:a="http://schemas.openxmlformats.org/drawingml/2006/main" noGrp="1"/>
          </p:cNvSpPr>
          <p:nvPr/>
        </p:nvSpPr>
        <p:spPr>
          <a:xfrm xmlns:a="http://schemas.openxmlformats.org/drawingml/2006/main">
            <a:off x="781050" y="2619375"/>
            <a:ext cx="5619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03      cursor.execute(query, tuple(parameters))</a:t>
            </a:r>
          </a:p>
        </p:txBody>
      </p:sp>
      <p:sp>
        <p:nvSpPr>
          <p:cNvPr id="12" name="">
            <a:extLst xmlns:a="http://schemas.openxmlformats.org/drawingml/2006/main">
              <a:ext uri="{FF2B5EF4-FFF2-40B4-BE49-F238E27FC236}">
                <a16:creationId xmlns:a16="http://schemas.microsoft.com/office/drawing/2014/main" id="{7CF8A0E2-B47E-4EE9-9F64-93F32FC4EA67}"/>
              </a:ext>
            </a:extLst>
          </p:cNvPr>
          <p:cNvSpPr>
            <a:spLocks xmlns:a="http://schemas.openxmlformats.org/drawingml/2006/main" noGrp="1"/>
          </p:cNvSpPr>
          <p:nvPr/>
        </p:nvSpPr>
        <p:spPr>
          <a:xfrm xmlns:a="http://schemas.openxmlformats.org/drawingml/2006/main">
            <a:off x="781050" y="2876550"/>
            <a:ext cx="5619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04      return [_json_row(row) for row in cursor.fetchall()]</a:t>
            </a:r>
          </a:p>
        </p:txBody>
      </p:sp>
      <p:sp>
        <p:nvSpPr>
          <p:cNvPr id="13" name="">
            <a:extLst xmlns:a="http://schemas.openxmlformats.org/drawingml/2006/main">
              <a:ext uri="{FF2B5EF4-FFF2-40B4-BE49-F238E27FC236}">
                <a16:creationId xmlns:a16="http://schemas.microsoft.com/office/drawing/2014/main" id="{04AD8462-7545-44A2-8D92-C7F3799C330D}"/>
              </a:ext>
            </a:extLst>
          </p:cNvPr>
          <p:cNvSpPr>
            <a:spLocks xmlns:a="http://schemas.openxmlformats.org/drawingml/2006/main" noGrp="1"/>
          </p:cNvSpPr>
          <p:nvPr/>
        </p:nvSpPr>
        <p:spPr>
          <a:xfrm xmlns:a="http://schemas.openxmlformats.org/drawingml/2006/main">
            <a:off x="781050" y="3133725"/>
            <a:ext cx="5619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05  finally:</a:t>
            </a:r>
          </a:p>
        </p:txBody>
      </p:sp>
      <p:sp>
        <p:nvSpPr>
          <p:cNvPr id="14" name="">
            <a:extLst xmlns:a="http://schemas.openxmlformats.org/drawingml/2006/main">
              <a:ext uri="{FF2B5EF4-FFF2-40B4-BE49-F238E27FC236}">
                <a16:creationId xmlns:a16="http://schemas.microsoft.com/office/drawing/2014/main" id="{B97CFF3F-9827-44CD-BAFC-FAEBB325C2A6}"/>
              </a:ext>
            </a:extLst>
          </p:cNvPr>
          <p:cNvSpPr>
            <a:spLocks xmlns:a="http://schemas.openxmlformats.org/drawingml/2006/main" noGrp="1"/>
          </p:cNvSpPr>
          <p:nvPr/>
        </p:nvSpPr>
        <p:spPr>
          <a:xfrm xmlns:a="http://schemas.openxmlformats.org/drawingml/2006/main">
            <a:off x="781050" y="3390900"/>
            <a:ext cx="5619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06      cursor.close()</a:t>
            </a:r>
          </a:p>
        </p:txBody>
      </p:sp>
      <p:sp>
        <p:nvSpPr>
          <p:cNvPr id="15" name="">
            <a:extLst xmlns:a="http://schemas.openxmlformats.org/drawingml/2006/main">
              <a:ext uri="{FF2B5EF4-FFF2-40B4-BE49-F238E27FC236}">
                <a16:creationId xmlns:a16="http://schemas.microsoft.com/office/drawing/2014/main" id="{313EF16A-F5FA-4B82-A240-691230863C4C}"/>
              </a:ext>
            </a:extLst>
          </p:cNvPr>
          <p:cNvSpPr>
            <a:spLocks xmlns:a="http://schemas.openxmlformats.org/drawingml/2006/main" noGrp="1"/>
          </p:cNvSpPr>
          <p:nvPr/>
        </p:nvSpPr>
        <p:spPr>
          <a:xfrm xmlns:a="http://schemas.openxmlformats.org/drawingml/2006/main">
            <a:off x="781050" y="3648075"/>
            <a:ext cx="5619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07      connection.close()</a:t>
            </a:r>
          </a:p>
        </p:txBody>
      </p:sp>
      <p:sp>
        <p:nvSpPr>
          <p:cNvPr id="16" name="">
            <a:extLst xmlns:a="http://schemas.openxmlformats.org/drawingml/2006/main">
              <a:ext uri="{FF2B5EF4-FFF2-40B4-BE49-F238E27FC236}">
                <a16:creationId xmlns:a16="http://schemas.microsoft.com/office/drawing/2014/main" id="{0A54CF4A-2A01-4B38-9CCE-268FE8E1C8BA}"/>
              </a:ext>
            </a:extLst>
          </p:cNvPr>
          <p:cNvSpPr>
            <a:spLocks xmlns:a="http://schemas.openxmlformats.org/drawingml/2006/main" noGrp="1"/>
          </p:cNvSpPr>
          <p:nvPr/>
        </p:nvSpPr>
        <p:spPr>
          <a:xfrm xmlns:a="http://schemas.openxmlformats.org/drawingml/2006/main">
            <a:off x="781050" y="3905250"/>
            <a:ext cx="5619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08  </a:t>
            </a:r>
          </a:p>
        </p:txBody>
      </p:sp>
      <p:sp>
        <p:nvSpPr>
          <p:cNvPr id="17" name="">
            <a:extLst xmlns:a="http://schemas.openxmlformats.org/drawingml/2006/main">
              <a:ext uri="{FF2B5EF4-FFF2-40B4-BE49-F238E27FC236}">
                <a16:creationId xmlns:a16="http://schemas.microsoft.com/office/drawing/2014/main" id="{FE1A2AE9-E0E9-4787-9E8A-62BC30AF41B0}"/>
              </a:ext>
            </a:extLst>
          </p:cNvPr>
          <p:cNvSpPr>
            <a:spLocks xmlns:a="http://schemas.openxmlformats.org/drawingml/2006/main" noGrp="1"/>
          </p:cNvSpPr>
          <p:nvPr/>
        </p:nvSpPr>
        <p:spPr>
          <a:xfrm xmlns:a="http://schemas.openxmlformats.org/drawingml/2006/main">
            <a:off x="781050" y="4162425"/>
            <a:ext cx="5619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09  return jsonify(success=True, data={</a:t>
            </a:r>
          </a:p>
        </p:txBody>
      </p:sp>
      <p:sp>
        <p:nvSpPr>
          <p:cNvPr id="18" name="">
            <a:extLst xmlns:a="http://schemas.openxmlformats.org/drawingml/2006/main">
              <a:ext uri="{FF2B5EF4-FFF2-40B4-BE49-F238E27FC236}">
                <a16:creationId xmlns:a16="http://schemas.microsoft.com/office/drawing/2014/main" id="{B299E9DC-96E0-446B-B3F9-57458EED3BCA}"/>
              </a:ext>
            </a:extLst>
          </p:cNvPr>
          <p:cNvSpPr>
            <a:spLocks xmlns:a="http://schemas.openxmlformats.org/drawingml/2006/main" noGrp="1"/>
          </p:cNvSpPr>
          <p:nvPr/>
        </p:nvSpPr>
        <p:spPr>
          <a:xfrm xmlns:a="http://schemas.openxmlformats.org/drawingml/2006/main">
            <a:off x="781050" y="4419600"/>
            <a:ext cx="5619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10      "groups": rows,</a:t>
            </a:r>
          </a:p>
        </p:txBody>
      </p:sp>
      <p:sp>
        <p:nvSpPr>
          <p:cNvPr id="19" name="">
            <a:extLst xmlns:a="http://schemas.openxmlformats.org/drawingml/2006/main">
              <a:ext uri="{FF2B5EF4-FFF2-40B4-BE49-F238E27FC236}">
                <a16:creationId xmlns:a16="http://schemas.microsoft.com/office/drawing/2014/main" id="{EC63F7D9-0254-4440-B540-B445A23288E4}"/>
              </a:ext>
            </a:extLst>
          </p:cNvPr>
          <p:cNvSpPr>
            <a:spLocks xmlns:a="http://schemas.openxmlformats.org/drawingml/2006/main" noGrp="1"/>
          </p:cNvSpPr>
          <p:nvPr/>
        </p:nvSpPr>
        <p:spPr>
          <a:xfrm xmlns:a="http://schemas.openxmlformats.org/drawingml/2006/main">
            <a:off x="781050" y="4676775"/>
            <a:ext cx="5619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11      "pagination": {"page": page, "limit": requested_limit,</a:t>
            </a:r>
          </a:p>
        </p:txBody>
      </p:sp>
      <p:sp>
        <p:nvSpPr>
          <p:cNvPr id="20" name="">
            <a:extLst xmlns:a="http://schemas.openxmlformats.org/drawingml/2006/main">
              <a:ext uri="{FF2B5EF4-FFF2-40B4-BE49-F238E27FC236}">
                <a16:creationId xmlns:a16="http://schemas.microsoft.com/office/drawing/2014/main" id="{FDADDC2B-BEBD-40C9-815D-61C66668CA2C}"/>
              </a:ext>
            </a:extLst>
          </p:cNvPr>
          <p:cNvSpPr>
            <a:spLocks xmlns:a="http://schemas.openxmlformats.org/drawingml/2006/main" noGrp="1"/>
          </p:cNvSpPr>
          <p:nvPr/>
        </p:nvSpPr>
        <p:spPr>
          <a:xfrm xmlns:a="http://schemas.openxmlformats.org/drawingml/2006/main">
            <a:off x="781050" y="4933950"/>
            <a:ext cx="5619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12                     "total_items": total_items,</a:t>
            </a:r>
          </a:p>
        </p:txBody>
      </p:sp>
      <p:sp>
        <p:nvSpPr>
          <p:cNvPr id="21" name="">
            <a:extLst xmlns:a="http://schemas.openxmlformats.org/drawingml/2006/main">
              <a:ext uri="{FF2B5EF4-FFF2-40B4-BE49-F238E27FC236}">
                <a16:creationId xmlns:a16="http://schemas.microsoft.com/office/drawing/2014/main" id="{5F34117B-76B9-4ED3-B353-871B1F78CE6D}"/>
              </a:ext>
            </a:extLst>
          </p:cNvPr>
          <p:cNvSpPr>
            <a:spLocks xmlns:a="http://schemas.openxmlformats.org/drawingml/2006/main" noGrp="1"/>
          </p:cNvSpPr>
          <p:nvPr/>
        </p:nvSpPr>
        <p:spPr>
          <a:xfrm xmlns:a="http://schemas.openxmlformats.org/drawingml/2006/main">
            <a:off x="781050" y="5191125"/>
            <a:ext cx="5619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13                     "total_pages": total_pages}</a:t>
            </a:r>
          </a:p>
        </p:txBody>
      </p:sp>
      <p:sp>
        <p:nvSpPr>
          <p:cNvPr id="22" name="">
            <a:extLst xmlns:a="http://schemas.openxmlformats.org/drawingml/2006/main">
              <a:ext uri="{FF2B5EF4-FFF2-40B4-BE49-F238E27FC236}">
                <a16:creationId xmlns:a16="http://schemas.microsoft.com/office/drawing/2014/main" id="{7966DF77-D69F-4B6D-877E-F452D1ECE0B5}"/>
              </a:ext>
            </a:extLst>
          </p:cNvPr>
          <p:cNvSpPr>
            <a:spLocks xmlns:a="http://schemas.openxmlformats.org/drawingml/2006/main" noGrp="1"/>
          </p:cNvSpPr>
          <p:nvPr/>
        </p:nvSpPr>
        <p:spPr>
          <a:xfrm xmlns:a="http://schemas.openxmlformats.org/drawingml/2006/main">
            <a:off x="781050" y="5448300"/>
            <a:ext cx="5619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14  })</a:t>
            </a:r>
          </a:p>
        </p:txBody>
      </p:sp>
      <p:sp>
        <p:nvSpPr>
          <p:cNvPr id="23" name="workflow-json">
            <a:extLst xmlns:a="http://schemas.openxmlformats.org/drawingml/2006/main">
              <a:ext uri="{FF2B5EF4-FFF2-40B4-BE49-F238E27FC236}">
                <a16:creationId xmlns:a16="http://schemas.microsoft.com/office/drawing/2014/main" id="{167BE818-3FBD-411F-A6B6-6844A37D1A0F}"/>
              </a:ext>
            </a:extLst>
          </p:cNvPr>
          <p:cNvSpPr>
            <a:spLocks xmlns:a="http://schemas.openxmlformats.org/drawingml/2006/main" noGrp="1"/>
          </p:cNvSpPr>
          <p:nvPr/>
        </p:nvSpPr>
        <p:spPr>
          <a:xfrm xmlns:a="http://schemas.openxmlformats.org/drawingml/2006/main">
            <a:off x="6858000" y="1657350"/>
            <a:ext cx="4724400" cy="4476750"/>
          </a:xfrm>
          <a:prstGeom xmlns:a="http://schemas.openxmlformats.org/drawingml/2006/main" prst="roundRect">
            <a:avLst>
              <a:gd name="adj" fmla="val 1702"/>
            </a:avLst>
          </a:prstGeom>
          <a:solidFill xmlns:a="http://schemas.openxmlformats.org/drawingml/2006/main">
            <a:srgbClr val="0A1711"/>
          </a:solidFill>
          <a:ln xmlns:a="http://schemas.openxmlformats.org/drawingml/2006/main" w="9525">
            <a:solidFill>
              <a:srgbClr val="1E3B2D"/>
            </a:solidFill>
            <a:prstDash val="solid"/>
          </a:ln>
        </p:spPr>
      </p:sp>
      <p:sp>
        <p:nvSpPr>
          <p:cNvPr id="24" name="">
            <a:extLst xmlns:a="http://schemas.openxmlformats.org/drawingml/2006/main">
              <a:ext uri="{FF2B5EF4-FFF2-40B4-BE49-F238E27FC236}">
                <a16:creationId xmlns:a16="http://schemas.microsoft.com/office/drawing/2014/main" id="{6CFB1BE2-4389-4BA2-9856-EBA896316A52}"/>
              </a:ext>
            </a:extLst>
          </p:cNvPr>
          <p:cNvSpPr>
            <a:spLocks xmlns:a="http://schemas.openxmlformats.org/drawingml/2006/main" noGrp="1"/>
          </p:cNvSpPr>
          <p:nvPr/>
        </p:nvSpPr>
        <p:spPr>
          <a:xfrm xmlns:a="http://schemas.openxmlformats.org/drawingml/2006/main">
            <a:off x="7105650" y="1943100"/>
            <a:ext cx="422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EEE1C8"/>
                </a:solidFill>
              </a:defRPr>
            </a:pPr>
            <a:r>
              <a:rPr sz="975" b="1" i="0">
                <a:solidFill>
                  <a:srgbClr val="EEE1C8"/>
                </a:solidFill>
              </a:rPr>
              <a:t>HTTP 200 · application/json</a:t>
            </a:r>
          </a:p>
        </p:txBody>
      </p:sp>
      <p:sp>
        <p:nvSpPr>
          <p:cNvPr id="25" name="">
            <a:extLst xmlns:a="http://schemas.openxmlformats.org/drawingml/2006/main">
              <a:ext uri="{FF2B5EF4-FFF2-40B4-BE49-F238E27FC236}">
                <a16:creationId xmlns:a16="http://schemas.microsoft.com/office/drawing/2014/main" id="{D4EA2225-31B7-4EF4-B9AB-C527F7908441}"/>
              </a:ext>
            </a:extLst>
          </p:cNvPr>
          <p:cNvSpPr>
            <a:spLocks xmlns:a="http://schemas.openxmlformats.org/drawingml/2006/main" noGrp="1"/>
          </p:cNvSpPr>
          <p:nvPr/>
        </p:nvSpPr>
        <p:spPr>
          <a:xfrm xmlns:a="http://schemas.openxmlformats.org/drawingml/2006/main">
            <a:off x="7181850" y="23812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DCE7DF"/>
                </a:solidFill>
              </a:defRPr>
            </a:pPr>
            <a:r>
              <a:rPr sz="1125" b="0" i="0">
                <a:solidFill>
                  <a:srgbClr val="DCE7DF"/>
                </a:solidFill>
              </a:rPr>
              <a:t>{</a:t>
            </a:r>
          </a:p>
        </p:txBody>
      </p:sp>
      <p:sp>
        <p:nvSpPr>
          <p:cNvPr id="26" name="">
            <a:extLst xmlns:a="http://schemas.openxmlformats.org/drawingml/2006/main">
              <a:ext uri="{FF2B5EF4-FFF2-40B4-BE49-F238E27FC236}">
                <a16:creationId xmlns:a16="http://schemas.microsoft.com/office/drawing/2014/main" id="{5E95C721-DA8A-465C-8A6D-71ADBE80A9C4}"/>
              </a:ext>
            </a:extLst>
          </p:cNvPr>
          <p:cNvSpPr>
            <a:spLocks xmlns:a="http://schemas.openxmlformats.org/drawingml/2006/main" noGrp="1"/>
          </p:cNvSpPr>
          <p:nvPr/>
        </p:nvSpPr>
        <p:spPr>
          <a:xfrm xmlns:a="http://schemas.openxmlformats.org/drawingml/2006/main">
            <a:off x="7181850" y="263842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EEE1C8"/>
                </a:solidFill>
              </a:defRPr>
            </a:pPr>
            <a:r>
              <a:rPr sz="1125" b="0" i="0">
                <a:solidFill>
                  <a:srgbClr val="EEE1C8"/>
                </a:solidFill>
              </a:rPr>
              <a:t>  "success": true,</a:t>
            </a:r>
          </a:p>
        </p:txBody>
      </p:sp>
      <p:sp>
        <p:nvSpPr>
          <p:cNvPr id="27" name="">
            <a:extLst xmlns:a="http://schemas.openxmlformats.org/drawingml/2006/main">
              <a:ext uri="{FF2B5EF4-FFF2-40B4-BE49-F238E27FC236}">
                <a16:creationId xmlns:a16="http://schemas.microsoft.com/office/drawing/2014/main" id="{33F1FD2F-9512-4DCC-9781-DABCA9610593}"/>
              </a:ext>
            </a:extLst>
          </p:cNvPr>
          <p:cNvSpPr>
            <a:spLocks xmlns:a="http://schemas.openxmlformats.org/drawingml/2006/main" noGrp="1"/>
          </p:cNvSpPr>
          <p:nvPr/>
        </p:nvSpPr>
        <p:spPr>
          <a:xfrm xmlns:a="http://schemas.openxmlformats.org/drawingml/2006/main">
            <a:off x="7181850" y="28956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DCE7DF"/>
                </a:solidFill>
              </a:defRPr>
            </a:pPr>
            <a:r>
              <a:rPr sz="1125" b="0" i="0">
                <a:solidFill>
                  <a:srgbClr val="DCE7DF"/>
                </a:solidFill>
              </a:rPr>
              <a:t>  "data": {</a:t>
            </a:r>
          </a:p>
        </p:txBody>
      </p:sp>
      <p:sp>
        <p:nvSpPr>
          <p:cNvPr id="28" name="">
            <a:extLst xmlns:a="http://schemas.openxmlformats.org/drawingml/2006/main">
              <a:ext uri="{FF2B5EF4-FFF2-40B4-BE49-F238E27FC236}">
                <a16:creationId xmlns:a16="http://schemas.microsoft.com/office/drawing/2014/main" id="{FBAE4B26-588D-4A67-92AC-F915DB433345}"/>
              </a:ext>
            </a:extLst>
          </p:cNvPr>
          <p:cNvSpPr>
            <a:spLocks xmlns:a="http://schemas.openxmlformats.org/drawingml/2006/main" noGrp="1"/>
          </p:cNvSpPr>
          <p:nvPr/>
        </p:nvSpPr>
        <p:spPr>
          <a:xfrm xmlns:a="http://schemas.openxmlformats.org/drawingml/2006/main">
            <a:off x="7181850" y="31527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DCE7DF"/>
                </a:solidFill>
              </a:defRPr>
            </a:pPr>
            <a:r>
              <a:rPr sz="1125" b="0" i="0">
                <a:solidFill>
                  <a:srgbClr val="DCE7DF"/>
                </a:solidFill>
              </a:rPr>
              <a:t>    "groups": [ { ... } ],</a:t>
            </a:r>
          </a:p>
        </p:txBody>
      </p:sp>
      <p:sp>
        <p:nvSpPr>
          <p:cNvPr id="29" name="">
            <a:extLst xmlns:a="http://schemas.openxmlformats.org/drawingml/2006/main">
              <a:ext uri="{FF2B5EF4-FFF2-40B4-BE49-F238E27FC236}">
                <a16:creationId xmlns:a16="http://schemas.microsoft.com/office/drawing/2014/main" id="{3AD4D51A-422D-4AA7-84C5-7E6AD69EA5A1}"/>
              </a:ext>
            </a:extLst>
          </p:cNvPr>
          <p:cNvSpPr>
            <a:spLocks xmlns:a="http://schemas.openxmlformats.org/drawingml/2006/main" noGrp="1"/>
          </p:cNvSpPr>
          <p:nvPr/>
        </p:nvSpPr>
        <p:spPr>
          <a:xfrm xmlns:a="http://schemas.openxmlformats.org/drawingml/2006/main">
            <a:off x="7181850" y="3409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DCE7DF"/>
                </a:solidFill>
              </a:defRPr>
            </a:pPr>
            <a:r>
              <a:rPr sz="1125" b="0" i="0">
                <a:solidFill>
                  <a:srgbClr val="DCE7DF"/>
                </a:solidFill>
              </a:rPr>
              <a:t>    "pagination": {</a:t>
            </a:r>
          </a:p>
        </p:txBody>
      </p:sp>
      <p:sp>
        <p:nvSpPr>
          <p:cNvPr id="30" name="">
            <a:extLst xmlns:a="http://schemas.openxmlformats.org/drawingml/2006/main">
              <a:ext uri="{FF2B5EF4-FFF2-40B4-BE49-F238E27FC236}">
                <a16:creationId xmlns:a16="http://schemas.microsoft.com/office/drawing/2014/main" id="{58BCB2C1-D50D-4F3E-AE8D-6720FBAF316E}"/>
              </a:ext>
            </a:extLst>
          </p:cNvPr>
          <p:cNvSpPr>
            <a:spLocks xmlns:a="http://schemas.openxmlformats.org/drawingml/2006/main" noGrp="1"/>
          </p:cNvSpPr>
          <p:nvPr/>
        </p:nvSpPr>
        <p:spPr>
          <a:xfrm xmlns:a="http://schemas.openxmlformats.org/drawingml/2006/main">
            <a:off x="7181850" y="366712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DCE7DF"/>
                </a:solidFill>
              </a:defRPr>
            </a:pPr>
            <a:r>
              <a:rPr sz="1125" b="0" i="0">
                <a:solidFill>
                  <a:srgbClr val="DCE7DF"/>
                </a:solidFill>
              </a:rPr>
              <a:t>      "page": 1,</a:t>
            </a:r>
          </a:p>
        </p:txBody>
      </p:sp>
      <p:sp>
        <p:nvSpPr>
          <p:cNvPr id="31" name="">
            <a:extLst xmlns:a="http://schemas.openxmlformats.org/drawingml/2006/main">
              <a:ext uri="{FF2B5EF4-FFF2-40B4-BE49-F238E27FC236}">
                <a16:creationId xmlns:a16="http://schemas.microsoft.com/office/drawing/2014/main" id="{3DAD9B53-EFF3-4B6A-BC47-C1CB4166DCA2}"/>
              </a:ext>
            </a:extLst>
          </p:cNvPr>
          <p:cNvSpPr>
            <a:spLocks xmlns:a="http://schemas.openxmlformats.org/drawingml/2006/main" noGrp="1"/>
          </p:cNvSpPr>
          <p:nvPr/>
        </p:nvSpPr>
        <p:spPr>
          <a:xfrm xmlns:a="http://schemas.openxmlformats.org/drawingml/2006/main">
            <a:off x="7181850" y="39243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DCE7DF"/>
                </a:solidFill>
              </a:defRPr>
            </a:pPr>
            <a:r>
              <a:rPr sz="1125" b="0" i="0">
                <a:solidFill>
                  <a:srgbClr val="DCE7DF"/>
                </a:solidFill>
              </a:rPr>
              <a:t>      "limit": 100,</a:t>
            </a:r>
          </a:p>
        </p:txBody>
      </p:sp>
      <p:sp>
        <p:nvSpPr>
          <p:cNvPr id="32" name="">
            <a:extLst xmlns:a="http://schemas.openxmlformats.org/drawingml/2006/main">
              <a:ext uri="{FF2B5EF4-FFF2-40B4-BE49-F238E27FC236}">
                <a16:creationId xmlns:a16="http://schemas.microsoft.com/office/drawing/2014/main" id="{692FA198-19FB-4849-A645-DA757C839DE3}"/>
              </a:ext>
            </a:extLst>
          </p:cNvPr>
          <p:cNvSpPr>
            <a:spLocks xmlns:a="http://schemas.openxmlformats.org/drawingml/2006/main" noGrp="1"/>
          </p:cNvSpPr>
          <p:nvPr/>
        </p:nvSpPr>
        <p:spPr>
          <a:xfrm xmlns:a="http://schemas.openxmlformats.org/drawingml/2006/main">
            <a:off x="7181850" y="41814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DCE7DF"/>
                </a:solidFill>
              </a:defRPr>
            </a:pPr>
            <a:r>
              <a:rPr sz="1125" b="0" i="0">
                <a:solidFill>
                  <a:srgbClr val="DCE7DF"/>
                </a:solidFill>
              </a:rPr>
              <a:t>      "total_items": 1557,</a:t>
            </a:r>
          </a:p>
        </p:txBody>
      </p:sp>
      <p:sp>
        <p:nvSpPr>
          <p:cNvPr id="33" name="">
            <a:extLst xmlns:a="http://schemas.openxmlformats.org/drawingml/2006/main">
              <a:ext uri="{FF2B5EF4-FFF2-40B4-BE49-F238E27FC236}">
                <a16:creationId xmlns:a16="http://schemas.microsoft.com/office/drawing/2014/main" id="{03BAF317-4813-4BDA-8208-EF3A11BD3486}"/>
              </a:ext>
            </a:extLst>
          </p:cNvPr>
          <p:cNvSpPr>
            <a:spLocks xmlns:a="http://schemas.openxmlformats.org/drawingml/2006/main" noGrp="1"/>
          </p:cNvSpPr>
          <p:nvPr/>
        </p:nvSpPr>
        <p:spPr>
          <a:xfrm xmlns:a="http://schemas.openxmlformats.org/drawingml/2006/main">
            <a:off x="7181850" y="44386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DCE7DF"/>
                </a:solidFill>
              </a:defRPr>
            </a:pPr>
            <a:r>
              <a:rPr sz="1125" b="0" i="0">
                <a:solidFill>
                  <a:srgbClr val="DCE7DF"/>
                </a:solidFill>
              </a:rPr>
              <a:t>      "total_pages": 16</a:t>
            </a:r>
          </a:p>
        </p:txBody>
      </p:sp>
      <p:sp>
        <p:nvSpPr>
          <p:cNvPr id="34" name="">
            <a:extLst xmlns:a="http://schemas.openxmlformats.org/drawingml/2006/main">
              <a:ext uri="{FF2B5EF4-FFF2-40B4-BE49-F238E27FC236}">
                <a16:creationId xmlns:a16="http://schemas.microsoft.com/office/drawing/2014/main" id="{EF53362A-179D-48DE-937D-65EDB4ABB701}"/>
              </a:ext>
            </a:extLst>
          </p:cNvPr>
          <p:cNvSpPr>
            <a:spLocks xmlns:a="http://schemas.openxmlformats.org/drawingml/2006/main" noGrp="1"/>
          </p:cNvSpPr>
          <p:nvPr/>
        </p:nvSpPr>
        <p:spPr>
          <a:xfrm xmlns:a="http://schemas.openxmlformats.org/drawingml/2006/main">
            <a:off x="7181850" y="469582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DCE7DF"/>
                </a:solidFill>
              </a:defRPr>
            </a:pPr>
            <a:r>
              <a:rPr sz="1125" b="0" i="0">
                <a:solidFill>
                  <a:srgbClr val="DCE7DF"/>
                </a:solidFill>
              </a:rPr>
              <a:t>    }</a:t>
            </a:r>
          </a:p>
        </p:txBody>
      </p:sp>
      <p:sp>
        <p:nvSpPr>
          <p:cNvPr id="35" name="">
            <a:extLst xmlns:a="http://schemas.openxmlformats.org/drawingml/2006/main">
              <a:ext uri="{FF2B5EF4-FFF2-40B4-BE49-F238E27FC236}">
                <a16:creationId xmlns:a16="http://schemas.microsoft.com/office/drawing/2014/main" id="{24588077-BB03-437A-935C-D36F8246075B}"/>
              </a:ext>
            </a:extLst>
          </p:cNvPr>
          <p:cNvSpPr>
            <a:spLocks xmlns:a="http://schemas.openxmlformats.org/drawingml/2006/main" noGrp="1"/>
          </p:cNvSpPr>
          <p:nvPr/>
        </p:nvSpPr>
        <p:spPr>
          <a:xfrm xmlns:a="http://schemas.openxmlformats.org/drawingml/2006/main">
            <a:off x="7181850" y="49530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DCE7DF"/>
                </a:solidFill>
              </a:defRPr>
            </a:pPr>
            <a:r>
              <a:rPr sz="1125" b="0" i="0">
                <a:solidFill>
                  <a:srgbClr val="DCE7DF"/>
                </a:solidFill>
              </a:rPr>
              <a:t>  }</a:t>
            </a:r>
          </a:p>
        </p:txBody>
      </p:sp>
      <p:sp>
        <p:nvSpPr>
          <p:cNvPr id="36" name="">
            <a:extLst xmlns:a="http://schemas.openxmlformats.org/drawingml/2006/main">
              <a:ext uri="{FF2B5EF4-FFF2-40B4-BE49-F238E27FC236}">
                <a16:creationId xmlns:a16="http://schemas.microsoft.com/office/drawing/2014/main" id="{DB556B13-39F8-486B-9892-8F46D30C68D2}"/>
              </a:ext>
            </a:extLst>
          </p:cNvPr>
          <p:cNvSpPr>
            <a:spLocks xmlns:a="http://schemas.openxmlformats.org/drawingml/2006/main" noGrp="1"/>
          </p:cNvSpPr>
          <p:nvPr/>
        </p:nvSpPr>
        <p:spPr>
          <a:xfrm xmlns:a="http://schemas.openxmlformats.org/drawingml/2006/main">
            <a:off x="7181850" y="52101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DCE7DF"/>
                </a:solidFill>
              </a:defRPr>
            </a:pPr>
            <a:r>
              <a:rPr sz="1125" b="0" i="0">
                <a:solidFill>
                  <a:srgbClr val="DCE7DF"/>
                </a:solidFill>
              </a:rPr>
              <a:t>}</a:t>
            </a:r>
          </a:p>
        </p:txBody>
      </p:sp>
      <p:sp>
        <p:nvSpPr>
          <p:cNvPr id="37" name="">
            <a:extLst xmlns:a="http://schemas.openxmlformats.org/drawingml/2006/main">
              <a:ext uri="{FF2B5EF4-FFF2-40B4-BE49-F238E27FC236}">
                <a16:creationId xmlns:a16="http://schemas.microsoft.com/office/drawing/2014/main" id="{D99D56DC-0EF9-4FA6-A893-F577606AB3D4}"/>
              </a:ext>
            </a:extLst>
          </p:cNvPr>
          <p:cNvSpPr>
            <a:spLocks xmlns:a="http://schemas.openxmlformats.org/drawingml/2006/main" noGrp="1"/>
          </p:cNvSpPr>
          <p:nvPr/>
        </p:nvSpPr>
        <p:spPr>
          <a:xfrm xmlns:a="http://schemas.openxmlformats.org/drawingml/2006/main">
            <a:off x="7143750" y="558165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i="0">
                <a:solidFill>
                  <a:srgbClr val="AFC0B5"/>
                </a:solidFill>
              </a:defRPr>
            </a:pPr>
            <a:r>
              <a:rPr sz="975" b="0" i="0">
                <a:solidFill>
                  <a:srgbClr val="AFC0B5"/>
                </a:solidFill>
              </a:rPr>
              <a:t>Decimal values are preserved as strings; byte values are decoded as UTF-8 before JSON serialization.</a:t>
            </a:r>
          </a:p>
        </p:txBody>
      </p:sp>
      <p:sp>
        <p:nvSpPr>
          <p:cNvPr id="38" name="">
            <a:extLst xmlns:a="http://schemas.openxmlformats.org/drawingml/2006/main">
              <a:ext uri="{FF2B5EF4-FFF2-40B4-BE49-F238E27FC236}">
                <a16:creationId xmlns:a16="http://schemas.microsoft.com/office/drawing/2014/main" id="{417EAD71-5347-40E6-AE46-812AC326B129}"/>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409206269"/>
      </p:ext>
    </p:extLst>
  </p:cSld>
</p:sld>
</file>

<file path=ppt/slides/slide3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0" name="top-accent">
            <a:extLst xmlns:a="http://schemas.openxmlformats.org/drawingml/2006/main">
              <a:ext uri="{FF2B5EF4-FFF2-40B4-BE49-F238E27FC236}">
                <a16:creationId xmlns:a16="http://schemas.microsoft.com/office/drawing/2014/main" id="{76050FA5-50A3-46C1-9113-743D82F3552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AAEA430E-8D9B-4ABA-A76F-1F0232DA2616}"/>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4 · BACKEND</a:t>
            </a:r>
          </a:p>
        </p:txBody>
      </p:sp>
      <p:sp>
        <p:nvSpPr>
          <p:cNvPr id="3" name="slide-number">
            <a:extLst xmlns:a="http://schemas.openxmlformats.org/drawingml/2006/main">
              <a:ext uri="{FF2B5EF4-FFF2-40B4-BE49-F238E27FC236}">
                <a16:creationId xmlns:a16="http://schemas.microsoft.com/office/drawing/2014/main" id="{6BD13A1D-3214-4833-9B1E-6E44C857765F}"/>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33</a:t>
            </a:r>
          </a:p>
        </p:txBody>
      </p:sp>
      <p:sp>
        <p:nvSpPr>
          <p:cNvPr id="4" name="slide-title">
            <a:extLst xmlns:a="http://schemas.openxmlformats.org/drawingml/2006/main">
              <a:ext uri="{FF2B5EF4-FFF2-40B4-BE49-F238E27FC236}">
                <a16:creationId xmlns:a16="http://schemas.microsoft.com/office/drawing/2014/main" id="{9F10B9FB-4200-4557-B924-7C27DAC4AF66}"/>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The live explorer filters locally after paginated API loading</a:t>
            </a:r>
          </a:p>
        </p:txBody>
      </p:sp>
      <p:sp>
        <p:nvSpPr>
          <p:cNvPr id="5" name="slide-subtitle">
            <a:extLst xmlns:a="http://schemas.openxmlformats.org/drawingml/2006/main">
              <a:ext uri="{FF2B5EF4-FFF2-40B4-BE49-F238E27FC236}">
                <a16:creationId xmlns:a16="http://schemas.microsoft.com/office/drawing/2014/main" id="{8CE1517C-674A-4DA9-A80E-030FDB1BE2C3}"/>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The current UI and the backend’s optional server-side filters are both real—but they are different paths.</a:t>
            </a:r>
          </a:p>
        </p:txBody>
      </p:sp>
      <p:sp>
        <p:nvSpPr>
          <p:cNvPr id="6" name="workflow-frontend">
            <a:extLst xmlns:a="http://schemas.openxmlformats.org/drawingml/2006/main">
              <a:ext uri="{FF2B5EF4-FFF2-40B4-BE49-F238E27FC236}">
                <a16:creationId xmlns:a16="http://schemas.microsoft.com/office/drawing/2014/main" id="{BB89A7E1-EA1A-4326-8B62-BC0ED02D86CE}"/>
              </a:ext>
            </a:extLst>
          </p:cNvPr>
          <p:cNvSpPr>
            <a:spLocks xmlns:a="http://schemas.openxmlformats.org/drawingml/2006/main" noGrp="1"/>
          </p:cNvSpPr>
          <p:nvPr/>
        </p:nvSpPr>
        <p:spPr>
          <a:xfrm xmlns:a="http://schemas.openxmlformats.org/drawingml/2006/main">
            <a:off x="609600" y="1752600"/>
            <a:ext cx="5238750" cy="4000500"/>
          </a:xfrm>
          <a:prstGeom xmlns:a="http://schemas.openxmlformats.org/drawingml/2006/main" prst="roundRect">
            <a:avLst>
              <a:gd name="adj" fmla="val 1905"/>
            </a:avLst>
          </a:prstGeom>
          <a:solidFill xmlns:a="http://schemas.openxmlformats.org/drawingml/2006/main">
            <a:srgbClr val="071B12"/>
          </a:solidFill>
          <a:ln xmlns:a="http://schemas.openxmlformats.org/drawingml/2006/main" w="9525">
            <a:solidFill>
              <a:srgbClr val="315440"/>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45767b4d666947b1"/>
          <a:srcRect xmlns:a="http://schemas.openxmlformats.org/drawingml/2006/main" l="8369" t="0" r="8369" b="0"/>
          <a:stretch xmlns:a="http://schemas.openxmlformats.org/drawingml/2006/main">
            <a:fillRect l="0" t="0" r="0" b="0"/>
          </a:stretch>
        </p:blipFill>
        <p:spPr>
          <a:xfrm xmlns:a="http://schemas.openxmlformats.org/drawingml/2006/main">
            <a:off x="742950" y="1885950"/>
            <a:ext cx="4972050" cy="3733800"/>
          </a:xfrm>
          <a:prstGeom xmlns:a="http://schemas.openxmlformats.org/drawingml/2006/main" prst="roundRect">
            <a:avLst/>
          </a:prstGeom>
        </p:spPr>
      </p:pic>
      <p:sp>
        <p:nvSpPr>
          <p:cNvPr id="8" name="filter-paths">
            <a:extLst xmlns:a="http://schemas.openxmlformats.org/drawingml/2006/main">
              <a:ext uri="{FF2B5EF4-FFF2-40B4-BE49-F238E27FC236}">
                <a16:creationId xmlns:a16="http://schemas.microsoft.com/office/drawing/2014/main" id="{D0A29837-F77C-40BE-B722-C19EBDEF398C}"/>
              </a:ext>
            </a:extLst>
          </p:cNvPr>
          <p:cNvSpPr>
            <a:spLocks xmlns:a="http://schemas.openxmlformats.org/drawingml/2006/main" noGrp="1"/>
          </p:cNvSpPr>
          <p:nvPr/>
        </p:nvSpPr>
        <p:spPr>
          <a:xfrm xmlns:a="http://schemas.openxmlformats.org/drawingml/2006/main">
            <a:off x="6191250" y="1752600"/>
            <a:ext cx="5391150" cy="4000500"/>
          </a:xfrm>
          <a:prstGeom xmlns:a="http://schemas.openxmlformats.org/drawingml/2006/main" prst="roundRect">
            <a:avLst>
              <a:gd name="adj" fmla="val 1905"/>
            </a:avLst>
          </a:prstGeom>
          <a:solidFill xmlns:a="http://schemas.openxmlformats.org/drawingml/2006/main">
            <a:srgbClr val="FFFEFA"/>
          </a:solidFill>
          <a:ln xmlns:a="http://schemas.openxmlformats.org/drawingml/2006/main" w="9525">
            <a:solidFill>
              <a:srgbClr val="E5E1D8"/>
            </a:solidFill>
            <a:prstDash val="solid"/>
          </a:ln>
        </p:spPr>
      </p:sp>
      <p:sp>
        <p:nvSpPr>
          <p:cNvPr id="9" name="">
            <a:extLst xmlns:a="http://schemas.openxmlformats.org/drawingml/2006/main">
              <a:ext uri="{FF2B5EF4-FFF2-40B4-BE49-F238E27FC236}">
                <a16:creationId xmlns:a16="http://schemas.microsoft.com/office/drawing/2014/main" id="{CC7DC863-76FF-4D95-B965-30D330B0E79D}"/>
              </a:ext>
            </a:extLst>
          </p:cNvPr>
          <p:cNvSpPr>
            <a:spLocks xmlns:a="http://schemas.openxmlformats.org/drawingml/2006/main" noGrp="1"/>
          </p:cNvSpPr>
          <p:nvPr/>
        </p:nvSpPr>
        <p:spPr>
          <a:xfrm xmlns:a="http://schemas.openxmlformats.org/drawingml/2006/main">
            <a:off x="6477000" y="20383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CURRENT LIVE UI PATH</a:t>
            </a:r>
          </a:p>
        </p:txBody>
      </p:sp>
      <p:sp>
        <p:nvSpPr>
          <p:cNvPr id="10" name="">
            <a:extLst xmlns:a="http://schemas.openxmlformats.org/drawingml/2006/main">
              <a:ext uri="{FF2B5EF4-FFF2-40B4-BE49-F238E27FC236}">
                <a16:creationId xmlns:a16="http://schemas.microsoft.com/office/drawing/2014/main" id="{22024CAC-CAD4-4EA1-A718-38297F1C48B4}"/>
              </a:ext>
            </a:extLst>
          </p:cNvPr>
          <p:cNvSpPr>
            <a:spLocks xmlns:a="http://schemas.openxmlformats.org/drawingml/2006/main" noGrp="1"/>
          </p:cNvSpPr>
          <p:nvPr/>
        </p:nvSpPr>
        <p:spPr>
          <a:xfrm xmlns:a="http://schemas.openxmlformats.org/drawingml/2006/main">
            <a:off x="6477000" y="24003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i="0">
                <a:solidFill>
                  <a:srgbClr val="123524"/>
                </a:solidFill>
              </a:defRPr>
            </a:pPr>
            <a:r>
              <a:rPr sz="1125" b="1" i="0">
                <a:solidFill>
                  <a:srgbClr val="123524"/>
                </a:solidFill>
              </a:rPr>
              <a:t>load all /groups pages  →  normalize  →  filter state.groups  →  render table</a:t>
            </a:r>
          </a:p>
        </p:txBody>
      </p:sp>
      <p:sp>
        <p:nvSpPr>
          <p:cNvPr id="11" name="">
            <a:extLst xmlns:a="http://schemas.openxmlformats.org/drawingml/2006/main">
              <a:ext uri="{FF2B5EF4-FFF2-40B4-BE49-F238E27FC236}">
                <a16:creationId xmlns:a16="http://schemas.microsoft.com/office/drawing/2014/main" id="{5472B49A-1FA8-4244-8412-FB3855307432}"/>
              </a:ext>
            </a:extLst>
          </p:cNvPr>
          <p:cNvSpPr>
            <a:spLocks xmlns:a="http://schemas.openxmlformats.org/drawingml/2006/main" noGrp="1"/>
          </p:cNvSpPr>
          <p:nvPr/>
        </p:nvSpPr>
        <p:spPr>
          <a:xfrm xmlns:a="http://schemas.openxmlformats.org/drawingml/2006/main">
            <a:off x="6477000" y="3143250"/>
            <a:ext cx="481965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
        <p:nvSpPr>
          <p:cNvPr id="12" name="">
            <a:extLst xmlns:a="http://schemas.openxmlformats.org/drawingml/2006/main">
              <a:ext uri="{FF2B5EF4-FFF2-40B4-BE49-F238E27FC236}">
                <a16:creationId xmlns:a16="http://schemas.microsoft.com/office/drawing/2014/main" id="{F66788BD-5A31-4191-8D89-F271315851B5}"/>
              </a:ext>
            </a:extLst>
          </p:cNvPr>
          <p:cNvSpPr>
            <a:spLocks xmlns:a="http://schemas.openxmlformats.org/drawingml/2006/main" noGrp="1"/>
          </p:cNvSpPr>
          <p:nvPr/>
        </p:nvSpPr>
        <p:spPr>
          <a:xfrm xmlns:a="http://schemas.openxmlformats.org/drawingml/2006/main">
            <a:off x="6477000" y="33909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BACKEND FILTER CAPABILITY</a:t>
            </a:r>
          </a:p>
        </p:txBody>
      </p:sp>
      <p:sp>
        <p:nvSpPr>
          <p:cNvPr id="13" name="">
            <a:extLst xmlns:a="http://schemas.openxmlformats.org/drawingml/2006/main">
              <a:ext uri="{FF2B5EF4-FFF2-40B4-BE49-F238E27FC236}">
                <a16:creationId xmlns:a16="http://schemas.microsoft.com/office/drawing/2014/main" id="{C3E63DB7-A4F6-43BC-8570-5802008F6372}"/>
              </a:ext>
            </a:extLst>
          </p:cNvPr>
          <p:cNvSpPr>
            <a:spLocks xmlns:a="http://schemas.openxmlformats.org/drawingml/2006/main" noGrp="1"/>
          </p:cNvSpPr>
          <p:nvPr/>
        </p:nvSpPr>
        <p:spPr>
          <a:xfrm xmlns:a="http://schemas.openxmlformats.org/drawingml/2006/main">
            <a:off x="6477000" y="3752850"/>
            <a:ext cx="4819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123524"/>
                </a:solidFill>
              </a:defRPr>
            </a:pPr>
            <a:r>
              <a:rPr sz="1050" b="1" i="0">
                <a:solidFill>
                  <a:srgbClr val="123524"/>
                </a:solidFill>
              </a:rPr>
              <a:t>/api/groups?continent=Africa&amp;region=…&amp;search=…&amp;any_tpi=1</a:t>
            </a:r>
          </a:p>
        </p:txBody>
      </p:sp>
      <p:sp>
        <p:nvSpPr>
          <p:cNvPr id="14" name="">
            <a:extLst xmlns:a="http://schemas.openxmlformats.org/drawingml/2006/main">
              <a:ext uri="{FF2B5EF4-FFF2-40B4-BE49-F238E27FC236}">
                <a16:creationId xmlns:a16="http://schemas.microsoft.com/office/drawing/2014/main" id="{BB2018A4-5527-4049-8794-4BC6DDA2F5E6}"/>
              </a:ext>
            </a:extLst>
          </p:cNvPr>
          <p:cNvSpPr>
            <a:spLocks xmlns:a="http://schemas.openxmlformats.org/drawingml/2006/main" noGrp="1"/>
          </p:cNvSpPr>
          <p:nvPr/>
        </p:nvSpPr>
        <p:spPr>
          <a:xfrm xmlns:a="http://schemas.openxmlformats.org/drawingml/2006/main">
            <a:off x="6667500" y="4400550"/>
            <a:ext cx="4438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69746D"/>
                </a:solidFill>
              </a:defRPr>
            </a:pPr>
            <a:r>
              <a:rPr sz="1125" b="0" i="0">
                <a:solidFill>
                  <a:srgbClr val="69746D"/>
                </a:solidFill>
              </a:rPr>
              <a:t>Available for direct API use or a future server-filtered UI. The current interface keeps its existing client-side explorer behavior.</a:t>
            </a:r>
          </a:p>
        </p:txBody>
      </p:sp>
      <p:sp>
        <p:nvSpPr>
          <p:cNvPr id="15" name="">
            <a:extLst xmlns:a="http://schemas.openxmlformats.org/drawingml/2006/main">
              <a:ext uri="{FF2B5EF4-FFF2-40B4-BE49-F238E27FC236}">
                <a16:creationId xmlns:a16="http://schemas.microsoft.com/office/drawing/2014/main" id="{64E7CD4C-8295-4DB6-B876-068DD3AE3DBA}"/>
              </a:ext>
            </a:extLst>
          </p:cNvPr>
          <p:cNvSpPr>
            <a:spLocks xmlns:a="http://schemas.openxmlformats.org/drawingml/2006/main" noGrp="1"/>
          </p:cNvSpPr>
          <p:nvPr/>
        </p:nvSpPr>
        <p:spPr>
          <a:xfrm xmlns:a="http://schemas.openxmlformats.org/drawingml/2006/main">
            <a:off x="6896100" y="5257800"/>
            <a:ext cx="1504950" cy="285750"/>
          </a:xfrm>
          <a:prstGeom xmlns:a="http://schemas.openxmlformats.org/drawingml/2006/main" prst="roundRect">
            <a:avLst>
              <a:gd name="adj" fmla="val 26667"/>
            </a:avLst>
          </a:prstGeom>
          <a:solidFill xmlns:a="http://schemas.openxmlformats.org/drawingml/2006/main">
            <a:srgbClr val="C8A96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9F0A989-B0DF-4096-A455-19B102A0D33C}"/>
              </a:ext>
            </a:extLst>
          </p:cNvPr>
          <p:cNvSpPr>
            <a:spLocks xmlns:a="http://schemas.openxmlformats.org/drawingml/2006/main" noGrp="1"/>
          </p:cNvSpPr>
          <p:nvPr/>
        </p:nvSpPr>
        <p:spPr>
          <a:xfrm xmlns:a="http://schemas.openxmlformats.org/drawingml/2006/main">
            <a:off x="6991350" y="5314950"/>
            <a:ext cx="1314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071B12"/>
                </a:solidFill>
              </a:defRPr>
            </a:pPr>
            <a:r>
              <a:rPr sz="900" b="1" i="0">
                <a:solidFill>
                  <a:srgbClr val="071B12"/>
                </a:solidFill>
              </a:rPr>
              <a:t>Africa URL state</a:t>
            </a:r>
          </a:p>
        </p:txBody>
      </p:sp>
      <p:sp>
        <p:nvSpPr>
          <p:cNvPr id="17" name="">
            <a:extLst xmlns:a="http://schemas.openxmlformats.org/drawingml/2006/main">
              <a:ext uri="{FF2B5EF4-FFF2-40B4-BE49-F238E27FC236}">
                <a16:creationId xmlns:a16="http://schemas.microsoft.com/office/drawing/2014/main" id="{C2924B3A-EF50-4307-A4A7-3BF96D6685E6}"/>
              </a:ext>
            </a:extLst>
          </p:cNvPr>
          <p:cNvSpPr>
            <a:spLocks xmlns:a="http://schemas.openxmlformats.org/drawingml/2006/main" noGrp="1"/>
          </p:cNvSpPr>
          <p:nvPr/>
        </p:nvSpPr>
        <p:spPr>
          <a:xfrm xmlns:a="http://schemas.openxmlformats.org/drawingml/2006/main">
            <a:off x="8572500" y="5257800"/>
            <a:ext cx="1809750" cy="285750"/>
          </a:xfrm>
          <a:prstGeom xmlns:a="http://schemas.openxmlformats.org/drawingml/2006/main" prst="roundRect">
            <a:avLst>
              <a:gd name="adj" fmla="val 26667"/>
            </a:avLst>
          </a:prstGeom>
          <a:solidFill xmlns:a="http://schemas.openxmlformats.org/drawingml/2006/main">
            <a:srgbClr val="12352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647EBF4-0AB4-46BE-AA1D-C6DA0E83C1F9}"/>
              </a:ext>
            </a:extLst>
          </p:cNvPr>
          <p:cNvSpPr>
            <a:spLocks xmlns:a="http://schemas.openxmlformats.org/drawingml/2006/main" noGrp="1"/>
          </p:cNvSpPr>
          <p:nvPr/>
        </p:nvSpPr>
        <p:spPr>
          <a:xfrm xmlns:a="http://schemas.openxmlformats.org/drawingml/2006/main">
            <a:off x="8667750" y="531495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726 displayed records</a:t>
            </a:r>
          </a:p>
        </p:txBody>
      </p:sp>
      <p:sp>
        <p:nvSpPr>
          <p:cNvPr id="19" name="">
            <a:extLst xmlns:a="http://schemas.openxmlformats.org/drawingml/2006/main">
              <a:ext uri="{FF2B5EF4-FFF2-40B4-BE49-F238E27FC236}">
                <a16:creationId xmlns:a16="http://schemas.microsoft.com/office/drawing/2014/main" id="{D8EF5700-E418-486A-ADB8-C1B51C9D10EB}"/>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732099968"/>
      </p:ext>
    </p:extLst>
  </p:cSld>
</p:sld>
</file>

<file path=ppt/slides/slide3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3" name="top-accent">
            <a:extLst xmlns:a="http://schemas.openxmlformats.org/drawingml/2006/main">
              <a:ext uri="{FF2B5EF4-FFF2-40B4-BE49-F238E27FC236}">
                <a16:creationId xmlns:a16="http://schemas.microsoft.com/office/drawing/2014/main" id="{0786D32D-06A3-4DFB-B6D0-7FB05B4F109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856FE5DE-3BE6-4B6B-B200-7122BBEBCA67}"/>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4 · BACKEND</a:t>
            </a:r>
          </a:p>
        </p:txBody>
      </p:sp>
      <p:sp>
        <p:nvSpPr>
          <p:cNvPr id="3" name="slide-number">
            <a:extLst xmlns:a="http://schemas.openxmlformats.org/drawingml/2006/main">
              <a:ext uri="{FF2B5EF4-FFF2-40B4-BE49-F238E27FC236}">
                <a16:creationId xmlns:a16="http://schemas.microsoft.com/office/drawing/2014/main" id="{E97ED59F-39EC-4A6A-B561-0217FD4B5D1A}"/>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34</a:t>
            </a:r>
          </a:p>
        </p:txBody>
      </p:sp>
      <p:sp>
        <p:nvSpPr>
          <p:cNvPr id="4" name="slide-title">
            <a:extLst xmlns:a="http://schemas.openxmlformats.org/drawingml/2006/main">
              <a:ext uri="{FF2B5EF4-FFF2-40B4-BE49-F238E27FC236}">
                <a16:creationId xmlns:a16="http://schemas.microsoft.com/office/drawing/2014/main" id="{785216EA-806B-435F-8953-5EF8DD98A61A}"/>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Aggregate SQL powers the statistics dashboard</a:t>
            </a:r>
          </a:p>
        </p:txBody>
      </p:sp>
      <p:sp>
        <p:nvSpPr>
          <p:cNvPr id="5" name="slide-subtitle">
            <a:extLst xmlns:a="http://schemas.openxmlformats.org/drawingml/2006/main">
              <a:ext uri="{FF2B5EF4-FFF2-40B4-BE49-F238E27FC236}">
                <a16:creationId xmlns:a16="http://schemas.microsoft.com/office/drawing/2014/main" id="{A8768D80-9C5F-427D-83E4-F09DCA7BD067}"/>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COUNT, SUM, GROUP BY, ORDER BY, and LIMIT transform rows into research summaries.</a:t>
            </a:r>
          </a:p>
        </p:txBody>
      </p:sp>
      <p:sp>
        <p:nvSpPr>
          <p:cNvPr id="6" name="dev-code-panel">
            <a:extLst xmlns:a="http://schemas.openxmlformats.org/drawingml/2006/main">
              <a:ext uri="{FF2B5EF4-FFF2-40B4-BE49-F238E27FC236}">
                <a16:creationId xmlns:a16="http://schemas.microsoft.com/office/drawing/2014/main" id="{18EB5C73-DCD9-48D1-8848-770D4102917D}"/>
              </a:ext>
            </a:extLst>
          </p:cNvPr>
          <p:cNvSpPr>
            <a:spLocks xmlns:a="http://schemas.openxmlformats.org/drawingml/2006/main" noGrp="1"/>
          </p:cNvSpPr>
          <p:nvPr/>
        </p:nvSpPr>
        <p:spPr>
          <a:xfrm xmlns:a="http://schemas.openxmlformats.org/drawingml/2006/main">
            <a:off x="609600" y="1657350"/>
            <a:ext cx="5486400" cy="4476750"/>
          </a:xfrm>
          <a:prstGeom xmlns:a="http://schemas.openxmlformats.org/drawingml/2006/main" prst="roundRect">
            <a:avLst>
              <a:gd name="adj" fmla="val 1702"/>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429B0F87-69A4-4D9D-841C-618E26F6B79F}"/>
              </a:ext>
            </a:extLst>
          </p:cNvPr>
          <p:cNvSpPr>
            <a:spLocks xmlns:a="http://schemas.openxmlformats.org/drawingml/2006/main" noGrp="1"/>
          </p:cNvSpPr>
          <p:nvPr/>
        </p:nvSpPr>
        <p:spPr>
          <a:xfrm xmlns:a="http://schemas.openxmlformats.org/drawingml/2006/main">
            <a:off x="609600" y="1657350"/>
            <a:ext cx="54864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F912A48-062F-47AB-97A0-35A33FED2008}"/>
              </a:ext>
            </a:extLst>
          </p:cNvPr>
          <p:cNvSpPr>
            <a:spLocks xmlns:a="http://schemas.openxmlformats.org/drawingml/2006/main" noGrp="1"/>
          </p:cNvSpPr>
          <p:nvPr/>
        </p:nvSpPr>
        <p:spPr>
          <a:xfrm xmlns:a="http://schemas.openxmlformats.org/drawingml/2006/main">
            <a:off x="781050" y="1752600"/>
            <a:ext cx="514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backend-flask/routes/api.py · stats + top countries</a:t>
            </a:r>
          </a:p>
        </p:txBody>
      </p:sp>
      <p:sp>
        <p:nvSpPr>
          <p:cNvPr id="9" name="">
            <a:extLst xmlns:a="http://schemas.openxmlformats.org/drawingml/2006/main">
              <a:ext uri="{FF2B5EF4-FFF2-40B4-BE49-F238E27FC236}">
                <a16:creationId xmlns:a16="http://schemas.microsoft.com/office/drawing/2014/main" id="{7178554F-A567-405A-9E28-F3BA9409C436}"/>
              </a:ext>
            </a:extLst>
          </p:cNvPr>
          <p:cNvSpPr>
            <a:spLocks xmlns:a="http://schemas.openxmlformats.org/drawingml/2006/main" noGrp="1"/>
          </p:cNvSpPr>
          <p:nvPr/>
        </p:nvSpPr>
        <p:spPr>
          <a:xfrm xmlns:a="http://schemas.openxmlformats.org/drawingml/2006/main">
            <a:off x="781050" y="2105025"/>
            <a:ext cx="5200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C6A0F6"/>
                </a:solidFill>
              </a:defRPr>
            </a:pPr>
            <a:r>
              <a:rPr sz="1050" b="0" i="0">
                <a:solidFill>
                  <a:srgbClr val="C6A0F6"/>
                </a:solidFill>
              </a:rPr>
              <a:t>01  @api.get("/stats")</a:t>
            </a:r>
          </a:p>
        </p:txBody>
      </p:sp>
      <p:sp>
        <p:nvSpPr>
          <p:cNvPr id="10" name="">
            <a:extLst xmlns:a="http://schemas.openxmlformats.org/drawingml/2006/main">
              <a:ext uri="{FF2B5EF4-FFF2-40B4-BE49-F238E27FC236}">
                <a16:creationId xmlns:a16="http://schemas.microsoft.com/office/drawing/2014/main" id="{2459F6CB-D3E4-4486-ABE1-1EC8E34F01F6}"/>
              </a:ext>
            </a:extLst>
          </p:cNvPr>
          <p:cNvSpPr>
            <a:spLocks xmlns:a="http://schemas.openxmlformats.org/drawingml/2006/main" noGrp="1"/>
          </p:cNvSpPr>
          <p:nvPr/>
        </p:nvSpPr>
        <p:spPr>
          <a:xfrm xmlns:a="http://schemas.openxmlformats.org/drawingml/2006/main">
            <a:off x="781050" y="2362200"/>
            <a:ext cx="5200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02  def stats():</a:t>
            </a:r>
          </a:p>
        </p:txBody>
      </p:sp>
      <p:sp>
        <p:nvSpPr>
          <p:cNvPr id="11" name="">
            <a:extLst xmlns:a="http://schemas.openxmlformats.org/drawingml/2006/main">
              <a:ext uri="{FF2B5EF4-FFF2-40B4-BE49-F238E27FC236}">
                <a16:creationId xmlns:a16="http://schemas.microsoft.com/office/drawing/2014/main" id="{1946F71F-7245-4742-BBE7-FE004EAD0052}"/>
              </a:ext>
            </a:extLst>
          </p:cNvPr>
          <p:cNvSpPr>
            <a:spLocks xmlns:a="http://schemas.openxmlformats.org/drawingml/2006/main" noGrp="1"/>
          </p:cNvSpPr>
          <p:nvPr/>
        </p:nvSpPr>
        <p:spPr>
          <a:xfrm xmlns:a="http://schemas.openxmlformats.org/drawingml/2006/main">
            <a:off x="781050" y="2619375"/>
            <a:ext cx="5200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03      row = fetch_one("""</a:t>
            </a:r>
          </a:p>
        </p:txBody>
      </p:sp>
      <p:sp>
        <p:nvSpPr>
          <p:cNvPr id="12" name="">
            <a:extLst xmlns:a="http://schemas.openxmlformats.org/drawingml/2006/main">
              <a:ext uri="{FF2B5EF4-FFF2-40B4-BE49-F238E27FC236}">
                <a16:creationId xmlns:a16="http://schemas.microsoft.com/office/drawing/2014/main" id="{853EC600-5CBF-4E3E-99E3-49CA5807C3D4}"/>
              </a:ext>
            </a:extLst>
          </p:cNvPr>
          <p:cNvSpPr>
            <a:spLocks xmlns:a="http://schemas.openxmlformats.org/drawingml/2006/main" noGrp="1"/>
          </p:cNvSpPr>
          <p:nvPr/>
        </p:nvSpPr>
        <p:spPr>
          <a:xfrm xmlns:a="http://schemas.openxmlformats.org/drawingml/2006/main">
            <a:off x="781050" y="2876550"/>
            <a:ext cx="5200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04        SELECT COUNT(DISTINCT country) AS total_countries,</a:t>
            </a:r>
          </a:p>
        </p:txBody>
      </p:sp>
      <p:sp>
        <p:nvSpPr>
          <p:cNvPr id="13" name="">
            <a:extLst xmlns:a="http://schemas.openxmlformats.org/drawingml/2006/main">
              <a:ext uri="{FF2B5EF4-FFF2-40B4-BE49-F238E27FC236}">
                <a16:creationId xmlns:a16="http://schemas.microsoft.com/office/drawing/2014/main" id="{C5677905-3BC4-498A-A564-B347D86CA0F0}"/>
              </a:ext>
            </a:extLst>
          </p:cNvPr>
          <p:cNvSpPr>
            <a:spLocks xmlns:a="http://schemas.openxmlformats.org/drawingml/2006/main" noGrp="1"/>
          </p:cNvSpPr>
          <p:nvPr/>
        </p:nvSpPr>
        <p:spPr>
          <a:xfrm xmlns:a="http://schemas.openxmlformats.org/drawingml/2006/main">
            <a:off x="781050" y="3133725"/>
            <a:ext cx="5200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05               COUNT(*) AS total_groups,</a:t>
            </a:r>
          </a:p>
        </p:txBody>
      </p:sp>
      <p:sp>
        <p:nvSpPr>
          <p:cNvPr id="14" name="">
            <a:extLst xmlns:a="http://schemas.openxmlformats.org/drawingml/2006/main">
              <a:ext uri="{FF2B5EF4-FFF2-40B4-BE49-F238E27FC236}">
                <a16:creationId xmlns:a16="http://schemas.microsoft.com/office/drawing/2014/main" id="{7E1EF192-BB79-46DD-A254-44403D63F2AE}"/>
              </a:ext>
            </a:extLst>
          </p:cNvPr>
          <p:cNvSpPr>
            <a:spLocks xmlns:a="http://schemas.openxmlformats.org/drawingml/2006/main" noGrp="1"/>
          </p:cNvSpPr>
          <p:nvPr/>
        </p:nvSpPr>
        <p:spPr>
          <a:xfrm xmlns:a="http://schemas.openxmlformats.org/drawingml/2006/main">
            <a:off x="781050" y="3390900"/>
            <a:ext cx="5200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06               COALESCE(SUM(any_tpi = 1), 0) AS groups_with_tpi</a:t>
            </a:r>
          </a:p>
        </p:txBody>
      </p:sp>
      <p:sp>
        <p:nvSpPr>
          <p:cNvPr id="15" name="">
            <a:extLst xmlns:a="http://schemas.openxmlformats.org/drawingml/2006/main">
              <a:ext uri="{FF2B5EF4-FFF2-40B4-BE49-F238E27FC236}">
                <a16:creationId xmlns:a16="http://schemas.microsoft.com/office/drawing/2014/main" id="{1FE877AD-67F4-40CC-9F19-85B2C11A774C}"/>
              </a:ext>
            </a:extLst>
          </p:cNvPr>
          <p:cNvSpPr>
            <a:spLocks xmlns:a="http://schemas.openxmlformats.org/drawingml/2006/main" noGrp="1"/>
          </p:cNvSpPr>
          <p:nvPr/>
        </p:nvSpPr>
        <p:spPr>
          <a:xfrm xmlns:a="http://schemas.openxmlformats.org/drawingml/2006/main">
            <a:off x="781050" y="3648075"/>
            <a:ext cx="5200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07        FROM tradgov_groups</a:t>
            </a:r>
          </a:p>
        </p:txBody>
      </p:sp>
      <p:sp>
        <p:nvSpPr>
          <p:cNvPr id="16" name="">
            <a:extLst xmlns:a="http://schemas.openxmlformats.org/drawingml/2006/main">
              <a:ext uri="{FF2B5EF4-FFF2-40B4-BE49-F238E27FC236}">
                <a16:creationId xmlns:a16="http://schemas.microsoft.com/office/drawing/2014/main" id="{AADDC885-F479-46B7-9108-40360ECD91D7}"/>
              </a:ext>
            </a:extLst>
          </p:cNvPr>
          <p:cNvSpPr>
            <a:spLocks xmlns:a="http://schemas.openxmlformats.org/drawingml/2006/main" noGrp="1"/>
          </p:cNvSpPr>
          <p:nvPr/>
        </p:nvSpPr>
        <p:spPr>
          <a:xfrm xmlns:a="http://schemas.openxmlformats.org/drawingml/2006/main">
            <a:off x="781050" y="3905250"/>
            <a:ext cx="5200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08      """)</a:t>
            </a:r>
          </a:p>
        </p:txBody>
      </p:sp>
      <p:sp>
        <p:nvSpPr>
          <p:cNvPr id="17" name="">
            <a:extLst xmlns:a="http://schemas.openxmlformats.org/drawingml/2006/main">
              <a:ext uri="{FF2B5EF4-FFF2-40B4-BE49-F238E27FC236}">
                <a16:creationId xmlns:a16="http://schemas.microsoft.com/office/drawing/2014/main" id="{E5314BC3-AF4B-4783-925B-260ED27E3F75}"/>
              </a:ext>
            </a:extLst>
          </p:cNvPr>
          <p:cNvSpPr>
            <a:spLocks xmlns:a="http://schemas.openxmlformats.org/drawingml/2006/main" noGrp="1"/>
          </p:cNvSpPr>
          <p:nvPr/>
        </p:nvSpPr>
        <p:spPr>
          <a:xfrm xmlns:a="http://schemas.openxmlformats.org/drawingml/2006/main">
            <a:off x="781050" y="4162425"/>
            <a:ext cx="5200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09      return jsonify(success=True, data=row)</a:t>
            </a:r>
          </a:p>
        </p:txBody>
      </p:sp>
      <p:sp>
        <p:nvSpPr>
          <p:cNvPr id="18" name="">
            <a:extLst xmlns:a="http://schemas.openxmlformats.org/drawingml/2006/main">
              <a:ext uri="{FF2B5EF4-FFF2-40B4-BE49-F238E27FC236}">
                <a16:creationId xmlns:a16="http://schemas.microsoft.com/office/drawing/2014/main" id="{CF478B8D-B275-4644-9384-9489066B9E6A}"/>
              </a:ext>
            </a:extLst>
          </p:cNvPr>
          <p:cNvSpPr>
            <a:spLocks xmlns:a="http://schemas.openxmlformats.org/drawingml/2006/main" noGrp="1"/>
          </p:cNvSpPr>
          <p:nvPr/>
        </p:nvSpPr>
        <p:spPr>
          <a:xfrm xmlns:a="http://schemas.openxmlformats.org/drawingml/2006/main">
            <a:off x="781050" y="4419600"/>
            <a:ext cx="5200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10  </a:t>
            </a:r>
          </a:p>
        </p:txBody>
      </p:sp>
      <p:sp>
        <p:nvSpPr>
          <p:cNvPr id="19" name="">
            <a:extLst xmlns:a="http://schemas.openxmlformats.org/drawingml/2006/main">
              <a:ext uri="{FF2B5EF4-FFF2-40B4-BE49-F238E27FC236}">
                <a16:creationId xmlns:a16="http://schemas.microsoft.com/office/drawing/2014/main" id="{F9923A8E-5D90-4471-8665-85773361F642}"/>
              </a:ext>
            </a:extLst>
          </p:cNvPr>
          <p:cNvSpPr>
            <a:spLocks xmlns:a="http://schemas.openxmlformats.org/drawingml/2006/main" noGrp="1"/>
          </p:cNvSpPr>
          <p:nvPr/>
        </p:nvSpPr>
        <p:spPr>
          <a:xfrm xmlns:a="http://schemas.openxmlformats.org/drawingml/2006/main">
            <a:off x="781050" y="4676775"/>
            <a:ext cx="5200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11  SELECT country, COUNT(*) AS total_groups</a:t>
            </a:r>
          </a:p>
        </p:txBody>
      </p:sp>
      <p:sp>
        <p:nvSpPr>
          <p:cNvPr id="20" name="">
            <a:extLst xmlns:a="http://schemas.openxmlformats.org/drawingml/2006/main">
              <a:ext uri="{FF2B5EF4-FFF2-40B4-BE49-F238E27FC236}">
                <a16:creationId xmlns:a16="http://schemas.microsoft.com/office/drawing/2014/main" id="{C2F928FC-DB0B-4F69-975D-4003BCD9535A}"/>
              </a:ext>
            </a:extLst>
          </p:cNvPr>
          <p:cNvSpPr>
            <a:spLocks xmlns:a="http://schemas.openxmlformats.org/drawingml/2006/main" noGrp="1"/>
          </p:cNvSpPr>
          <p:nvPr/>
        </p:nvSpPr>
        <p:spPr>
          <a:xfrm xmlns:a="http://schemas.openxmlformats.org/drawingml/2006/main">
            <a:off x="781050" y="4933950"/>
            <a:ext cx="5200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12  FROM tradgov_groups GROUP BY country</a:t>
            </a:r>
          </a:p>
        </p:txBody>
      </p:sp>
      <p:sp>
        <p:nvSpPr>
          <p:cNvPr id="21" name="">
            <a:extLst xmlns:a="http://schemas.openxmlformats.org/drawingml/2006/main">
              <a:ext uri="{FF2B5EF4-FFF2-40B4-BE49-F238E27FC236}">
                <a16:creationId xmlns:a16="http://schemas.microsoft.com/office/drawing/2014/main" id="{4D21B1E8-75D3-4E08-B86B-162337A4E1E6}"/>
              </a:ext>
            </a:extLst>
          </p:cNvPr>
          <p:cNvSpPr>
            <a:spLocks xmlns:a="http://schemas.openxmlformats.org/drawingml/2006/main" noGrp="1"/>
          </p:cNvSpPr>
          <p:nvPr/>
        </p:nvSpPr>
        <p:spPr>
          <a:xfrm xmlns:a="http://schemas.openxmlformats.org/drawingml/2006/main">
            <a:off x="781050" y="5191125"/>
            <a:ext cx="5200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13  ORDER BY total_groups DESC LIMIT 10</a:t>
            </a:r>
          </a:p>
        </p:txBody>
      </p:sp>
      <p:sp>
        <p:nvSpPr>
          <p:cNvPr id="22" name="stats-result">
            <a:extLst xmlns:a="http://schemas.openxmlformats.org/drawingml/2006/main">
              <a:ext uri="{FF2B5EF4-FFF2-40B4-BE49-F238E27FC236}">
                <a16:creationId xmlns:a16="http://schemas.microsoft.com/office/drawing/2014/main" id="{2E62366F-5931-4D62-86B1-19BA2597441F}"/>
              </a:ext>
            </a:extLst>
          </p:cNvPr>
          <p:cNvSpPr>
            <a:spLocks xmlns:a="http://schemas.openxmlformats.org/drawingml/2006/main" noGrp="1"/>
          </p:cNvSpPr>
          <p:nvPr/>
        </p:nvSpPr>
        <p:spPr>
          <a:xfrm xmlns:a="http://schemas.openxmlformats.org/drawingml/2006/main">
            <a:off x="6438900" y="1657350"/>
            <a:ext cx="5143500" cy="4476750"/>
          </a:xfrm>
          <a:prstGeom xmlns:a="http://schemas.openxmlformats.org/drawingml/2006/main" prst="roundRect">
            <a:avLst>
              <a:gd name="adj" fmla="val 1702"/>
            </a:avLst>
          </a:prstGeom>
          <a:solidFill xmlns:a="http://schemas.openxmlformats.org/drawingml/2006/main">
            <a:srgbClr val="071B12"/>
          </a:solidFill>
          <a:ln xmlns:a="http://schemas.openxmlformats.org/drawingml/2006/main" w="9525">
            <a:solidFill>
              <a:srgbClr val="315440"/>
            </a:solidFill>
            <a:prstDash val="solid"/>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624bbc9d9f254e6a"/>
          <a:srcRect xmlns:a="http://schemas.openxmlformats.org/drawingml/2006/main" l="13786" t="0" r="13786" b="0"/>
          <a:stretch xmlns:a="http://schemas.openxmlformats.org/drawingml/2006/main">
            <a:fillRect l="0" t="0" r="0" b="0"/>
          </a:stretch>
        </p:blipFill>
        <p:spPr>
          <a:xfrm xmlns:a="http://schemas.openxmlformats.org/drawingml/2006/main">
            <a:off x="6572250" y="1790700"/>
            <a:ext cx="4876800" cy="4210050"/>
          </a:xfrm>
          <a:prstGeom xmlns:a="http://schemas.openxmlformats.org/drawingml/2006/main" prst="roundRect">
            <a:avLst/>
          </a:prstGeom>
        </p:spPr>
      </p:pic>
      <p:sp>
        <p:nvSpPr>
          <p:cNvPr id="24" name="">
            <a:extLst xmlns:a="http://schemas.openxmlformats.org/drawingml/2006/main">
              <a:ext uri="{FF2B5EF4-FFF2-40B4-BE49-F238E27FC236}">
                <a16:creationId xmlns:a16="http://schemas.microsoft.com/office/drawing/2014/main" id="{2E4F238C-D983-4AE4-8310-B61ACAF49EF7}"/>
              </a:ext>
            </a:extLst>
          </p:cNvPr>
          <p:cNvSpPr>
            <a:spLocks xmlns:a="http://schemas.openxmlformats.org/drawingml/2006/main" noGrp="1"/>
          </p:cNvSpPr>
          <p:nvPr/>
        </p:nvSpPr>
        <p:spPr>
          <a:xfrm xmlns:a="http://schemas.openxmlformats.org/drawingml/2006/main">
            <a:off x="6667500" y="5410200"/>
            <a:ext cx="914400" cy="285750"/>
          </a:xfrm>
          <a:prstGeom xmlns:a="http://schemas.openxmlformats.org/drawingml/2006/main" prst="roundRect">
            <a:avLst>
              <a:gd name="adj" fmla="val 26667"/>
            </a:avLst>
          </a:prstGeom>
          <a:solidFill xmlns:a="http://schemas.openxmlformats.org/drawingml/2006/main">
            <a:srgbClr val="12352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7B5D956-0CF7-46DD-9274-244BF7D6D959}"/>
              </a:ext>
            </a:extLst>
          </p:cNvPr>
          <p:cNvSpPr>
            <a:spLocks xmlns:a="http://schemas.openxmlformats.org/drawingml/2006/main" noGrp="1"/>
          </p:cNvSpPr>
          <p:nvPr/>
        </p:nvSpPr>
        <p:spPr>
          <a:xfrm xmlns:a="http://schemas.openxmlformats.org/drawingml/2006/main">
            <a:off x="6762750" y="5467350"/>
            <a:ext cx="723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COUNT</a:t>
            </a:r>
          </a:p>
        </p:txBody>
      </p:sp>
      <p:sp>
        <p:nvSpPr>
          <p:cNvPr id="26" name="">
            <a:extLst xmlns:a="http://schemas.openxmlformats.org/drawingml/2006/main">
              <a:ext uri="{FF2B5EF4-FFF2-40B4-BE49-F238E27FC236}">
                <a16:creationId xmlns:a16="http://schemas.microsoft.com/office/drawing/2014/main" id="{E249FF75-B598-47AD-9CB3-D191FC934086}"/>
              </a:ext>
            </a:extLst>
          </p:cNvPr>
          <p:cNvSpPr>
            <a:spLocks xmlns:a="http://schemas.openxmlformats.org/drawingml/2006/main" noGrp="1"/>
          </p:cNvSpPr>
          <p:nvPr/>
        </p:nvSpPr>
        <p:spPr>
          <a:xfrm xmlns:a="http://schemas.openxmlformats.org/drawingml/2006/main">
            <a:off x="7715250" y="5410200"/>
            <a:ext cx="819150" cy="285750"/>
          </a:xfrm>
          <a:prstGeom xmlns:a="http://schemas.openxmlformats.org/drawingml/2006/main" prst="roundRect">
            <a:avLst>
              <a:gd name="adj" fmla="val 26667"/>
            </a:avLst>
          </a:prstGeom>
          <a:solidFill xmlns:a="http://schemas.openxmlformats.org/drawingml/2006/main">
            <a:srgbClr val="C8A96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1691FD0-D6A3-4C1A-9523-D7783824BA66}"/>
              </a:ext>
            </a:extLst>
          </p:cNvPr>
          <p:cNvSpPr>
            <a:spLocks xmlns:a="http://schemas.openxmlformats.org/drawingml/2006/main" noGrp="1"/>
          </p:cNvSpPr>
          <p:nvPr/>
        </p:nvSpPr>
        <p:spPr>
          <a:xfrm xmlns:a="http://schemas.openxmlformats.org/drawingml/2006/main">
            <a:off x="7810500" y="5467350"/>
            <a:ext cx="628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071B12"/>
                </a:solidFill>
              </a:defRPr>
            </a:pPr>
            <a:r>
              <a:rPr sz="900" b="1" i="0">
                <a:solidFill>
                  <a:srgbClr val="071B12"/>
                </a:solidFill>
              </a:rPr>
              <a:t>SUM</a:t>
            </a:r>
          </a:p>
        </p:txBody>
      </p:sp>
      <p:sp>
        <p:nvSpPr>
          <p:cNvPr id="28" name="">
            <a:extLst xmlns:a="http://schemas.openxmlformats.org/drawingml/2006/main">
              <a:ext uri="{FF2B5EF4-FFF2-40B4-BE49-F238E27FC236}">
                <a16:creationId xmlns:a16="http://schemas.microsoft.com/office/drawing/2014/main" id="{CC54582A-0C34-4ADC-A33E-4A004B98297D}"/>
              </a:ext>
            </a:extLst>
          </p:cNvPr>
          <p:cNvSpPr>
            <a:spLocks xmlns:a="http://schemas.openxmlformats.org/drawingml/2006/main" noGrp="1"/>
          </p:cNvSpPr>
          <p:nvPr/>
        </p:nvSpPr>
        <p:spPr>
          <a:xfrm xmlns:a="http://schemas.openxmlformats.org/drawingml/2006/main">
            <a:off x="8667750" y="5410200"/>
            <a:ext cx="1104900" cy="285750"/>
          </a:xfrm>
          <a:prstGeom xmlns:a="http://schemas.openxmlformats.org/drawingml/2006/main" prst="roundRect">
            <a:avLst>
              <a:gd name="adj" fmla="val 26667"/>
            </a:avLst>
          </a:prstGeom>
          <a:solidFill xmlns:a="http://schemas.openxmlformats.org/drawingml/2006/main">
            <a:srgbClr val="E4EEE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7D94F22-8D30-4152-8A2A-5656FC86368E}"/>
              </a:ext>
            </a:extLst>
          </p:cNvPr>
          <p:cNvSpPr>
            <a:spLocks xmlns:a="http://schemas.openxmlformats.org/drawingml/2006/main" noGrp="1"/>
          </p:cNvSpPr>
          <p:nvPr/>
        </p:nvSpPr>
        <p:spPr>
          <a:xfrm xmlns:a="http://schemas.openxmlformats.org/drawingml/2006/main">
            <a:off x="8763000" y="5467350"/>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123524"/>
                </a:solidFill>
              </a:defRPr>
            </a:pPr>
            <a:r>
              <a:rPr sz="900" b="1" i="0">
                <a:solidFill>
                  <a:srgbClr val="123524"/>
                </a:solidFill>
              </a:rPr>
              <a:t>GROUP BY</a:t>
            </a:r>
          </a:p>
        </p:txBody>
      </p:sp>
      <p:sp>
        <p:nvSpPr>
          <p:cNvPr id="30" name="">
            <a:extLst xmlns:a="http://schemas.openxmlformats.org/drawingml/2006/main">
              <a:ext uri="{FF2B5EF4-FFF2-40B4-BE49-F238E27FC236}">
                <a16:creationId xmlns:a16="http://schemas.microsoft.com/office/drawing/2014/main" id="{03404F02-50D3-4E58-AAC0-1C2901D0A8C6}"/>
              </a:ext>
            </a:extLst>
          </p:cNvPr>
          <p:cNvSpPr>
            <a:spLocks xmlns:a="http://schemas.openxmlformats.org/drawingml/2006/main" noGrp="1"/>
          </p:cNvSpPr>
          <p:nvPr/>
        </p:nvSpPr>
        <p:spPr>
          <a:xfrm xmlns:a="http://schemas.openxmlformats.org/drawingml/2006/main">
            <a:off x="9906000" y="5410200"/>
            <a:ext cx="1104900" cy="285750"/>
          </a:xfrm>
          <a:prstGeom xmlns:a="http://schemas.openxmlformats.org/drawingml/2006/main" prst="roundRect">
            <a:avLst>
              <a:gd name="adj" fmla="val 26667"/>
            </a:avLst>
          </a:prstGeom>
          <a:solidFill xmlns:a="http://schemas.openxmlformats.org/drawingml/2006/main">
            <a:srgbClr val="123524"/>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49EC0137-16D6-4953-913A-B9C5CD254ED3}"/>
              </a:ext>
            </a:extLst>
          </p:cNvPr>
          <p:cNvSpPr>
            <a:spLocks xmlns:a="http://schemas.openxmlformats.org/drawingml/2006/main" noGrp="1"/>
          </p:cNvSpPr>
          <p:nvPr/>
        </p:nvSpPr>
        <p:spPr>
          <a:xfrm xmlns:a="http://schemas.openxmlformats.org/drawingml/2006/main">
            <a:off x="10001250" y="5467350"/>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LIMIT 10</a:t>
            </a:r>
          </a:p>
        </p:txBody>
      </p:sp>
      <p:sp>
        <p:nvSpPr>
          <p:cNvPr id="32" name="">
            <a:extLst xmlns:a="http://schemas.openxmlformats.org/drawingml/2006/main">
              <a:ext uri="{FF2B5EF4-FFF2-40B4-BE49-F238E27FC236}">
                <a16:creationId xmlns:a16="http://schemas.microsoft.com/office/drawing/2014/main" id="{4D8542A6-6BDE-4C2D-986C-3159E4A51355}"/>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98756843"/>
      </p:ext>
    </p:extLst>
  </p:cSld>
</p:sld>
</file>

<file path=ppt/slides/slide3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8" name="top-accent">
            <a:extLst xmlns:a="http://schemas.openxmlformats.org/drawingml/2006/main">
              <a:ext uri="{FF2B5EF4-FFF2-40B4-BE49-F238E27FC236}">
                <a16:creationId xmlns:a16="http://schemas.microsoft.com/office/drawing/2014/main" id="{C63BA3B4-ACB8-43E3-B179-7E84AE1EF83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5BB4BE8C-A5FF-4FF8-B1AB-AB51B2219170}"/>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STAGE 4 · BACKEND</a:t>
            </a:r>
          </a:p>
        </p:txBody>
      </p:sp>
      <p:sp>
        <p:nvSpPr>
          <p:cNvPr id="3" name="slide-number">
            <a:extLst xmlns:a="http://schemas.openxmlformats.org/drawingml/2006/main">
              <a:ext uri="{FF2B5EF4-FFF2-40B4-BE49-F238E27FC236}">
                <a16:creationId xmlns:a16="http://schemas.microsoft.com/office/drawing/2014/main" id="{DF1CFAE3-2F3A-4369-8090-ACB814A60E76}"/>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35</a:t>
            </a:r>
          </a:p>
        </p:txBody>
      </p:sp>
      <p:sp>
        <p:nvSpPr>
          <p:cNvPr id="4" name="slide-title">
            <a:extLst xmlns:a="http://schemas.openxmlformats.org/drawingml/2006/main">
              <a:ext uri="{FF2B5EF4-FFF2-40B4-BE49-F238E27FC236}">
                <a16:creationId xmlns:a16="http://schemas.microsoft.com/office/drawing/2014/main" id="{96F81518-7959-46B7-BA5B-F13EE423BA0A}"/>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Validation and error handlers keep failures understandable</a:t>
            </a:r>
          </a:p>
        </p:txBody>
      </p:sp>
      <p:sp>
        <p:nvSpPr>
          <p:cNvPr id="5" name="slide-subtitle">
            <a:extLst xmlns:a="http://schemas.openxmlformats.org/drawingml/2006/main">
              <a:ext uri="{FF2B5EF4-FFF2-40B4-BE49-F238E27FC236}">
                <a16:creationId xmlns:a16="http://schemas.microsoft.com/office/drawing/2014/main" id="{4139FAF2-1F80-4526-804B-C99DF64A1C49}"/>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The API returns a consistent success flag, message, and HTTP status instead of raw internal errors.</a:t>
            </a:r>
          </a:p>
        </p:txBody>
      </p:sp>
      <p:sp>
        <p:nvSpPr>
          <p:cNvPr id="6" name="dev-code-panel">
            <a:extLst xmlns:a="http://schemas.openxmlformats.org/drawingml/2006/main">
              <a:ext uri="{FF2B5EF4-FFF2-40B4-BE49-F238E27FC236}">
                <a16:creationId xmlns:a16="http://schemas.microsoft.com/office/drawing/2014/main" id="{4192815D-8BB1-46ED-B124-414DA9662699}"/>
              </a:ext>
            </a:extLst>
          </p:cNvPr>
          <p:cNvSpPr>
            <a:spLocks xmlns:a="http://schemas.openxmlformats.org/drawingml/2006/main" noGrp="1"/>
          </p:cNvSpPr>
          <p:nvPr/>
        </p:nvSpPr>
        <p:spPr>
          <a:xfrm xmlns:a="http://schemas.openxmlformats.org/drawingml/2006/main">
            <a:off x="609600" y="1676400"/>
            <a:ext cx="5524500" cy="4362450"/>
          </a:xfrm>
          <a:prstGeom xmlns:a="http://schemas.openxmlformats.org/drawingml/2006/main" prst="roundRect">
            <a:avLst>
              <a:gd name="adj" fmla="val 1747"/>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A5C2D2C3-2999-4523-93BE-7579BCF1A465}"/>
              </a:ext>
            </a:extLst>
          </p:cNvPr>
          <p:cNvSpPr>
            <a:spLocks xmlns:a="http://schemas.openxmlformats.org/drawingml/2006/main" noGrp="1"/>
          </p:cNvSpPr>
          <p:nvPr/>
        </p:nvSpPr>
        <p:spPr>
          <a:xfrm xmlns:a="http://schemas.openxmlformats.org/drawingml/2006/main">
            <a:off x="609600" y="1676400"/>
            <a:ext cx="5524500" cy="3619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78CA409-F176-451F-B2EE-DA1903026484}"/>
              </a:ext>
            </a:extLst>
          </p:cNvPr>
          <p:cNvSpPr>
            <a:spLocks xmlns:a="http://schemas.openxmlformats.org/drawingml/2006/main" noGrp="1"/>
          </p:cNvSpPr>
          <p:nvPr/>
        </p:nvSpPr>
        <p:spPr>
          <a:xfrm xmlns:a="http://schemas.openxmlformats.org/drawingml/2006/main">
            <a:off x="781050" y="1771650"/>
            <a:ext cx="5181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routes/api.py · validation + not found</a:t>
            </a:r>
          </a:p>
        </p:txBody>
      </p:sp>
      <p:sp>
        <p:nvSpPr>
          <p:cNvPr id="9" name="">
            <a:extLst xmlns:a="http://schemas.openxmlformats.org/drawingml/2006/main">
              <a:ext uri="{FF2B5EF4-FFF2-40B4-BE49-F238E27FC236}">
                <a16:creationId xmlns:a16="http://schemas.microsoft.com/office/drawing/2014/main" id="{9FC65332-B155-439E-A4E6-702A17C48D98}"/>
              </a:ext>
            </a:extLst>
          </p:cNvPr>
          <p:cNvSpPr>
            <a:spLocks xmlns:a="http://schemas.openxmlformats.org/drawingml/2006/main" noGrp="1"/>
          </p:cNvSpPr>
          <p:nvPr/>
        </p:nvSpPr>
        <p:spPr>
          <a:xfrm xmlns:a="http://schemas.openxmlformats.org/drawingml/2006/main">
            <a:off x="781050" y="2124075"/>
            <a:ext cx="523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01  if re.fullmatch(r"\d+", text) is None:</a:t>
            </a:r>
          </a:p>
        </p:txBody>
      </p:sp>
      <p:sp>
        <p:nvSpPr>
          <p:cNvPr id="10" name="">
            <a:extLst xmlns:a="http://schemas.openxmlformats.org/drawingml/2006/main">
              <a:ext uri="{FF2B5EF4-FFF2-40B4-BE49-F238E27FC236}">
                <a16:creationId xmlns:a16="http://schemas.microsoft.com/office/drawing/2014/main" id="{51E08B34-0F48-4379-8F10-D1E3D9B05665}"/>
              </a:ext>
            </a:extLst>
          </p:cNvPr>
          <p:cNvSpPr>
            <a:spLocks xmlns:a="http://schemas.openxmlformats.org/drawingml/2006/main" noGrp="1"/>
          </p:cNvSpPr>
          <p:nvPr/>
        </p:nvSpPr>
        <p:spPr>
          <a:xfrm xmlns:a="http://schemas.openxmlformats.org/drawingml/2006/main">
            <a:off x="781050" y="2381250"/>
            <a:ext cx="523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02      raise BadRequest(</a:t>
            </a:r>
          </a:p>
        </p:txBody>
      </p:sp>
      <p:sp>
        <p:nvSpPr>
          <p:cNvPr id="11" name="">
            <a:extLst xmlns:a="http://schemas.openxmlformats.org/drawingml/2006/main">
              <a:ext uri="{FF2B5EF4-FFF2-40B4-BE49-F238E27FC236}">
                <a16:creationId xmlns:a16="http://schemas.microsoft.com/office/drawing/2014/main" id="{E53793BC-F569-4BB8-A7A1-8B86DF5C131F}"/>
              </a:ext>
            </a:extLst>
          </p:cNvPr>
          <p:cNvSpPr>
            <a:spLocks xmlns:a="http://schemas.openxmlformats.org/drawingml/2006/main" noGrp="1"/>
          </p:cNvSpPr>
          <p:nvPr/>
        </p:nvSpPr>
        <p:spPr>
          <a:xfrm xmlns:a="http://schemas.openxmlformats.org/drawingml/2006/main">
            <a:off x="781050" y="2638425"/>
            <a:ext cx="523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03        description=f"{field_name} must be a positive integer."</a:t>
            </a:r>
          </a:p>
        </p:txBody>
      </p:sp>
      <p:sp>
        <p:nvSpPr>
          <p:cNvPr id="12" name="">
            <a:extLst xmlns:a="http://schemas.openxmlformats.org/drawingml/2006/main">
              <a:ext uri="{FF2B5EF4-FFF2-40B4-BE49-F238E27FC236}">
                <a16:creationId xmlns:a16="http://schemas.microsoft.com/office/drawing/2014/main" id="{498A78A6-0E31-41D3-A269-FA70D29C716D}"/>
              </a:ext>
            </a:extLst>
          </p:cNvPr>
          <p:cNvSpPr>
            <a:spLocks xmlns:a="http://schemas.openxmlformats.org/drawingml/2006/main" noGrp="1"/>
          </p:cNvSpPr>
          <p:nvPr/>
        </p:nvSpPr>
        <p:spPr>
          <a:xfrm xmlns:a="http://schemas.openxmlformats.org/drawingml/2006/main">
            <a:off x="781050" y="2895600"/>
            <a:ext cx="523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04      )</a:t>
            </a:r>
          </a:p>
        </p:txBody>
      </p:sp>
      <p:sp>
        <p:nvSpPr>
          <p:cNvPr id="13" name="">
            <a:extLst xmlns:a="http://schemas.openxmlformats.org/drawingml/2006/main">
              <a:ext uri="{FF2B5EF4-FFF2-40B4-BE49-F238E27FC236}">
                <a16:creationId xmlns:a16="http://schemas.microsoft.com/office/drawing/2014/main" id="{3E496BD6-EE7E-409D-92D8-8D5213C31150}"/>
              </a:ext>
            </a:extLst>
          </p:cNvPr>
          <p:cNvSpPr>
            <a:spLocks xmlns:a="http://schemas.openxmlformats.org/drawingml/2006/main" noGrp="1"/>
          </p:cNvSpPr>
          <p:nvPr/>
        </p:nvSpPr>
        <p:spPr>
          <a:xfrm xmlns:a="http://schemas.openxmlformats.org/drawingml/2006/main">
            <a:off x="781050" y="3152775"/>
            <a:ext cx="523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05  </a:t>
            </a:r>
          </a:p>
        </p:txBody>
      </p:sp>
      <p:sp>
        <p:nvSpPr>
          <p:cNvPr id="14" name="">
            <a:extLst xmlns:a="http://schemas.openxmlformats.org/drawingml/2006/main">
              <a:ext uri="{FF2B5EF4-FFF2-40B4-BE49-F238E27FC236}">
                <a16:creationId xmlns:a16="http://schemas.microsoft.com/office/drawing/2014/main" id="{F20446A6-3F04-47DC-B044-1D8AA2AB20B3}"/>
              </a:ext>
            </a:extLst>
          </p:cNvPr>
          <p:cNvSpPr>
            <a:spLocks xmlns:a="http://schemas.openxmlformats.org/drawingml/2006/main" noGrp="1"/>
          </p:cNvSpPr>
          <p:nvPr/>
        </p:nvSpPr>
        <p:spPr>
          <a:xfrm xmlns:a="http://schemas.openxmlformats.org/drawingml/2006/main">
            <a:off x="781050" y="3409950"/>
            <a:ext cx="523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EC6D9"/>
                </a:solidFill>
              </a:defRPr>
            </a:pPr>
            <a:r>
              <a:rPr sz="1050" b="0" i="0">
                <a:solidFill>
                  <a:srgbClr val="6EC6D9"/>
                </a:solidFill>
              </a:rPr>
              <a:t>06  if requested_limit &gt; 100:</a:t>
            </a:r>
          </a:p>
        </p:txBody>
      </p:sp>
      <p:sp>
        <p:nvSpPr>
          <p:cNvPr id="15" name="">
            <a:extLst xmlns:a="http://schemas.openxmlformats.org/drawingml/2006/main">
              <a:ext uri="{FF2B5EF4-FFF2-40B4-BE49-F238E27FC236}">
                <a16:creationId xmlns:a16="http://schemas.microsoft.com/office/drawing/2014/main" id="{F1C05E7F-4728-4900-8563-94C8A61E7FE8}"/>
              </a:ext>
            </a:extLst>
          </p:cNvPr>
          <p:cNvSpPr>
            <a:spLocks xmlns:a="http://schemas.openxmlformats.org/drawingml/2006/main" noGrp="1"/>
          </p:cNvSpPr>
          <p:nvPr/>
        </p:nvSpPr>
        <p:spPr>
          <a:xfrm xmlns:a="http://schemas.openxmlformats.org/drawingml/2006/main">
            <a:off x="781050" y="3667125"/>
            <a:ext cx="523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07      raise BadRequest(description=</a:t>
            </a:r>
          </a:p>
        </p:txBody>
      </p:sp>
      <p:sp>
        <p:nvSpPr>
          <p:cNvPr id="16" name="">
            <a:extLst xmlns:a="http://schemas.openxmlformats.org/drawingml/2006/main">
              <a:ext uri="{FF2B5EF4-FFF2-40B4-BE49-F238E27FC236}">
                <a16:creationId xmlns:a16="http://schemas.microsoft.com/office/drawing/2014/main" id="{35AF5292-3359-4F87-BB56-8C500FD8A178}"/>
              </a:ext>
            </a:extLst>
          </p:cNvPr>
          <p:cNvSpPr>
            <a:spLocks xmlns:a="http://schemas.openxmlformats.org/drawingml/2006/main" noGrp="1"/>
          </p:cNvSpPr>
          <p:nvPr/>
        </p:nvSpPr>
        <p:spPr>
          <a:xfrm xmlns:a="http://schemas.openxmlformats.org/drawingml/2006/main">
            <a:off x="781050" y="3924300"/>
            <a:ext cx="523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08        "limit cannot be greater than 100.")</a:t>
            </a:r>
          </a:p>
        </p:txBody>
      </p:sp>
      <p:sp>
        <p:nvSpPr>
          <p:cNvPr id="17" name="">
            <a:extLst xmlns:a="http://schemas.openxmlformats.org/drawingml/2006/main">
              <a:ext uri="{FF2B5EF4-FFF2-40B4-BE49-F238E27FC236}">
                <a16:creationId xmlns:a16="http://schemas.microsoft.com/office/drawing/2014/main" id="{138BB4D8-A8C7-479B-829D-BC2EDE142643}"/>
              </a:ext>
            </a:extLst>
          </p:cNvPr>
          <p:cNvSpPr>
            <a:spLocks xmlns:a="http://schemas.openxmlformats.org/drawingml/2006/main" noGrp="1"/>
          </p:cNvSpPr>
          <p:nvPr/>
        </p:nvSpPr>
        <p:spPr>
          <a:xfrm xmlns:a="http://schemas.openxmlformats.org/drawingml/2006/main">
            <a:off x="781050" y="4181475"/>
            <a:ext cx="523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DCE7DF"/>
                </a:solidFill>
              </a:defRPr>
            </a:pPr>
            <a:r>
              <a:rPr sz="1050" b="0" i="0">
                <a:solidFill>
                  <a:srgbClr val="DCE7DF"/>
                </a:solidFill>
              </a:rPr>
              <a:t>09  </a:t>
            </a:r>
          </a:p>
        </p:txBody>
      </p:sp>
      <p:sp>
        <p:nvSpPr>
          <p:cNvPr id="18" name="">
            <a:extLst xmlns:a="http://schemas.openxmlformats.org/drawingml/2006/main">
              <a:ext uri="{FF2B5EF4-FFF2-40B4-BE49-F238E27FC236}">
                <a16:creationId xmlns:a16="http://schemas.microsoft.com/office/drawing/2014/main" id="{49A2BC4F-883D-4EF8-A256-66577A363D20}"/>
              </a:ext>
            </a:extLst>
          </p:cNvPr>
          <p:cNvSpPr>
            <a:spLocks xmlns:a="http://schemas.openxmlformats.org/drawingml/2006/main" noGrp="1"/>
          </p:cNvSpPr>
          <p:nvPr/>
        </p:nvSpPr>
        <p:spPr>
          <a:xfrm xmlns:a="http://schemas.openxmlformats.org/drawingml/2006/main">
            <a:off x="781050" y="4438650"/>
            <a:ext cx="523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10  if row is None:</a:t>
            </a:r>
          </a:p>
        </p:txBody>
      </p:sp>
      <p:sp>
        <p:nvSpPr>
          <p:cNvPr id="19" name="">
            <a:extLst xmlns:a="http://schemas.openxmlformats.org/drawingml/2006/main">
              <a:ext uri="{FF2B5EF4-FFF2-40B4-BE49-F238E27FC236}">
                <a16:creationId xmlns:a16="http://schemas.microsoft.com/office/drawing/2014/main" id="{90EDAEF3-0D50-4502-B58A-42EB32C95237}"/>
              </a:ext>
            </a:extLst>
          </p:cNvPr>
          <p:cNvSpPr>
            <a:spLocks xmlns:a="http://schemas.openxmlformats.org/drawingml/2006/main" noGrp="1"/>
          </p:cNvSpPr>
          <p:nvPr/>
        </p:nvSpPr>
        <p:spPr>
          <a:xfrm xmlns:a="http://schemas.openxmlformats.org/drawingml/2006/main">
            <a:off x="781050" y="4695825"/>
            <a:ext cx="523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11      return jsonify(success=False,</a:t>
            </a:r>
          </a:p>
        </p:txBody>
      </p:sp>
      <p:sp>
        <p:nvSpPr>
          <p:cNvPr id="20" name="">
            <a:extLst xmlns:a="http://schemas.openxmlformats.org/drawingml/2006/main">
              <a:ext uri="{FF2B5EF4-FFF2-40B4-BE49-F238E27FC236}">
                <a16:creationId xmlns:a16="http://schemas.microsoft.com/office/drawing/2014/main" id="{C5B24136-ECE7-4414-9FEE-68A21E862A33}"/>
              </a:ext>
            </a:extLst>
          </p:cNvPr>
          <p:cNvSpPr>
            <a:spLocks xmlns:a="http://schemas.openxmlformats.org/drawingml/2006/main" noGrp="1"/>
          </p:cNvSpPr>
          <p:nvPr/>
        </p:nvSpPr>
        <p:spPr>
          <a:xfrm xmlns:a="http://schemas.openxmlformats.org/drawingml/2006/main">
            <a:off x="781050" y="4953000"/>
            <a:ext cx="523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EEE1C8"/>
                </a:solidFill>
              </a:defRPr>
            </a:pPr>
            <a:r>
              <a:rPr sz="1050" b="0" i="0">
                <a:solidFill>
                  <a:srgbClr val="EEE1C8"/>
                </a:solidFill>
              </a:rPr>
              <a:t>12                     message="Group not found."), 404</a:t>
            </a:r>
          </a:p>
        </p:txBody>
      </p:sp>
      <p:sp>
        <p:nvSpPr>
          <p:cNvPr id="21" name="status-200">
            <a:extLst xmlns:a="http://schemas.openxmlformats.org/drawingml/2006/main">
              <a:ext uri="{FF2B5EF4-FFF2-40B4-BE49-F238E27FC236}">
                <a16:creationId xmlns:a16="http://schemas.microsoft.com/office/drawing/2014/main" id="{041C3ADB-E7F1-4885-A471-7F24EF01C2A6}"/>
              </a:ext>
            </a:extLst>
          </p:cNvPr>
          <p:cNvSpPr>
            <a:spLocks xmlns:a="http://schemas.openxmlformats.org/drawingml/2006/main" noGrp="1"/>
          </p:cNvSpPr>
          <p:nvPr/>
        </p:nvSpPr>
        <p:spPr>
          <a:xfrm xmlns:a="http://schemas.openxmlformats.org/drawingml/2006/main">
            <a:off x="6534150" y="1752600"/>
            <a:ext cx="5048250" cy="590550"/>
          </a:xfrm>
          <a:prstGeom xmlns:a="http://schemas.openxmlformats.org/drawingml/2006/main" prst="roundRect">
            <a:avLst>
              <a:gd name="adj" fmla="val 12903"/>
            </a:avLst>
          </a:prstGeom>
          <a:solidFill xmlns:a="http://schemas.openxmlformats.org/drawingml/2006/main">
            <a:srgbClr val="E4F2E9"/>
          </a:solidFill>
          <a:ln xmlns:a="http://schemas.openxmlformats.org/drawingml/2006/main" w="9525">
            <a:solidFill>
              <a:srgbClr val="E5E1D8"/>
            </a:solidFill>
            <a:prstDash val="solid"/>
          </a:ln>
        </p:spPr>
      </p:sp>
      <p:sp>
        <p:nvSpPr>
          <p:cNvPr id="22" name="">
            <a:extLst xmlns:a="http://schemas.openxmlformats.org/drawingml/2006/main">
              <a:ext uri="{FF2B5EF4-FFF2-40B4-BE49-F238E27FC236}">
                <a16:creationId xmlns:a16="http://schemas.microsoft.com/office/drawing/2014/main" id="{E143C0CE-C09B-46BD-9386-1F4F47F6F696}"/>
              </a:ext>
            </a:extLst>
          </p:cNvPr>
          <p:cNvSpPr>
            <a:spLocks xmlns:a="http://schemas.openxmlformats.org/drawingml/2006/main" noGrp="1"/>
          </p:cNvSpPr>
          <p:nvPr/>
        </p:nvSpPr>
        <p:spPr>
          <a:xfrm xmlns:a="http://schemas.openxmlformats.org/drawingml/2006/main">
            <a:off x="6724650" y="1895475"/>
            <a:ext cx="609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i="0">
                <a:solidFill>
                  <a:srgbClr val="287A50"/>
                </a:solidFill>
              </a:defRPr>
            </a:pPr>
            <a:r>
              <a:rPr sz="1500" b="1" i="0">
                <a:solidFill>
                  <a:srgbClr val="287A50"/>
                </a:solidFill>
              </a:rPr>
              <a:t>200</a:t>
            </a:r>
          </a:p>
        </p:txBody>
      </p:sp>
      <p:sp>
        <p:nvSpPr>
          <p:cNvPr id="23" name="">
            <a:extLst xmlns:a="http://schemas.openxmlformats.org/drawingml/2006/main">
              <a:ext uri="{FF2B5EF4-FFF2-40B4-BE49-F238E27FC236}">
                <a16:creationId xmlns:a16="http://schemas.microsoft.com/office/drawing/2014/main" id="{1F9AA055-730A-4048-9A1F-D28BE335FA8A}"/>
              </a:ext>
            </a:extLst>
          </p:cNvPr>
          <p:cNvSpPr>
            <a:spLocks xmlns:a="http://schemas.openxmlformats.org/drawingml/2006/main" noGrp="1"/>
          </p:cNvSpPr>
          <p:nvPr/>
        </p:nvSpPr>
        <p:spPr>
          <a:xfrm xmlns:a="http://schemas.openxmlformats.org/drawingml/2006/main">
            <a:off x="7543800" y="192405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i="0">
                <a:solidFill>
                  <a:srgbClr val="1D2922"/>
                </a:solidFill>
              </a:defRPr>
            </a:pPr>
            <a:r>
              <a:rPr sz="1125" b="1" i="0">
                <a:solidFill>
                  <a:srgbClr val="1D2922"/>
                </a:solidFill>
              </a:rPr>
              <a:t>Success</a:t>
            </a:r>
          </a:p>
        </p:txBody>
      </p:sp>
      <p:sp>
        <p:nvSpPr>
          <p:cNvPr id="24" name="status-400">
            <a:extLst xmlns:a="http://schemas.openxmlformats.org/drawingml/2006/main">
              <a:ext uri="{FF2B5EF4-FFF2-40B4-BE49-F238E27FC236}">
                <a16:creationId xmlns:a16="http://schemas.microsoft.com/office/drawing/2014/main" id="{3423C279-230A-4927-B6C9-0BA5FBEE53F5}"/>
              </a:ext>
            </a:extLst>
          </p:cNvPr>
          <p:cNvSpPr>
            <a:spLocks xmlns:a="http://schemas.openxmlformats.org/drawingml/2006/main" noGrp="1"/>
          </p:cNvSpPr>
          <p:nvPr/>
        </p:nvSpPr>
        <p:spPr>
          <a:xfrm xmlns:a="http://schemas.openxmlformats.org/drawingml/2006/main">
            <a:off x="6534150" y="2476500"/>
            <a:ext cx="5048250" cy="590550"/>
          </a:xfrm>
          <a:prstGeom xmlns:a="http://schemas.openxmlformats.org/drawingml/2006/main" prst="roundRect">
            <a:avLst>
              <a:gd name="adj" fmla="val 12903"/>
            </a:avLst>
          </a:prstGeom>
          <a:solidFill xmlns:a="http://schemas.openxmlformats.org/drawingml/2006/main">
            <a:srgbClr val="FFFEFA"/>
          </a:solidFill>
          <a:ln xmlns:a="http://schemas.openxmlformats.org/drawingml/2006/main" w="9525">
            <a:solidFill>
              <a:srgbClr val="E5E1D8"/>
            </a:solidFill>
            <a:prstDash val="solid"/>
          </a:ln>
        </p:spPr>
      </p:sp>
      <p:sp>
        <p:nvSpPr>
          <p:cNvPr id="25" name="">
            <a:extLst xmlns:a="http://schemas.openxmlformats.org/drawingml/2006/main">
              <a:ext uri="{FF2B5EF4-FFF2-40B4-BE49-F238E27FC236}">
                <a16:creationId xmlns:a16="http://schemas.microsoft.com/office/drawing/2014/main" id="{BCE5C343-0C65-4284-BC35-9B0F5EF99D66}"/>
              </a:ext>
            </a:extLst>
          </p:cNvPr>
          <p:cNvSpPr>
            <a:spLocks xmlns:a="http://schemas.openxmlformats.org/drawingml/2006/main" noGrp="1"/>
          </p:cNvSpPr>
          <p:nvPr/>
        </p:nvSpPr>
        <p:spPr>
          <a:xfrm xmlns:a="http://schemas.openxmlformats.org/drawingml/2006/main">
            <a:off x="6724650" y="2619375"/>
            <a:ext cx="609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i="0">
                <a:solidFill>
                  <a:srgbClr val="C8A96A"/>
                </a:solidFill>
              </a:defRPr>
            </a:pPr>
            <a:r>
              <a:rPr sz="1500" b="1" i="0">
                <a:solidFill>
                  <a:srgbClr val="C8A96A"/>
                </a:solidFill>
              </a:rPr>
              <a:t>400</a:t>
            </a:r>
          </a:p>
        </p:txBody>
      </p:sp>
      <p:sp>
        <p:nvSpPr>
          <p:cNvPr id="26" name="">
            <a:extLst xmlns:a="http://schemas.openxmlformats.org/drawingml/2006/main">
              <a:ext uri="{FF2B5EF4-FFF2-40B4-BE49-F238E27FC236}">
                <a16:creationId xmlns:a16="http://schemas.microsoft.com/office/drawing/2014/main" id="{38E9612C-1AF6-4A4E-B13C-F6C21D01D3D3}"/>
              </a:ext>
            </a:extLst>
          </p:cNvPr>
          <p:cNvSpPr>
            <a:spLocks xmlns:a="http://schemas.openxmlformats.org/drawingml/2006/main" noGrp="1"/>
          </p:cNvSpPr>
          <p:nvPr/>
        </p:nvSpPr>
        <p:spPr>
          <a:xfrm xmlns:a="http://schemas.openxmlformats.org/drawingml/2006/main">
            <a:off x="7543800" y="264795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i="0">
                <a:solidFill>
                  <a:srgbClr val="1D2922"/>
                </a:solidFill>
              </a:defRPr>
            </a:pPr>
            <a:r>
              <a:rPr sz="1125" b="1" i="0">
                <a:solidFill>
                  <a:srgbClr val="1D2922"/>
                </a:solidFill>
              </a:rPr>
              <a:t>Invalid request</a:t>
            </a:r>
          </a:p>
        </p:txBody>
      </p:sp>
      <p:sp>
        <p:nvSpPr>
          <p:cNvPr id="27" name="status-404">
            <a:extLst xmlns:a="http://schemas.openxmlformats.org/drawingml/2006/main">
              <a:ext uri="{FF2B5EF4-FFF2-40B4-BE49-F238E27FC236}">
                <a16:creationId xmlns:a16="http://schemas.microsoft.com/office/drawing/2014/main" id="{5225EA9E-FFC5-4E60-AFF9-D3E3ABEE0F16}"/>
              </a:ext>
            </a:extLst>
          </p:cNvPr>
          <p:cNvSpPr>
            <a:spLocks xmlns:a="http://schemas.openxmlformats.org/drawingml/2006/main" noGrp="1"/>
          </p:cNvSpPr>
          <p:nvPr/>
        </p:nvSpPr>
        <p:spPr>
          <a:xfrm xmlns:a="http://schemas.openxmlformats.org/drawingml/2006/main">
            <a:off x="6534150" y="3200400"/>
            <a:ext cx="5048250" cy="590550"/>
          </a:xfrm>
          <a:prstGeom xmlns:a="http://schemas.openxmlformats.org/drawingml/2006/main" prst="roundRect">
            <a:avLst>
              <a:gd name="adj" fmla="val 12903"/>
            </a:avLst>
          </a:prstGeom>
          <a:solidFill xmlns:a="http://schemas.openxmlformats.org/drawingml/2006/main">
            <a:srgbClr val="FFFEFA"/>
          </a:solidFill>
          <a:ln xmlns:a="http://schemas.openxmlformats.org/drawingml/2006/main" w="9525">
            <a:solidFill>
              <a:srgbClr val="E5E1D8"/>
            </a:solidFill>
            <a:prstDash val="solid"/>
          </a:ln>
        </p:spPr>
      </p:sp>
      <p:sp>
        <p:nvSpPr>
          <p:cNvPr id="28" name="">
            <a:extLst xmlns:a="http://schemas.openxmlformats.org/drawingml/2006/main">
              <a:ext uri="{FF2B5EF4-FFF2-40B4-BE49-F238E27FC236}">
                <a16:creationId xmlns:a16="http://schemas.microsoft.com/office/drawing/2014/main" id="{B8C98114-E495-490D-A932-64349CA0F9B7}"/>
              </a:ext>
            </a:extLst>
          </p:cNvPr>
          <p:cNvSpPr>
            <a:spLocks xmlns:a="http://schemas.openxmlformats.org/drawingml/2006/main" noGrp="1"/>
          </p:cNvSpPr>
          <p:nvPr/>
        </p:nvSpPr>
        <p:spPr>
          <a:xfrm xmlns:a="http://schemas.openxmlformats.org/drawingml/2006/main">
            <a:off x="6724650" y="3343275"/>
            <a:ext cx="609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i="0">
                <a:solidFill>
                  <a:srgbClr val="B74C45"/>
                </a:solidFill>
              </a:defRPr>
            </a:pPr>
            <a:r>
              <a:rPr sz="1500" b="1" i="0">
                <a:solidFill>
                  <a:srgbClr val="B74C45"/>
                </a:solidFill>
              </a:rPr>
              <a:t>404</a:t>
            </a:r>
          </a:p>
        </p:txBody>
      </p:sp>
      <p:sp>
        <p:nvSpPr>
          <p:cNvPr id="29" name="">
            <a:extLst xmlns:a="http://schemas.openxmlformats.org/drawingml/2006/main">
              <a:ext uri="{FF2B5EF4-FFF2-40B4-BE49-F238E27FC236}">
                <a16:creationId xmlns:a16="http://schemas.microsoft.com/office/drawing/2014/main" id="{445CECBB-9006-4FE5-8FEF-C5D51BCBFF78}"/>
              </a:ext>
            </a:extLst>
          </p:cNvPr>
          <p:cNvSpPr>
            <a:spLocks xmlns:a="http://schemas.openxmlformats.org/drawingml/2006/main" noGrp="1"/>
          </p:cNvSpPr>
          <p:nvPr/>
        </p:nvSpPr>
        <p:spPr>
          <a:xfrm xmlns:a="http://schemas.openxmlformats.org/drawingml/2006/main">
            <a:off x="7543800" y="337185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i="0">
                <a:solidFill>
                  <a:srgbClr val="1D2922"/>
                </a:solidFill>
              </a:defRPr>
            </a:pPr>
            <a:r>
              <a:rPr sz="1125" b="1" i="0">
                <a:solidFill>
                  <a:srgbClr val="1D2922"/>
                </a:solidFill>
              </a:rPr>
              <a:t>Record / endpoint not found</a:t>
            </a:r>
          </a:p>
        </p:txBody>
      </p:sp>
      <p:sp>
        <p:nvSpPr>
          <p:cNvPr id="30" name="status-500">
            <a:extLst xmlns:a="http://schemas.openxmlformats.org/drawingml/2006/main">
              <a:ext uri="{FF2B5EF4-FFF2-40B4-BE49-F238E27FC236}">
                <a16:creationId xmlns:a16="http://schemas.microsoft.com/office/drawing/2014/main" id="{EA061432-FF15-4B9E-A8C0-70FBAE417534}"/>
              </a:ext>
            </a:extLst>
          </p:cNvPr>
          <p:cNvSpPr>
            <a:spLocks xmlns:a="http://schemas.openxmlformats.org/drawingml/2006/main" noGrp="1"/>
          </p:cNvSpPr>
          <p:nvPr/>
        </p:nvSpPr>
        <p:spPr>
          <a:xfrm xmlns:a="http://schemas.openxmlformats.org/drawingml/2006/main">
            <a:off x="6534150" y="3924300"/>
            <a:ext cx="5048250" cy="590550"/>
          </a:xfrm>
          <a:prstGeom xmlns:a="http://schemas.openxmlformats.org/drawingml/2006/main" prst="roundRect">
            <a:avLst>
              <a:gd name="adj" fmla="val 12903"/>
            </a:avLst>
          </a:prstGeom>
          <a:solidFill xmlns:a="http://schemas.openxmlformats.org/drawingml/2006/main">
            <a:srgbClr val="FFFEFA"/>
          </a:solidFill>
          <a:ln xmlns:a="http://schemas.openxmlformats.org/drawingml/2006/main" w="9525">
            <a:solidFill>
              <a:srgbClr val="E5E1D8"/>
            </a:solidFill>
            <a:prstDash val="solid"/>
          </a:ln>
        </p:spPr>
      </p:sp>
      <p:sp>
        <p:nvSpPr>
          <p:cNvPr id="31" name="">
            <a:extLst xmlns:a="http://schemas.openxmlformats.org/drawingml/2006/main">
              <a:ext uri="{FF2B5EF4-FFF2-40B4-BE49-F238E27FC236}">
                <a16:creationId xmlns:a16="http://schemas.microsoft.com/office/drawing/2014/main" id="{803A5313-CBAD-4574-B4A7-14A6100779FA}"/>
              </a:ext>
            </a:extLst>
          </p:cNvPr>
          <p:cNvSpPr>
            <a:spLocks xmlns:a="http://schemas.openxmlformats.org/drawingml/2006/main" noGrp="1"/>
          </p:cNvSpPr>
          <p:nvPr/>
        </p:nvSpPr>
        <p:spPr>
          <a:xfrm xmlns:a="http://schemas.openxmlformats.org/drawingml/2006/main">
            <a:off x="6724650" y="4067175"/>
            <a:ext cx="609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i="0">
                <a:solidFill>
                  <a:srgbClr val="B74C45"/>
                </a:solidFill>
              </a:defRPr>
            </a:pPr>
            <a:r>
              <a:rPr sz="1500" b="1" i="0">
                <a:solidFill>
                  <a:srgbClr val="B74C45"/>
                </a:solidFill>
              </a:rPr>
              <a:t>500</a:t>
            </a:r>
          </a:p>
        </p:txBody>
      </p:sp>
      <p:sp>
        <p:nvSpPr>
          <p:cNvPr id="32" name="">
            <a:extLst xmlns:a="http://schemas.openxmlformats.org/drawingml/2006/main">
              <a:ext uri="{FF2B5EF4-FFF2-40B4-BE49-F238E27FC236}">
                <a16:creationId xmlns:a16="http://schemas.microsoft.com/office/drawing/2014/main" id="{4E946BE1-317F-4642-8C05-4B3E223AEB0F}"/>
              </a:ext>
            </a:extLst>
          </p:cNvPr>
          <p:cNvSpPr>
            <a:spLocks xmlns:a="http://schemas.openxmlformats.org/drawingml/2006/main" noGrp="1"/>
          </p:cNvSpPr>
          <p:nvPr/>
        </p:nvSpPr>
        <p:spPr>
          <a:xfrm xmlns:a="http://schemas.openxmlformats.org/drawingml/2006/main">
            <a:off x="7543800" y="409575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i="0">
                <a:solidFill>
                  <a:srgbClr val="1D2922"/>
                </a:solidFill>
              </a:defRPr>
            </a:pPr>
            <a:r>
              <a:rPr sz="1125" b="1" i="0">
                <a:solidFill>
                  <a:srgbClr val="1D2922"/>
                </a:solidFill>
              </a:rPr>
              <a:t>Unexpected server error</a:t>
            </a:r>
          </a:p>
        </p:txBody>
      </p:sp>
      <p:sp>
        <p:nvSpPr>
          <p:cNvPr id="33" name="status-503">
            <a:extLst xmlns:a="http://schemas.openxmlformats.org/drawingml/2006/main">
              <a:ext uri="{FF2B5EF4-FFF2-40B4-BE49-F238E27FC236}">
                <a16:creationId xmlns:a16="http://schemas.microsoft.com/office/drawing/2014/main" id="{46DB7E0A-F272-4038-B107-9D015FAEE93F}"/>
              </a:ext>
            </a:extLst>
          </p:cNvPr>
          <p:cNvSpPr>
            <a:spLocks xmlns:a="http://schemas.openxmlformats.org/drawingml/2006/main" noGrp="1"/>
          </p:cNvSpPr>
          <p:nvPr/>
        </p:nvSpPr>
        <p:spPr>
          <a:xfrm xmlns:a="http://schemas.openxmlformats.org/drawingml/2006/main">
            <a:off x="6534150" y="4648200"/>
            <a:ext cx="5048250" cy="590550"/>
          </a:xfrm>
          <a:prstGeom xmlns:a="http://schemas.openxmlformats.org/drawingml/2006/main" prst="roundRect">
            <a:avLst>
              <a:gd name="adj" fmla="val 12903"/>
            </a:avLst>
          </a:prstGeom>
          <a:solidFill xmlns:a="http://schemas.openxmlformats.org/drawingml/2006/main">
            <a:srgbClr val="FFFEFA"/>
          </a:solidFill>
          <a:ln xmlns:a="http://schemas.openxmlformats.org/drawingml/2006/main" w="9525">
            <a:solidFill>
              <a:srgbClr val="E5E1D8"/>
            </a:solidFill>
            <a:prstDash val="solid"/>
          </a:ln>
        </p:spPr>
      </p:sp>
      <p:sp>
        <p:nvSpPr>
          <p:cNvPr id="34" name="">
            <a:extLst xmlns:a="http://schemas.openxmlformats.org/drawingml/2006/main">
              <a:ext uri="{FF2B5EF4-FFF2-40B4-BE49-F238E27FC236}">
                <a16:creationId xmlns:a16="http://schemas.microsoft.com/office/drawing/2014/main" id="{1E865F03-780D-453C-A217-A3A580537821}"/>
              </a:ext>
            </a:extLst>
          </p:cNvPr>
          <p:cNvSpPr>
            <a:spLocks xmlns:a="http://schemas.openxmlformats.org/drawingml/2006/main" noGrp="1"/>
          </p:cNvSpPr>
          <p:nvPr/>
        </p:nvSpPr>
        <p:spPr>
          <a:xfrm xmlns:a="http://schemas.openxmlformats.org/drawingml/2006/main">
            <a:off x="6724650" y="4791075"/>
            <a:ext cx="609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i="0">
                <a:solidFill>
                  <a:srgbClr val="C8A96A"/>
                </a:solidFill>
              </a:defRPr>
            </a:pPr>
            <a:r>
              <a:rPr sz="1500" b="1" i="0">
                <a:solidFill>
                  <a:srgbClr val="C8A96A"/>
                </a:solidFill>
              </a:rPr>
              <a:t>503</a:t>
            </a:r>
          </a:p>
        </p:txBody>
      </p:sp>
      <p:sp>
        <p:nvSpPr>
          <p:cNvPr id="35" name="">
            <a:extLst xmlns:a="http://schemas.openxmlformats.org/drawingml/2006/main">
              <a:ext uri="{FF2B5EF4-FFF2-40B4-BE49-F238E27FC236}">
                <a16:creationId xmlns:a16="http://schemas.microsoft.com/office/drawing/2014/main" id="{13FAA964-3A22-4086-860C-CCA067919E40}"/>
              </a:ext>
            </a:extLst>
          </p:cNvPr>
          <p:cNvSpPr>
            <a:spLocks xmlns:a="http://schemas.openxmlformats.org/drawingml/2006/main" noGrp="1"/>
          </p:cNvSpPr>
          <p:nvPr/>
        </p:nvSpPr>
        <p:spPr>
          <a:xfrm xmlns:a="http://schemas.openxmlformats.org/drawingml/2006/main">
            <a:off x="7543800" y="481965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i="0">
                <a:solidFill>
                  <a:srgbClr val="1D2922"/>
                </a:solidFill>
              </a:defRPr>
            </a:pPr>
            <a:r>
              <a:rPr sz="1125" b="1" i="0">
                <a:solidFill>
                  <a:srgbClr val="1D2922"/>
                </a:solidFill>
              </a:rPr>
              <a:t>Database health check failed</a:t>
            </a:r>
          </a:p>
        </p:txBody>
      </p:sp>
      <p:sp>
        <p:nvSpPr>
          <p:cNvPr id="36" name="">
            <a:extLst xmlns:a="http://schemas.openxmlformats.org/drawingml/2006/main">
              <a:ext uri="{FF2B5EF4-FFF2-40B4-BE49-F238E27FC236}">
                <a16:creationId xmlns:a16="http://schemas.microsoft.com/office/drawing/2014/main" id="{0937D40A-53DD-4194-812D-7FBF19418C1D}"/>
              </a:ext>
            </a:extLst>
          </p:cNvPr>
          <p:cNvSpPr>
            <a:spLocks xmlns:a="http://schemas.openxmlformats.org/drawingml/2006/main" noGrp="1"/>
          </p:cNvSpPr>
          <p:nvPr/>
        </p:nvSpPr>
        <p:spPr>
          <a:xfrm xmlns:a="http://schemas.openxmlformats.org/drawingml/2006/main">
            <a:off x="6667500" y="55816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69746D"/>
                </a:solidFill>
              </a:defRPr>
            </a:pPr>
            <a:r>
              <a:rPr sz="1050" b="0" i="0">
                <a:solidFill>
                  <a:srgbClr val="69746D"/>
                </a:solidFill>
              </a:rPr>
              <a:t>Unexpected exceptions are logged on the server; the browser receives a generic 500 message instead of internal details.</a:t>
            </a:r>
          </a:p>
        </p:txBody>
      </p:sp>
      <p:sp>
        <p:nvSpPr>
          <p:cNvPr id="37" name="">
            <a:extLst xmlns:a="http://schemas.openxmlformats.org/drawingml/2006/main">
              <a:ext uri="{FF2B5EF4-FFF2-40B4-BE49-F238E27FC236}">
                <a16:creationId xmlns:a16="http://schemas.microsoft.com/office/drawing/2014/main" id="{D1732DA9-3D1C-4212-908F-11DE67F5C92A}"/>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405071243"/>
      </p:ext>
    </p:extLst>
  </p:cSld>
</p:sld>
</file>

<file path=ppt/slides/slide36.xml><?xml version="1.0" encoding="utf-8"?>
<p:sld xmlns:p="http://schemas.openxmlformats.org/presentationml/2006/main">
  <p:cSld>
    <p:bg>
      <p:bgPr>
        <a:solidFill xmlns:a="http://schemas.openxmlformats.org/drawingml/2006/main">
          <a:srgbClr val="071B12"/>
        </a:solidFill>
      </p:bgPr>
    </p:bg>
    <p:spTree>
      <p:nvGrpSpPr>
        <p:cNvPr id="1" name=""/>
        <p:cNvGrpSpPr/>
        <p:nvPr/>
      </p:nvGrpSpPr>
      <p:grpSpPr>
        <a:xfrm xmlns:a="http://schemas.openxmlformats.org/drawingml/2006/main"/>
      </p:grpSpPr>
      <p:sp>
        <p:nvSpPr>
          <p:cNvPr id="59" name="top-accent">
            <a:extLst xmlns:a="http://schemas.openxmlformats.org/drawingml/2006/main">
              <a:ext uri="{FF2B5EF4-FFF2-40B4-BE49-F238E27FC236}">
                <a16:creationId xmlns:a16="http://schemas.microsoft.com/office/drawing/2014/main" id="{DE434C8E-8D05-4F6B-9858-AABAF07010B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DBF5FFBD-EFED-41CF-B6CE-AAA028FC7EB3}"/>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STAGE 4 · BACKEND</a:t>
            </a:r>
          </a:p>
        </p:txBody>
      </p:sp>
      <p:sp>
        <p:nvSpPr>
          <p:cNvPr id="3" name="slide-number">
            <a:extLst xmlns:a="http://schemas.openxmlformats.org/drawingml/2006/main">
              <a:ext uri="{FF2B5EF4-FFF2-40B4-BE49-F238E27FC236}">
                <a16:creationId xmlns:a16="http://schemas.microsoft.com/office/drawing/2014/main" id="{1E8D16B2-7B43-4558-AD40-D495E7A49793}"/>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36</a:t>
            </a:r>
          </a:p>
        </p:txBody>
      </p:sp>
      <p:sp>
        <p:nvSpPr>
          <p:cNvPr id="4" name="workflow-title">
            <a:extLst xmlns:a="http://schemas.openxmlformats.org/drawingml/2006/main">
              <a:ext uri="{FF2B5EF4-FFF2-40B4-BE49-F238E27FC236}">
                <a16:creationId xmlns:a16="http://schemas.microsoft.com/office/drawing/2014/main" id="{5D09BBB6-E4C3-467F-9831-5F5E33DFABFE}"/>
              </a:ext>
            </a:extLst>
          </p:cNvPr>
          <p:cNvSpPr>
            <a:spLocks xmlns:a="http://schemas.openxmlformats.org/drawingml/2006/main" noGrp="1"/>
          </p:cNvSpPr>
          <p:nvPr/>
        </p:nvSpPr>
        <p:spPr>
          <a:xfrm xmlns:a="http://schemas.openxmlformats.org/drawingml/2006/main">
            <a:off x="609600" y="6286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FFFEFA"/>
                </a:solidFill>
              </a:defRPr>
            </a:pPr>
            <a:r>
              <a:rPr sz="2550" b="1" i="0">
                <a:solidFill>
                  <a:srgbClr val="FFFEFA"/>
                </a:solidFill>
              </a:rPr>
              <a:t>One page load completes the full request–response cycle</a:t>
            </a:r>
          </a:p>
        </p:txBody>
      </p:sp>
      <p:sp>
        <p:nvSpPr>
          <p:cNvPr id="5" name="">
            <a:extLst xmlns:a="http://schemas.openxmlformats.org/drawingml/2006/main">
              <a:ext uri="{FF2B5EF4-FFF2-40B4-BE49-F238E27FC236}">
                <a16:creationId xmlns:a16="http://schemas.microsoft.com/office/drawing/2014/main" id="{EC5E9D80-37A5-437F-B79A-03A953C85052}"/>
              </a:ext>
            </a:extLst>
          </p:cNvPr>
          <p:cNvSpPr>
            <a:spLocks xmlns:a="http://schemas.openxmlformats.org/drawingml/2006/main" noGrp="1"/>
          </p:cNvSpPr>
          <p:nvPr/>
        </p:nvSpPr>
        <p:spPr>
          <a:xfrm xmlns:a="http://schemas.openxmlformats.org/drawingml/2006/main">
            <a:off x="609600" y="118110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C6D2CB"/>
                </a:solidFill>
              </a:defRPr>
            </a:pPr>
            <a:r>
              <a:rPr sz="1275" b="0" i="0">
                <a:solidFill>
                  <a:srgbClr val="C6D2CB"/>
                </a:solidFill>
              </a:rPr>
              <a:t>Actual example: opening the Groups Explorer</a:t>
            </a:r>
          </a:p>
        </p:txBody>
      </p:sp>
      <p:sp>
        <p:nvSpPr>
          <p:cNvPr id="6" name="workflow-step-1">
            <a:extLst xmlns:a="http://schemas.openxmlformats.org/drawingml/2006/main">
              <a:ext uri="{FF2B5EF4-FFF2-40B4-BE49-F238E27FC236}">
                <a16:creationId xmlns:a16="http://schemas.microsoft.com/office/drawing/2014/main" id="{F355605E-DAA1-4923-B4A7-A9C17ACCC517}"/>
              </a:ext>
            </a:extLst>
          </p:cNvPr>
          <p:cNvSpPr>
            <a:spLocks xmlns:a="http://schemas.openxmlformats.org/drawingml/2006/main" noGrp="1"/>
          </p:cNvSpPr>
          <p:nvPr/>
        </p:nvSpPr>
        <p:spPr>
          <a:xfrm xmlns:a="http://schemas.openxmlformats.org/drawingml/2006/main">
            <a:off x="552450" y="1809750"/>
            <a:ext cx="2571750" cy="1257300"/>
          </a:xfrm>
          <a:prstGeom xmlns:a="http://schemas.openxmlformats.org/drawingml/2006/main" prst="roundRect">
            <a:avLst>
              <a:gd name="adj" fmla="val 6061"/>
            </a:avLst>
          </a:prstGeom>
          <a:solidFill xmlns:a="http://schemas.openxmlformats.org/drawingml/2006/main">
            <a:srgbClr val="0C291B"/>
          </a:solidFill>
          <a:ln xmlns:a="http://schemas.openxmlformats.org/drawingml/2006/main" w="9525">
            <a:solidFill>
              <a:srgbClr val="315440"/>
            </a:solidFill>
            <a:prstDash val="solid"/>
          </a:ln>
        </p:spPr>
      </p:sp>
      <p:sp>
        <p:nvSpPr>
          <p:cNvPr id="7" name="">
            <a:extLst xmlns:a="http://schemas.openxmlformats.org/drawingml/2006/main">
              <a:ext uri="{FF2B5EF4-FFF2-40B4-BE49-F238E27FC236}">
                <a16:creationId xmlns:a16="http://schemas.microsoft.com/office/drawing/2014/main" id="{ACFDD6E5-943C-4E8F-8E12-C8EDB31147E8}"/>
              </a:ext>
            </a:extLst>
          </p:cNvPr>
          <p:cNvSpPr>
            <a:spLocks xmlns:a="http://schemas.openxmlformats.org/drawingml/2006/main" noGrp="1"/>
          </p:cNvSpPr>
          <p:nvPr/>
        </p:nvSpPr>
        <p:spPr>
          <a:xfrm xmlns:a="http://schemas.openxmlformats.org/drawingml/2006/main">
            <a:off x="723900" y="2000250"/>
            <a:ext cx="400050" cy="400050"/>
          </a:xfrm>
          <a:prstGeom xmlns:a="http://schemas.openxmlformats.org/drawingml/2006/main" prst="ellipse">
            <a:avLst/>
          </a:prstGeom>
          <a:solidFill xmlns:a="http://schemas.openxmlformats.org/drawingml/2006/main">
            <a:srgbClr val="1A4A3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4201BD6-7E4A-4966-8073-3BEB2CB289AD}"/>
              </a:ext>
            </a:extLst>
          </p:cNvPr>
          <p:cNvSpPr>
            <a:spLocks xmlns:a="http://schemas.openxmlformats.org/drawingml/2006/main" noGrp="1"/>
          </p:cNvSpPr>
          <p:nvPr/>
        </p:nvSpPr>
        <p:spPr>
          <a:xfrm xmlns:a="http://schemas.openxmlformats.org/drawingml/2006/main">
            <a:off x="781050" y="2105025"/>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FFFEFA"/>
                </a:solidFill>
              </a:defRPr>
            </a:pPr>
            <a:r>
              <a:rPr sz="1050" b="1" i="0">
                <a:solidFill>
                  <a:srgbClr val="FFFEFA"/>
                </a:solidFill>
              </a:rPr>
              <a:t>1</a:t>
            </a:r>
          </a:p>
        </p:txBody>
      </p:sp>
      <p:sp>
        <p:nvSpPr>
          <p:cNvPr id="9" name="">
            <a:extLst xmlns:a="http://schemas.openxmlformats.org/drawingml/2006/main">
              <a:ext uri="{FF2B5EF4-FFF2-40B4-BE49-F238E27FC236}">
                <a16:creationId xmlns:a16="http://schemas.microsoft.com/office/drawing/2014/main" id="{12884808-DC61-4FBD-B81D-97AC52AB5B6E}"/>
              </a:ext>
            </a:extLst>
          </p:cNvPr>
          <p:cNvSpPr>
            <a:spLocks xmlns:a="http://schemas.openxmlformats.org/drawingml/2006/main" noGrp="1"/>
          </p:cNvSpPr>
          <p:nvPr/>
        </p:nvSpPr>
        <p:spPr>
          <a:xfrm xmlns:a="http://schemas.openxmlformats.org/drawingml/2006/main">
            <a:off x="1257300" y="2000250"/>
            <a:ext cx="1676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i="0">
                <a:solidFill>
                  <a:srgbClr val="C8A96A"/>
                </a:solidFill>
              </a:defRPr>
            </a:pPr>
            <a:r>
              <a:rPr sz="825" b="1" i="0">
                <a:solidFill>
                  <a:srgbClr val="C8A96A"/>
                </a:solidFill>
              </a:rPr>
              <a:t>USER</a:t>
            </a:r>
          </a:p>
        </p:txBody>
      </p:sp>
      <p:sp>
        <p:nvSpPr>
          <p:cNvPr id="10" name="">
            <a:extLst xmlns:a="http://schemas.openxmlformats.org/drawingml/2006/main">
              <a:ext uri="{FF2B5EF4-FFF2-40B4-BE49-F238E27FC236}">
                <a16:creationId xmlns:a16="http://schemas.microsoft.com/office/drawing/2014/main" id="{CA14C553-C461-4E16-A4F2-8AB2DF0AE5EF}"/>
              </a:ext>
            </a:extLst>
          </p:cNvPr>
          <p:cNvSpPr>
            <a:spLocks xmlns:a="http://schemas.openxmlformats.org/drawingml/2006/main" noGrp="1"/>
          </p:cNvSpPr>
          <p:nvPr/>
        </p:nvSpPr>
        <p:spPr>
          <a:xfrm xmlns:a="http://schemas.openxmlformats.org/drawingml/2006/main">
            <a:off x="1257300" y="2343150"/>
            <a:ext cx="1676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i="0">
                <a:solidFill>
                  <a:srgbClr val="FFFEFA"/>
                </a:solidFill>
              </a:defRPr>
            </a:pPr>
            <a:r>
              <a:rPr sz="1200" b="1" i="0">
                <a:solidFill>
                  <a:srgbClr val="FFFEFA"/>
                </a:solidFill>
              </a:rPr>
              <a:t>opens groups.html</a:t>
            </a:r>
          </a:p>
        </p:txBody>
      </p:sp>
      <p:sp>
        <p:nvSpPr>
          <p:cNvPr id="11" name="workflow-arrow-1">
            <a:extLst xmlns:a="http://schemas.openxmlformats.org/drawingml/2006/main">
              <a:ext uri="{FF2B5EF4-FFF2-40B4-BE49-F238E27FC236}">
                <a16:creationId xmlns:a16="http://schemas.microsoft.com/office/drawing/2014/main" id="{89F83E76-296F-4BEB-B677-A530992EE0FF}"/>
              </a:ext>
            </a:extLst>
          </p:cNvPr>
          <p:cNvSpPr>
            <a:spLocks xmlns:a="http://schemas.openxmlformats.org/drawingml/2006/main" noGrp="1"/>
          </p:cNvSpPr>
          <p:nvPr/>
        </p:nvSpPr>
        <p:spPr>
          <a:xfrm xmlns:a="http://schemas.openxmlformats.org/drawingml/2006/main">
            <a:off x="3124200" y="22764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i="0">
                <a:solidFill>
                  <a:srgbClr val="C8A96A"/>
                </a:solidFill>
              </a:defRPr>
            </a:pPr>
            <a:r>
              <a:rPr sz="1800" b="1" i="0">
                <a:solidFill>
                  <a:srgbClr val="C8A96A"/>
                </a:solidFill>
              </a:rPr>
              <a:t>→</a:t>
            </a:r>
          </a:p>
        </p:txBody>
      </p:sp>
      <p:sp>
        <p:nvSpPr>
          <p:cNvPr id="12" name="workflow-step-2">
            <a:extLst xmlns:a="http://schemas.openxmlformats.org/drawingml/2006/main">
              <a:ext uri="{FF2B5EF4-FFF2-40B4-BE49-F238E27FC236}">
                <a16:creationId xmlns:a16="http://schemas.microsoft.com/office/drawing/2014/main" id="{35FC8E21-1951-49AD-AAA5-02F23D21859F}"/>
              </a:ext>
            </a:extLst>
          </p:cNvPr>
          <p:cNvSpPr>
            <a:spLocks xmlns:a="http://schemas.openxmlformats.org/drawingml/2006/main" noGrp="1"/>
          </p:cNvSpPr>
          <p:nvPr/>
        </p:nvSpPr>
        <p:spPr>
          <a:xfrm xmlns:a="http://schemas.openxmlformats.org/drawingml/2006/main">
            <a:off x="3429000" y="1809750"/>
            <a:ext cx="2571750" cy="1257300"/>
          </a:xfrm>
          <a:prstGeom xmlns:a="http://schemas.openxmlformats.org/drawingml/2006/main" prst="roundRect">
            <a:avLst>
              <a:gd name="adj" fmla="val 6061"/>
            </a:avLst>
          </a:prstGeom>
          <a:solidFill xmlns:a="http://schemas.openxmlformats.org/drawingml/2006/main">
            <a:srgbClr val="0C291B"/>
          </a:solidFill>
          <a:ln xmlns:a="http://schemas.openxmlformats.org/drawingml/2006/main" w="9525">
            <a:solidFill>
              <a:srgbClr val="315440"/>
            </a:solidFill>
            <a:prstDash val="solid"/>
          </a:ln>
        </p:spPr>
      </p:sp>
      <p:sp>
        <p:nvSpPr>
          <p:cNvPr id="13" name="">
            <a:extLst xmlns:a="http://schemas.openxmlformats.org/drawingml/2006/main">
              <a:ext uri="{FF2B5EF4-FFF2-40B4-BE49-F238E27FC236}">
                <a16:creationId xmlns:a16="http://schemas.microsoft.com/office/drawing/2014/main" id="{7B7EAC35-ED6A-4F4E-89E7-2BC776897BBF}"/>
              </a:ext>
            </a:extLst>
          </p:cNvPr>
          <p:cNvSpPr>
            <a:spLocks xmlns:a="http://schemas.openxmlformats.org/drawingml/2006/main" noGrp="1"/>
          </p:cNvSpPr>
          <p:nvPr/>
        </p:nvSpPr>
        <p:spPr>
          <a:xfrm xmlns:a="http://schemas.openxmlformats.org/drawingml/2006/main">
            <a:off x="3600450" y="2000250"/>
            <a:ext cx="400050" cy="400050"/>
          </a:xfrm>
          <a:prstGeom xmlns:a="http://schemas.openxmlformats.org/drawingml/2006/main" prst="ellipse">
            <a:avLst/>
          </a:prstGeom>
          <a:solidFill xmlns:a="http://schemas.openxmlformats.org/drawingml/2006/main">
            <a:srgbClr val="1A4A3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005D0FE-3F1B-4A2B-8A9B-DF19DF44786F}"/>
              </a:ext>
            </a:extLst>
          </p:cNvPr>
          <p:cNvSpPr>
            <a:spLocks xmlns:a="http://schemas.openxmlformats.org/drawingml/2006/main" noGrp="1"/>
          </p:cNvSpPr>
          <p:nvPr/>
        </p:nvSpPr>
        <p:spPr>
          <a:xfrm xmlns:a="http://schemas.openxmlformats.org/drawingml/2006/main">
            <a:off x="3657600" y="2105025"/>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FFFEFA"/>
                </a:solidFill>
              </a:defRPr>
            </a:pPr>
            <a:r>
              <a:rPr sz="1050" b="1" i="0">
                <a:solidFill>
                  <a:srgbClr val="FFFEFA"/>
                </a:solidFill>
              </a:rPr>
              <a:t>2</a:t>
            </a:r>
          </a:p>
        </p:txBody>
      </p:sp>
      <p:sp>
        <p:nvSpPr>
          <p:cNvPr id="15" name="">
            <a:extLst xmlns:a="http://schemas.openxmlformats.org/drawingml/2006/main">
              <a:ext uri="{FF2B5EF4-FFF2-40B4-BE49-F238E27FC236}">
                <a16:creationId xmlns:a16="http://schemas.microsoft.com/office/drawing/2014/main" id="{4E6CC3D1-53C0-4116-A93F-342A7D86F275}"/>
              </a:ext>
            </a:extLst>
          </p:cNvPr>
          <p:cNvSpPr>
            <a:spLocks xmlns:a="http://schemas.openxmlformats.org/drawingml/2006/main" noGrp="1"/>
          </p:cNvSpPr>
          <p:nvPr/>
        </p:nvSpPr>
        <p:spPr>
          <a:xfrm xmlns:a="http://schemas.openxmlformats.org/drawingml/2006/main">
            <a:off x="4133850" y="2000250"/>
            <a:ext cx="1676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i="0">
                <a:solidFill>
                  <a:srgbClr val="C8A96A"/>
                </a:solidFill>
              </a:defRPr>
            </a:pPr>
            <a:r>
              <a:rPr sz="825" b="1" i="0">
                <a:solidFill>
                  <a:srgbClr val="C8A96A"/>
                </a:solidFill>
              </a:rPr>
              <a:t>JAVASCRIPT</a:t>
            </a:r>
          </a:p>
        </p:txBody>
      </p:sp>
      <p:sp>
        <p:nvSpPr>
          <p:cNvPr id="16" name="">
            <a:extLst xmlns:a="http://schemas.openxmlformats.org/drawingml/2006/main">
              <a:ext uri="{FF2B5EF4-FFF2-40B4-BE49-F238E27FC236}">
                <a16:creationId xmlns:a16="http://schemas.microsoft.com/office/drawing/2014/main" id="{3D3E2FD6-A57B-4D19-81AA-15F2CCE7CC29}"/>
              </a:ext>
            </a:extLst>
          </p:cNvPr>
          <p:cNvSpPr>
            <a:spLocks xmlns:a="http://schemas.openxmlformats.org/drawingml/2006/main" noGrp="1"/>
          </p:cNvSpPr>
          <p:nvPr/>
        </p:nvSpPr>
        <p:spPr>
          <a:xfrm xmlns:a="http://schemas.openxmlformats.org/drawingml/2006/main">
            <a:off x="4133850" y="2343150"/>
            <a:ext cx="1676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i="0">
                <a:solidFill>
                  <a:srgbClr val="FFFEFA"/>
                </a:solidFill>
              </a:defRPr>
            </a:pPr>
            <a:r>
              <a:rPr sz="1200" b="1" i="0">
                <a:solidFill>
                  <a:srgbClr val="FFFEFA"/>
                </a:solidFill>
              </a:rPr>
              <a:t>GET /groups?page=1&amp;limit=100</a:t>
            </a:r>
          </a:p>
        </p:txBody>
      </p:sp>
      <p:sp>
        <p:nvSpPr>
          <p:cNvPr id="17" name="workflow-arrow-2">
            <a:extLst xmlns:a="http://schemas.openxmlformats.org/drawingml/2006/main">
              <a:ext uri="{FF2B5EF4-FFF2-40B4-BE49-F238E27FC236}">
                <a16:creationId xmlns:a16="http://schemas.microsoft.com/office/drawing/2014/main" id="{F49E49B9-6CA6-426B-9782-10748B0B8E3A}"/>
              </a:ext>
            </a:extLst>
          </p:cNvPr>
          <p:cNvSpPr>
            <a:spLocks xmlns:a="http://schemas.openxmlformats.org/drawingml/2006/main" noGrp="1"/>
          </p:cNvSpPr>
          <p:nvPr/>
        </p:nvSpPr>
        <p:spPr>
          <a:xfrm xmlns:a="http://schemas.openxmlformats.org/drawingml/2006/main">
            <a:off x="6000750" y="22764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i="0">
                <a:solidFill>
                  <a:srgbClr val="C8A96A"/>
                </a:solidFill>
              </a:defRPr>
            </a:pPr>
            <a:r>
              <a:rPr sz="1800" b="1" i="0">
                <a:solidFill>
                  <a:srgbClr val="C8A96A"/>
                </a:solidFill>
              </a:rPr>
              <a:t>→</a:t>
            </a:r>
          </a:p>
        </p:txBody>
      </p:sp>
      <p:sp>
        <p:nvSpPr>
          <p:cNvPr id="18" name="workflow-step-3">
            <a:extLst xmlns:a="http://schemas.openxmlformats.org/drawingml/2006/main">
              <a:ext uri="{FF2B5EF4-FFF2-40B4-BE49-F238E27FC236}">
                <a16:creationId xmlns:a16="http://schemas.microsoft.com/office/drawing/2014/main" id="{533A223B-4EF4-41E3-AC2A-A1B57BFF3E6D}"/>
              </a:ext>
            </a:extLst>
          </p:cNvPr>
          <p:cNvSpPr>
            <a:spLocks xmlns:a="http://schemas.openxmlformats.org/drawingml/2006/main" noGrp="1"/>
          </p:cNvSpPr>
          <p:nvPr/>
        </p:nvSpPr>
        <p:spPr>
          <a:xfrm xmlns:a="http://schemas.openxmlformats.org/drawingml/2006/main">
            <a:off x="6305550" y="1809750"/>
            <a:ext cx="2571750" cy="1257300"/>
          </a:xfrm>
          <a:prstGeom xmlns:a="http://schemas.openxmlformats.org/drawingml/2006/main" prst="roundRect">
            <a:avLst>
              <a:gd name="adj" fmla="val 6061"/>
            </a:avLst>
          </a:prstGeom>
          <a:solidFill xmlns:a="http://schemas.openxmlformats.org/drawingml/2006/main">
            <a:srgbClr val="0C291B"/>
          </a:solidFill>
          <a:ln xmlns:a="http://schemas.openxmlformats.org/drawingml/2006/main" w="9525">
            <a:solidFill>
              <a:srgbClr val="315440"/>
            </a:solidFill>
            <a:prstDash val="solid"/>
          </a:ln>
        </p:spPr>
      </p:sp>
      <p:sp>
        <p:nvSpPr>
          <p:cNvPr id="19" name="">
            <a:extLst xmlns:a="http://schemas.openxmlformats.org/drawingml/2006/main">
              <a:ext uri="{FF2B5EF4-FFF2-40B4-BE49-F238E27FC236}">
                <a16:creationId xmlns:a16="http://schemas.microsoft.com/office/drawing/2014/main" id="{53B562E9-A7A8-4FDD-9DEA-004B1065E018}"/>
              </a:ext>
            </a:extLst>
          </p:cNvPr>
          <p:cNvSpPr>
            <a:spLocks xmlns:a="http://schemas.openxmlformats.org/drawingml/2006/main" noGrp="1"/>
          </p:cNvSpPr>
          <p:nvPr/>
        </p:nvSpPr>
        <p:spPr>
          <a:xfrm xmlns:a="http://schemas.openxmlformats.org/drawingml/2006/main">
            <a:off x="6477000" y="2000250"/>
            <a:ext cx="400050" cy="400050"/>
          </a:xfrm>
          <a:prstGeom xmlns:a="http://schemas.openxmlformats.org/drawingml/2006/main" prst="ellipse">
            <a:avLst/>
          </a:prstGeom>
          <a:solidFill xmlns:a="http://schemas.openxmlformats.org/drawingml/2006/main">
            <a:srgbClr val="1A4A3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050A842-F060-4B38-A6D2-CD4BC24A8099}"/>
              </a:ext>
            </a:extLst>
          </p:cNvPr>
          <p:cNvSpPr>
            <a:spLocks xmlns:a="http://schemas.openxmlformats.org/drawingml/2006/main" noGrp="1"/>
          </p:cNvSpPr>
          <p:nvPr/>
        </p:nvSpPr>
        <p:spPr>
          <a:xfrm xmlns:a="http://schemas.openxmlformats.org/drawingml/2006/main">
            <a:off x="6534150" y="2105025"/>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FFFEFA"/>
                </a:solidFill>
              </a:defRPr>
            </a:pPr>
            <a:r>
              <a:rPr sz="1050" b="1" i="0">
                <a:solidFill>
                  <a:srgbClr val="FFFEFA"/>
                </a:solidFill>
              </a:rPr>
              <a:t>3</a:t>
            </a:r>
          </a:p>
        </p:txBody>
      </p:sp>
      <p:sp>
        <p:nvSpPr>
          <p:cNvPr id="21" name="">
            <a:extLst xmlns:a="http://schemas.openxmlformats.org/drawingml/2006/main">
              <a:ext uri="{FF2B5EF4-FFF2-40B4-BE49-F238E27FC236}">
                <a16:creationId xmlns:a16="http://schemas.microsoft.com/office/drawing/2014/main" id="{06E73234-ED9C-45D9-B187-466678E0023E}"/>
              </a:ext>
            </a:extLst>
          </p:cNvPr>
          <p:cNvSpPr>
            <a:spLocks xmlns:a="http://schemas.openxmlformats.org/drawingml/2006/main" noGrp="1"/>
          </p:cNvSpPr>
          <p:nvPr/>
        </p:nvSpPr>
        <p:spPr>
          <a:xfrm xmlns:a="http://schemas.openxmlformats.org/drawingml/2006/main">
            <a:off x="7010400" y="2000250"/>
            <a:ext cx="1676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i="0">
                <a:solidFill>
                  <a:srgbClr val="C8A96A"/>
                </a:solidFill>
              </a:defRPr>
            </a:pPr>
            <a:r>
              <a:rPr sz="825" b="1" i="0">
                <a:solidFill>
                  <a:srgbClr val="C8A96A"/>
                </a:solidFill>
              </a:rPr>
              <a:t>FLASK ROUTE</a:t>
            </a:r>
          </a:p>
        </p:txBody>
      </p:sp>
      <p:sp>
        <p:nvSpPr>
          <p:cNvPr id="22" name="">
            <a:extLst xmlns:a="http://schemas.openxmlformats.org/drawingml/2006/main">
              <a:ext uri="{FF2B5EF4-FFF2-40B4-BE49-F238E27FC236}">
                <a16:creationId xmlns:a16="http://schemas.microsoft.com/office/drawing/2014/main" id="{90516877-19C3-4283-BE1E-3859F3D0E557}"/>
              </a:ext>
            </a:extLst>
          </p:cNvPr>
          <p:cNvSpPr>
            <a:spLocks xmlns:a="http://schemas.openxmlformats.org/drawingml/2006/main" noGrp="1"/>
          </p:cNvSpPr>
          <p:nvPr/>
        </p:nvSpPr>
        <p:spPr>
          <a:xfrm xmlns:a="http://schemas.openxmlformats.org/drawingml/2006/main">
            <a:off x="7010400" y="2343150"/>
            <a:ext cx="1676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i="0">
                <a:solidFill>
                  <a:srgbClr val="FFFEFA"/>
                </a:solidFill>
              </a:defRPr>
            </a:pPr>
            <a:r>
              <a:rPr sz="1200" b="1" i="0">
                <a:solidFill>
                  <a:srgbClr val="FFFEFA"/>
                </a:solidFill>
              </a:rPr>
              <a:t>groups() validates page + limit</a:t>
            </a:r>
          </a:p>
        </p:txBody>
      </p:sp>
      <p:sp>
        <p:nvSpPr>
          <p:cNvPr id="23" name="workflow-arrow-3">
            <a:extLst xmlns:a="http://schemas.openxmlformats.org/drawingml/2006/main">
              <a:ext uri="{FF2B5EF4-FFF2-40B4-BE49-F238E27FC236}">
                <a16:creationId xmlns:a16="http://schemas.microsoft.com/office/drawing/2014/main" id="{4A43E91F-E567-43DD-89CC-7BD81DF3A384}"/>
              </a:ext>
            </a:extLst>
          </p:cNvPr>
          <p:cNvSpPr>
            <a:spLocks xmlns:a="http://schemas.openxmlformats.org/drawingml/2006/main" noGrp="1"/>
          </p:cNvSpPr>
          <p:nvPr/>
        </p:nvSpPr>
        <p:spPr>
          <a:xfrm xmlns:a="http://schemas.openxmlformats.org/drawingml/2006/main">
            <a:off x="8877300" y="22764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i="0">
                <a:solidFill>
                  <a:srgbClr val="C8A96A"/>
                </a:solidFill>
              </a:defRPr>
            </a:pPr>
            <a:r>
              <a:rPr sz="1800" b="1" i="0">
                <a:solidFill>
                  <a:srgbClr val="C8A96A"/>
                </a:solidFill>
              </a:rPr>
              <a:t>→</a:t>
            </a:r>
          </a:p>
        </p:txBody>
      </p:sp>
      <p:sp>
        <p:nvSpPr>
          <p:cNvPr id="24" name="workflow-step-4">
            <a:extLst xmlns:a="http://schemas.openxmlformats.org/drawingml/2006/main">
              <a:ext uri="{FF2B5EF4-FFF2-40B4-BE49-F238E27FC236}">
                <a16:creationId xmlns:a16="http://schemas.microsoft.com/office/drawing/2014/main" id="{C4F6B7D1-96DE-4A8B-9507-081775E1EEA8}"/>
              </a:ext>
            </a:extLst>
          </p:cNvPr>
          <p:cNvSpPr>
            <a:spLocks xmlns:a="http://schemas.openxmlformats.org/drawingml/2006/main" noGrp="1"/>
          </p:cNvSpPr>
          <p:nvPr/>
        </p:nvSpPr>
        <p:spPr>
          <a:xfrm xmlns:a="http://schemas.openxmlformats.org/drawingml/2006/main">
            <a:off x="9182100" y="1809750"/>
            <a:ext cx="2571750" cy="1257300"/>
          </a:xfrm>
          <a:prstGeom xmlns:a="http://schemas.openxmlformats.org/drawingml/2006/main" prst="roundRect">
            <a:avLst>
              <a:gd name="adj" fmla="val 6061"/>
            </a:avLst>
          </a:prstGeom>
          <a:solidFill xmlns:a="http://schemas.openxmlformats.org/drawingml/2006/main">
            <a:srgbClr val="0C291B"/>
          </a:solidFill>
          <a:ln xmlns:a="http://schemas.openxmlformats.org/drawingml/2006/main" w="9525">
            <a:solidFill>
              <a:srgbClr val="315440"/>
            </a:solidFill>
            <a:prstDash val="solid"/>
          </a:ln>
        </p:spPr>
      </p:sp>
      <p:sp>
        <p:nvSpPr>
          <p:cNvPr id="25" name="">
            <a:extLst xmlns:a="http://schemas.openxmlformats.org/drawingml/2006/main">
              <a:ext uri="{FF2B5EF4-FFF2-40B4-BE49-F238E27FC236}">
                <a16:creationId xmlns:a16="http://schemas.microsoft.com/office/drawing/2014/main" id="{9E0475DD-BFE9-4818-8CBA-C6D2B15227A9}"/>
              </a:ext>
            </a:extLst>
          </p:cNvPr>
          <p:cNvSpPr>
            <a:spLocks xmlns:a="http://schemas.openxmlformats.org/drawingml/2006/main" noGrp="1"/>
          </p:cNvSpPr>
          <p:nvPr/>
        </p:nvSpPr>
        <p:spPr>
          <a:xfrm xmlns:a="http://schemas.openxmlformats.org/drawingml/2006/main">
            <a:off x="9353550" y="2000250"/>
            <a:ext cx="400050" cy="400050"/>
          </a:xfrm>
          <a:prstGeom xmlns:a="http://schemas.openxmlformats.org/drawingml/2006/main" prst="ellipse">
            <a:avLst/>
          </a:prstGeom>
          <a:solidFill xmlns:a="http://schemas.openxmlformats.org/drawingml/2006/main">
            <a:srgbClr val="1A4A3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38C1ADB-2CD4-42FF-9B9F-94CAB0E70D27}"/>
              </a:ext>
            </a:extLst>
          </p:cNvPr>
          <p:cNvSpPr>
            <a:spLocks xmlns:a="http://schemas.openxmlformats.org/drawingml/2006/main" noGrp="1"/>
          </p:cNvSpPr>
          <p:nvPr/>
        </p:nvSpPr>
        <p:spPr>
          <a:xfrm xmlns:a="http://schemas.openxmlformats.org/drawingml/2006/main">
            <a:off x="9410700" y="2105025"/>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FFFEFA"/>
                </a:solidFill>
              </a:defRPr>
            </a:pPr>
            <a:r>
              <a:rPr sz="1050" b="1" i="0">
                <a:solidFill>
                  <a:srgbClr val="FFFEFA"/>
                </a:solidFill>
              </a:rPr>
              <a:t>4</a:t>
            </a:r>
          </a:p>
        </p:txBody>
      </p:sp>
      <p:sp>
        <p:nvSpPr>
          <p:cNvPr id="27" name="">
            <a:extLst xmlns:a="http://schemas.openxmlformats.org/drawingml/2006/main">
              <a:ext uri="{FF2B5EF4-FFF2-40B4-BE49-F238E27FC236}">
                <a16:creationId xmlns:a16="http://schemas.microsoft.com/office/drawing/2014/main" id="{657FF994-6E3F-430F-AE9A-A036FD006DA3}"/>
              </a:ext>
            </a:extLst>
          </p:cNvPr>
          <p:cNvSpPr>
            <a:spLocks xmlns:a="http://schemas.openxmlformats.org/drawingml/2006/main" noGrp="1"/>
          </p:cNvSpPr>
          <p:nvPr/>
        </p:nvSpPr>
        <p:spPr>
          <a:xfrm xmlns:a="http://schemas.openxmlformats.org/drawingml/2006/main">
            <a:off x="9886950" y="2000250"/>
            <a:ext cx="1676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i="0">
                <a:solidFill>
                  <a:srgbClr val="C8A96A"/>
                </a:solidFill>
              </a:defRPr>
            </a:pPr>
            <a:r>
              <a:rPr sz="825" b="1" i="0">
                <a:solidFill>
                  <a:srgbClr val="C8A96A"/>
                </a:solidFill>
              </a:rPr>
              <a:t>PYTHON</a:t>
            </a:r>
          </a:p>
        </p:txBody>
      </p:sp>
      <p:sp>
        <p:nvSpPr>
          <p:cNvPr id="28" name="">
            <a:extLst xmlns:a="http://schemas.openxmlformats.org/drawingml/2006/main">
              <a:ext uri="{FF2B5EF4-FFF2-40B4-BE49-F238E27FC236}">
                <a16:creationId xmlns:a16="http://schemas.microsoft.com/office/drawing/2014/main" id="{5768E891-6EAC-4F79-9C2A-0ECE4A6DD12D}"/>
              </a:ext>
            </a:extLst>
          </p:cNvPr>
          <p:cNvSpPr>
            <a:spLocks xmlns:a="http://schemas.openxmlformats.org/drawingml/2006/main" noGrp="1"/>
          </p:cNvSpPr>
          <p:nvPr/>
        </p:nvSpPr>
        <p:spPr>
          <a:xfrm xmlns:a="http://schemas.openxmlformats.org/drawingml/2006/main">
            <a:off x="9886950" y="2343150"/>
            <a:ext cx="1676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i="0">
                <a:solidFill>
                  <a:srgbClr val="FFFEFA"/>
                </a:solidFill>
              </a:defRPr>
            </a:pPr>
            <a:r>
              <a:rPr sz="1200" b="1" i="0">
                <a:solidFill>
                  <a:srgbClr val="FFFEFA"/>
                </a:solidFill>
              </a:rPr>
              <a:t>builds count and SELECT queries</a:t>
            </a:r>
          </a:p>
        </p:txBody>
      </p:sp>
      <p:sp>
        <p:nvSpPr>
          <p:cNvPr id="29" name="workflow-step-5">
            <a:extLst xmlns:a="http://schemas.openxmlformats.org/drawingml/2006/main">
              <a:ext uri="{FF2B5EF4-FFF2-40B4-BE49-F238E27FC236}">
                <a16:creationId xmlns:a16="http://schemas.microsoft.com/office/drawing/2014/main" id="{8B06E39C-D1C1-4E1F-B6E7-6FFE54718A39}"/>
              </a:ext>
            </a:extLst>
          </p:cNvPr>
          <p:cNvSpPr>
            <a:spLocks xmlns:a="http://schemas.openxmlformats.org/drawingml/2006/main" noGrp="1"/>
          </p:cNvSpPr>
          <p:nvPr/>
        </p:nvSpPr>
        <p:spPr>
          <a:xfrm xmlns:a="http://schemas.openxmlformats.org/drawingml/2006/main">
            <a:off x="552450" y="3505200"/>
            <a:ext cx="2571750" cy="1257300"/>
          </a:xfrm>
          <a:prstGeom xmlns:a="http://schemas.openxmlformats.org/drawingml/2006/main" prst="roundRect">
            <a:avLst>
              <a:gd name="adj" fmla="val 6061"/>
            </a:avLst>
          </a:prstGeom>
          <a:solidFill xmlns:a="http://schemas.openxmlformats.org/drawingml/2006/main">
            <a:srgbClr val="1A4A34"/>
          </a:solidFill>
          <a:ln xmlns:a="http://schemas.openxmlformats.org/drawingml/2006/main" w="9525">
            <a:solidFill>
              <a:srgbClr val="315440"/>
            </a:solidFill>
            <a:prstDash val="solid"/>
          </a:ln>
        </p:spPr>
      </p:sp>
      <p:sp>
        <p:nvSpPr>
          <p:cNvPr id="30" name="">
            <a:extLst xmlns:a="http://schemas.openxmlformats.org/drawingml/2006/main">
              <a:ext uri="{FF2B5EF4-FFF2-40B4-BE49-F238E27FC236}">
                <a16:creationId xmlns:a16="http://schemas.microsoft.com/office/drawing/2014/main" id="{8351106D-7CDF-460C-B4B3-808D1C7B3B7C}"/>
              </a:ext>
            </a:extLst>
          </p:cNvPr>
          <p:cNvSpPr>
            <a:spLocks xmlns:a="http://schemas.openxmlformats.org/drawingml/2006/main" noGrp="1"/>
          </p:cNvSpPr>
          <p:nvPr/>
        </p:nvSpPr>
        <p:spPr>
          <a:xfrm xmlns:a="http://schemas.openxmlformats.org/drawingml/2006/main">
            <a:off x="723900" y="3695700"/>
            <a:ext cx="400050" cy="400050"/>
          </a:xfrm>
          <a:prstGeom xmlns:a="http://schemas.openxmlformats.org/drawingml/2006/main" prst="ellipse">
            <a:avLst/>
          </a:prstGeom>
          <a:solidFill xmlns:a="http://schemas.openxmlformats.org/drawingml/2006/main">
            <a:srgbClr val="1A4A34"/>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9A7E5C2D-C30A-4467-8583-32D2ADFF6E58}"/>
              </a:ext>
            </a:extLst>
          </p:cNvPr>
          <p:cNvSpPr>
            <a:spLocks xmlns:a="http://schemas.openxmlformats.org/drawingml/2006/main" noGrp="1"/>
          </p:cNvSpPr>
          <p:nvPr/>
        </p:nvSpPr>
        <p:spPr>
          <a:xfrm xmlns:a="http://schemas.openxmlformats.org/drawingml/2006/main">
            <a:off x="781050" y="3800475"/>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FFFEFA"/>
                </a:solidFill>
              </a:defRPr>
            </a:pPr>
            <a:r>
              <a:rPr sz="1050" b="1" i="0">
                <a:solidFill>
                  <a:srgbClr val="FFFEFA"/>
                </a:solidFill>
              </a:rPr>
              <a:t>5</a:t>
            </a:r>
          </a:p>
        </p:txBody>
      </p:sp>
      <p:sp>
        <p:nvSpPr>
          <p:cNvPr id="32" name="">
            <a:extLst xmlns:a="http://schemas.openxmlformats.org/drawingml/2006/main">
              <a:ext uri="{FF2B5EF4-FFF2-40B4-BE49-F238E27FC236}">
                <a16:creationId xmlns:a16="http://schemas.microsoft.com/office/drawing/2014/main" id="{CB96833C-DB00-4D56-8147-02BB5799BA4E}"/>
              </a:ext>
            </a:extLst>
          </p:cNvPr>
          <p:cNvSpPr>
            <a:spLocks xmlns:a="http://schemas.openxmlformats.org/drawingml/2006/main" noGrp="1"/>
          </p:cNvSpPr>
          <p:nvPr/>
        </p:nvSpPr>
        <p:spPr>
          <a:xfrm xmlns:a="http://schemas.openxmlformats.org/drawingml/2006/main">
            <a:off x="1257300" y="3695700"/>
            <a:ext cx="1676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i="0">
                <a:solidFill>
                  <a:srgbClr val="C8A96A"/>
                </a:solidFill>
              </a:defRPr>
            </a:pPr>
            <a:r>
              <a:rPr sz="825" b="1" i="0">
                <a:solidFill>
                  <a:srgbClr val="C8A96A"/>
                </a:solidFill>
              </a:rPr>
              <a:t>MYSQL</a:t>
            </a:r>
          </a:p>
        </p:txBody>
      </p:sp>
      <p:sp>
        <p:nvSpPr>
          <p:cNvPr id="33" name="">
            <a:extLst xmlns:a="http://schemas.openxmlformats.org/drawingml/2006/main">
              <a:ext uri="{FF2B5EF4-FFF2-40B4-BE49-F238E27FC236}">
                <a16:creationId xmlns:a16="http://schemas.microsoft.com/office/drawing/2014/main" id="{DB601E64-4DA6-4C33-B3DF-EC2430ABE979}"/>
              </a:ext>
            </a:extLst>
          </p:cNvPr>
          <p:cNvSpPr>
            <a:spLocks xmlns:a="http://schemas.openxmlformats.org/drawingml/2006/main" noGrp="1"/>
          </p:cNvSpPr>
          <p:nvPr/>
        </p:nvSpPr>
        <p:spPr>
          <a:xfrm xmlns:a="http://schemas.openxmlformats.org/drawingml/2006/main">
            <a:off x="1257300" y="4038600"/>
            <a:ext cx="1676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i="0">
                <a:solidFill>
                  <a:srgbClr val="FFFEFA"/>
                </a:solidFill>
              </a:defRPr>
            </a:pPr>
            <a:r>
              <a:rPr sz="1200" b="1" i="0">
                <a:solidFill>
                  <a:srgbClr val="FFFEFA"/>
                </a:solidFill>
              </a:rPr>
              <a:t>returns dictionary rows</a:t>
            </a:r>
          </a:p>
        </p:txBody>
      </p:sp>
      <p:sp>
        <p:nvSpPr>
          <p:cNvPr id="34" name="workflow-arrow-5">
            <a:extLst xmlns:a="http://schemas.openxmlformats.org/drawingml/2006/main">
              <a:ext uri="{FF2B5EF4-FFF2-40B4-BE49-F238E27FC236}">
                <a16:creationId xmlns:a16="http://schemas.microsoft.com/office/drawing/2014/main" id="{B23D8B8D-D77D-4D25-BBB4-74CDBF99EC9D}"/>
              </a:ext>
            </a:extLst>
          </p:cNvPr>
          <p:cNvSpPr>
            <a:spLocks xmlns:a="http://schemas.openxmlformats.org/drawingml/2006/main" noGrp="1"/>
          </p:cNvSpPr>
          <p:nvPr/>
        </p:nvSpPr>
        <p:spPr>
          <a:xfrm xmlns:a="http://schemas.openxmlformats.org/drawingml/2006/main">
            <a:off x="3124200" y="39719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i="0">
                <a:solidFill>
                  <a:srgbClr val="C8A96A"/>
                </a:solidFill>
              </a:defRPr>
            </a:pPr>
            <a:r>
              <a:rPr sz="1800" b="1" i="0">
                <a:solidFill>
                  <a:srgbClr val="C8A96A"/>
                </a:solidFill>
              </a:rPr>
              <a:t>→</a:t>
            </a:r>
          </a:p>
        </p:txBody>
      </p:sp>
      <p:sp>
        <p:nvSpPr>
          <p:cNvPr id="35" name="workflow-step-6">
            <a:extLst xmlns:a="http://schemas.openxmlformats.org/drawingml/2006/main">
              <a:ext uri="{FF2B5EF4-FFF2-40B4-BE49-F238E27FC236}">
                <a16:creationId xmlns:a16="http://schemas.microsoft.com/office/drawing/2014/main" id="{2763BBC7-7BA0-41B6-8D1B-F621FC8903F5}"/>
              </a:ext>
            </a:extLst>
          </p:cNvPr>
          <p:cNvSpPr>
            <a:spLocks xmlns:a="http://schemas.openxmlformats.org/drawingml/2006/main" noGrp="1"/>
          </p:cNvSpPr>
          <p:nvPr/>
        </p:nvSpPr>
        <p:spPr>
          <a:xfrm xmlns:a="http://schemas.openxmlformats.org/drawingml/2006/main">
            <a:off x="3429000" y="3505200"/>
            <a:ext cx="2571750" cy="1257300"/>
          </a:xfrm>
          <a:prstGeom xmlns:a="http://schemas.openxmlformats.org/drawingml/2006/main" prst="roundRect">
            <a:avLst>
              <a:gd name="adj" fmla="val 6061"/>
            </a:avLst>
          </a:prstGeom>
          <a:solidFill xmlns:a="http://schemas.openxmlformats.org/drawingml/2006/main">
            <a:srgbClr val="1A4A34"/>
          </a:solidFill>
          <a:ln xmlns:a="http://schemas.openxmlformats.org/drawingml/2006/main" w="9525">
            <a:solidFill>
              <a:srgbClr val="315440"/>
            </a:solidFill>
            <a:prstDash val="solid"/>
          </a:ln>
        </p:spPr>
      </p:sp>
      <p:sp>
        <p:nvSpPr>
          <p:cNvPr id="36" name="">
            <a:extLst xmlns:a="http://schemas.openxmlformats.org/drawingml/2006/main">
              <a:ext uri="{FF2B5EF4-FFF2-40B4-BE49-F238E27FC236}">
                <a16:creationId xmlns:a16="http://schemas.microsoft.com/office/drawing/2014/main" id="{1B51B52A-3B61-49E5-808E-235ABB9AB150}"/>
              </a:ext>
            </a:extLst>
          </p:cNvPr>
          <p:cNvSpPr>
            <a:spLocks xmlns:a="http://schemas.openxmlformats.org/drawingml/2006/main" noGrp="1"/>
          </p:cNvSpPr>
          <p:nvPr/>
        </p:nvSpPr>
        <p:spPr>
          <a:xfrm xmlns:a="http://schemas.openxmlformats.org/drawingml/2006/main">
            <a:off x="3600450" y="3695700"/>
            <a:ext cx="400050" cy="400050"/>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86A3BEE4-6318-4453-B58A-455ECE0F93A4}"/>
              </a:ext>
            </a:extLst>
          </p:cNvPr>
          <p:cNvSpPr>
            <a:spLocks xmlns:a="http://schemas.openxmlformats.org/drawingml/2006/main" noGrp="1"/>
          </p:cNvSpPr>
          <p:nvPr/>
        </p:nvSpPr>
        <p:spPr>
          <a:xfrm xmlns:a="http://schemas.openxmlformats.org/drawingml/2006/main">
            <a:off x="3657600" y="3800475"/>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071B12"/>
                </a:solidFill>
              </a:defRPr>
            </a:pPr>
            <a:r>
              <a:rPr sz="1050" b="1" i="0">
                <a:solidFill>
                  <a:srgbClr val="071B12"/>
                </a:solidFill>
              </a:rPr>
              <a:t>6</a:t>
            </a:r>
          </a:p>
        </p:txBody>
      </p:sp>
      <p:sp>
        <p:nvSpPr>
          <p:cNvPr id="38" name="">
            <a:extLst xmlns:a="http://schemas.openxmlformats.org/drawingml/2006/main">
              <a:ext uri="{FF2B5EF4-FFF2-40B4-BE49-F238E27FC236}">
                <a16:creationId xmlns:a16="http://schemas.microsoft.com/office/drawing/2014/main" id="{92AA9A3E-CF13-4A50-8366-1677364C16B7}"/>
              </a:ext>
            </a:extLst>
          </p:cNvPr>
          <p:cNvSpPr>
            <a:spLocks xmlns:a="http://schemas.openxmlformats.org/drawingml/2006/main" noGrp="1"/>
          </p:cNvSpPr>
          <p:nvPr/>
        </p:nvSpPr>
        <p:spPr>
          <a:xfrm xmlns:a="http://schemas.openxmlformats.org/drawingml/2006/main">
            <a:off x="4133850" y="3695700"/>
            <a:ext cx="1676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i="0">
                <a:solidFill>
                  <a:srgbClr val="C8A96A"/>
                </a:solidFill>
              </a:defRPr>
            </a:pPr>
            <a:r>
              <a:rPr sz="825" b="1" i="0">
                <a:solidFill>
                  <a:srgbClr val="C8A96A"/>
                </a:solidFill>
              </a:rPr>
              <a:t>JSON</a:t>
            </a:r>
          </a:p>
        </p:txBody>
      </p:sp>
      <p:sp>
        <p:nvSpPr>
          <p:cNvPr id="39" name="">
            <a:extLst xmlns:a="http://schemas.openxmlformats.org/drawingml/2006/main">
              <a:ext uri="{FF2B5EF4-FFF2-40B4-BE49-F238E27FC236}">
                <a16:creationId xmlns:a16="http://schemas.microsoft.com/office/drawing/2014/main" id="{7F0DACA3-A48E-49A9-A50A-3288BB6ECACD}"/>
              </a:ext>
            </a:extLst>
          </p:cNvPr>
          <p:cNvSpPr>
            <a:spLocks xmlns:a="http://schemas.openxmlformats.org/drawingml/2006/main" noGrp="1"/>
          </p:cNvSpPr>
          <p:nvPr/>
        </p:nvSpPr>
        <p:spPr>
          <a:xfrm xmlns:a="http://schemas.openxmlformats.org/drawingml/2006/main">
            <a:off x="4133850" y="4038600"/>
            <a:ext cx="1676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i="0">
                <a:solidFill>
                  <a:srgbClr val="FFFEFA"/>
                </a:solidFill>
              </a:defRPr>
            </a:pPr>
            <a:r>
              <a:rPr sz="1200" b="1" i="0">
                <a:solidFill>
                  <a:srgbClr val="FFFEFA"/>
                </a:solidFill>
              </a:rPr>
              <a:t>groups + pagination</a:t>
            </a:r>
          </a:p>
        </p:txBody>
      </p:sp>
      <p:sp>
        <p:nvSpPr>
          <p:cNvPr id="40" name="workflow-arrow-6">
            <a:extLst xmlns:a="http://schemas.openxmlformats.org/drawingml/2006/main">
              <a:ext uri="{FF2B5EF4-FFF2-40B4-BE49-F238E27FC236}">
                <a16:creationId xmlns:a16="http://schemas.microsoft.com/office/drawing/2014/main" id="{938319FB-201B-4118-BFDE-C44B4BFD3DAD}"/>
              </a:ext>
            </a:extLst>
          </p:cNvPr>
          <p:cNvSpPr>
            <a:spLocks xmlns:a="http://schemas.openxmlformats.org/drawingml/2006/main" noGrp="1"/>
          </p:cNvSpPr>
          <p:nvPr/>
        </p:nvSpPr>
        <p:spPr>
          <a:xfrm xmlns:a="http://schemas.openxmlformats.org/drawingml/2006/main">
            <a:off x="6000750" y="39719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i="0">
                <a:solidFill>
                  <a:srgbClr val="C8A96A"/>
                </a:solidFill>
              </a:defRPr>
            </a:pPr>
            <a:r>
              <a:rPr sz="1800" b="1" i="0">
                <a:solidFill>
                  <a:srgbClr val="C8A96A"/>
                </a:solidFill>
              </a:rPr>
              <a:t>→</a:t>
            </a:r>
          </a:p>
        </p:txBody>
      </p:sp>
      <p:sp>
        <p:nvSpPr>
          <p:cNvPr id="41" name="workflow-step-7">
            <a:extLst xmlns:a="http://schemas.openxmlformats.org/drawingml/2006/main">
              <a:ext uri="{FF2B5EF4-FFF2-40B4-BE49-F238E27FC236}">
                <a16:creationId xmlns:a16="http://schemas.microsoft.com/office/drawing/2014/main" id="{D770E359-8CBC-491F-A2CB-CF88659BDD9C}"/>
              </a:ext>
            </a:extLst>
          </p:cNvPr>
          <p:cNvSpPr>
            <a:spLocks xmlns:a="http://schemas.openxmlformats.org/drawingml/2006/main" noGrp="1"/>
          </p:cNvSpPr>
          <p:nvPr/>
        </p:nvSpPr>
        <p:spPr>
          <a:xfrm xmlns:a="http://schemas.openxmlformats.org/drawingml/2006/main">
            <a:off x="6305550" y="3505200"/>
            <a:ext cx="2571750" cy="1257300"/>
          </a:xfrm>
          <a:prstGeom xmlns:a="http://schemas.openxmlformats.org/drawingml/2006/main" prst="roundRect">
            <a:avLst>
              <a:gd name="adj" fmla="val 6061"/>
            </a:avLst>
          </a:prstGeom>
          <a:solidFill xmlns:a="http://schemas.openxmlformats.org/drawingml/2006/main">
            <a:srgbClr val="0C291B"/>
          </a:solidFill>
          <a:ln xmlns:a="http://schemas.openxmlformats.org/drawingml/2006/main" w="9525">
            <a:solidFill>
              <a:srgbClr val="315440"/>
            </a:solidFill>
            <a:prstDash val="solid"/>
          </a:ln>
        </p:spPr>
      </p:sp>
      <p:sp>
        <p:nvSpPr>
          <p:cNvPr id="42" name="">
            <a:extLst xmlns:a="http://schemas.openxmlformats.org/drawingml/2006/main">
              <a:ext uri="{FF2B5EF4-FFF2-40B4-BE49-F238E27FC236}">
                <a16:creationId xmlns:a16="http://schemas.microsoft.com/office/drawing/2014/main" id="{007343DC-6D79-4611-93B7-99912A20C3CA}"/>
              </a:ext>
            </a:extLst>
          </p:cNvPr>
          <p:cNvSpPr>
            <a:spLocks xmlns:a="http://schemas.openxmlformats.org/drawingml/2006/main" noGrp="1"/>
          </p:cNvSpPr>
          <p:nvPr/>
        </p:nvSpPr>
        <p:spPr>
          <a:xfrm xmlns:a="http://schemas.openxmlformats.org/drawingml/2006/main">
            <a:off x="6477000" y="3695700"/>
            <a:ext cx="400050" cy="400050"/>
          </a:xfrm>
          <a:prstGeom xmlns:a="http://schemas.openxmlformats.org/drawingml/2006/main" prst="ellipse">
            <a:avLst/>
          </a:prstGeom>
          <a:solidFill xmlns:a="http://schemas.openxmlformats.org/drawingml/2006/main">
            <a:srgbClr val="1A4A34"/>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89490F07-0500-4990-8DEE-840C44C8FE61}"/>
              </a:ext>
            </a:extLst>
          </p:cNvPr>
          <p:cNvSpPr>
            <a:spLocks xmlns:a="http://schemas.openxmlformats.org/drawingml/2006/main" noGrp="1"/>
          </p:cNvSpPr>
          <p:nvPr/>
        </p:nvSpPr>
        <p:spPr>
          <a:xfrm xmlns:a="http://schemas.openxmlformats.org/drawingml/2006/main">
            <a:off x="6534150" y="3800475"/>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FFFEFA"/>
                </a:solidFill>
              </a:defRPr>
            </a:pPr>
            <a:r>
              <a:rPr sz="1050" b="1" i="0">
                <a:solidFill>
                  <a:srgbClr val="FFFEFA"/>
                </a:solidFill>
              </a:rPr>
              <a:t>7</a:t>
            </a:r>
          </a:p>
        </p:txBody>
      </p:sp>
      <p:sp>
        <p:nvSpPr>
          <p:cNvPr id="44" name="">
            <a:extLst xmlns:a="http://schemas.openxmlformats.org/drawingml/2006/main">
              <a:ext uri="{FF2B5EF4-FFF2-40B4-BE49-F238E27FC236}">
                <a16:creationId xmlns:a16="http://schemas.microsoft.com/office/drawing/2014/main" id="{4EE9F563-CFC5-4F24-8DC8-471637905F84}"/>
              </a:ext>
            </a:extLst>
          </p:cNvPr>
          <p:cNvSpPr>
            <a:spLocks xmlns:a="http://schemas.openxmlformats.org/drawingml/2006/main" noGrp="1"/>
          </p:cNvSpPr>
          <p:nvPr/>
        </p:nvSpPr>
        <p:spPr>
          <a:xfrm xmlns:a="http://schemas.openxmlformats.org/drawingml/2006/main">
            <a:off x="7010400" y="3695700"/>
            <a:ext cx="1676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i="0">
                <a:solidFill>
                  <a:srgbClr val="C8A96A"/>
                </a:solidFill>
              </a:defRPr>
            </a:pPr>
            <a:r>
              <a:rPr sz="825" b="1" i="0">
                <a:solidFill>
                  <a:srgbClr val="C8A96A"/>
                </a:solidFill>
              </a:rPr>
              <a:t>JAVASCRIPT</a:t>
            </a:r>
          </a:p>
        </p:txBody>
      </p:sp>
      <p:sp>
        <p:nvSpPr>
          <p:cNvPr id="45" name="">
            <a:extLst xmlns:a="http://schemas.openxmlformats.org/drawingml/2006/main">
              <a:ext uri="{FF2B5EF4-FFF2-40B4-BE49-F238E27FC236}">
                <a16:creationId xmlns:a16="http://schemas.microsoft.com/office/drawing/2014/main" id="{EFD5E533-9A0B-41BC-AF77-D512F3998045}"/>
              </a:ext>
            </a:extLst>
          </p:cNvPr>
          <p:cNvSpPr>
            <a:spLocks xmlns:a="http://schemas.openxmlformats.org/drawingml/2006/main" noGrp="1"/>
          </p:cNvSpPr>
          <p:nvPr/>
        </p:nvSpPr>
        <p:spPr>
          <a:xfrm xmlns:a="http://schemas.openxmlformats.org/drawingml/2006/main">
            <a:off x="7010400" y="4038600"/>
            <a:ext cx="1676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i="0">
                <a:solidFill>
                  <a:srgbClr val="FFFEFA"/>
                </a:solidFill>
              </a:defRPr>
            </a:pPr>
            <a:r>
              <a:rPr sz="1200" b="1" i="0">
                <a:solidFill>
                  <a:srgbClr val="FFFEFA"/>
                </a:solidFill>
              </a:rPr>
              <a:t>normalizes all pages</a:t>
            </a:r>
          </a:p>
        </p:txBody>
      </p:sp>
      <p:sp>
        <p:nvSpPr>
          <p:cNvPr id="46" name="workflow-arrow-7">
            <a:extLst xmlns:a="http://schemas.openxmlformats.org/drawingml/2006/main">
              <a:ext uri="{FF2B5EF4-FFF2-40B4-BE49-F238E27FC236}">
                <a16:creationId xmlns:a16="http://schemas.microsoft.com/office/drawing/2014/main" id="{9CCBB0D0-D82B-489D-97F5-2CFEC5C88F26}"/>
              </a:ext>
            </a:extLst>
          </p:cNvPr>
          <p:cNvSpPr>
            <a:spLocks xmlns:a="http://schemas.openxmlformats.org/drawingml/2006/main" noGrp="1"/>
          </p:cNvSpPr>
          <p:nvPr/>
        </p:nvSpPr>
        <p:spPr>
          <a:xfrm xmlns:a="http://schemas.openxmlformats.org/drawingml/2006/main">
            <a:off x="8877300" y="397192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i="0">
                <a:solidFill>
                  <a:srgbClr val="C8A96A"/>
                </a:solidFill>
              </a:defRPr>
            </a:pPr>
            <a:r>
              <a:rPr sz="1800" b="1" i="0">
                <a:solidFill>
                  <a:srgbClr val="C8A96A"/>
                </a:solidFill>
              </a:rPr>
              <a:t>→</a:t>
            </a:r>
          </a:p>
        </p:txBody>
      </p:sp>
      <p:sp>
        <p:nvSpPr>
          <p:cNvPr id="47" name="workflow-step-8">
            <a:extLst xmlns:a="http://schemas.openxmlformats.org/drawingml/2006/main">
              <a:ext uri="{FF2B5EF4-FFF2-40B4-BE49-F238E27FC236}">
                <a16:creationId xmlns:a16="http://schemas.microsoft.com/office/drawing/2014/main" id="{89EED307-6BB8-4007-88BC-2B9E9A1571DB}"/>
              </a:ext>
            </a:extLst>
          </p:cNvPr>
          <p:cNvSpPr>
            <a:spLocks xmlns:a="http://schemas.openxmlformats.org/drawingml/2006/main" noGrp="1"/>
          </p:cNvSpPr>
          <p:nvPr/>
        </p:nvSpPr>
        <p:spPr>
          <a:xfrm xmlns:a="http://schemas.openxmlformats.org/drawingml/2006/main">
            <a:off x="9182100" y="3505200"/>
            <a:ext cx="2571750" cy="1257300"/>
          </a:xfrm>
          <a:prstGeom xmlns:a="http://schemas.openxmlformats.org/drawingml/2006/main" prst="roundRect">
            <a:avLst>
              <a:gd name="adj" fmla="val 6061"/>
            </a:avLst>
          </a:prstGeom>
          <a:solidFill xmlns:a="http://schemas.openxmlformats.org/drawingml/2006/main">
            <a:srgbClr val="0C291B"/>
          </a:solidFill>
          <a:ln xmlns:a="http://schemas.openxmlformats.org/drawingml/2006/main" w="9525">
            <a:solidFill>
              <a:srgbClr val="315440"/>
            </a:solidFill>
            <a:prstDash val="solid"/>
          </a:ln>
        </p:spPr>
      </p:sp>
      <p:sp>
        <p:nvSpPr>
          <p:cNvPr id="48" name="">
            <a:extLst xmlns:a="http://schemas.openxmlformats.org/drawingml/2006/main">
              <a:ext uri="{FF2B5EF4-FFF2-40B4-BE49-F238E27FC236}">
                <a16:creationId xmlns:a16="http://schemas.microsoft.com/office/drawing/2014/main" id="{828B299C-BAF9-4F89-8E0D-2DB070B50233}"/>
              </a:ext>
            </a:extLst>
          </p:cNvPr>
          <p:cNvSpPr>
            <a:spLocks xmlns:a="http://schemas.openxmlformats.org/drawingml/2006/main" noGrp="1"/>
          </p:cNvSpPr>
          <p:nvPr/>
        </p:nvSpPr>
        <p:spPr>
          <a:xfrm xmlns:a="http://schemas.openxmlformats.org/drawingml/2006/main">
            <a:off x="9353550" y="3695700"/>
            <a:ext cx="400050" cy="400050"/>
          </a:xfrm>
          <a:prstGeom xmlns:a="http://schemas.openxmlformats.org/drawingml/2006/main" prst="ellipse">
            <a:avLst/>
          </a:prstGeom>
          <a:solidFill xmlns:a="http://schemas.openxmlformats.org/drawingml/2006/main">
            <a:srgbClr val="1A4A34"/>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808ECCFE-DE8E-4E3B-90AC-59D111370D8A}"/>
              </a:ext>
            </a:extLst>
          </p:cNvPr>
          <p:cNvSpPr>
            <a:spLocks xmlns:a="http://schemas.openxmlformats.org/drawingml/2006/main" noGrp="1"/>
          </p:cNvSpPr>
          <p:nvPr/>
        </p:nvSpPr>
        <p:spPr>
          <a:xfrm xmlns:a="http://schemas.openxmlformats.org/drawingml/2006/main">
            <a:off x="9410700" y="3800475"/>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FFFEFA"/>
                </a:solidFill>
              </a:defRPr>
            </a:pPr>
            <a:r>
              <a:rPr sz="1050" b="1" i="0">
                <a:solidFill>
                  <a:srgbClr val="FFFEFA"/>
                </a:solidFill>
              </a:rPr>
              <a:t>8</a:t>
            </a:r>
          </a:p>
        </p:txBody>
      </p:sp>
      <p:sp>
        <p:nvSpPr>
          <p:cNvPr id="50" name="">
            <a:extLst xmlns:a="http://schemas.openxmlformats.org/drawingml/2006/main">
              <a:ext uri="{FF2B5EF4-FFF2-40B4-BE49-F238E27FC236}">
                <a16:creationId xmlns:a16="http://schemas.microsoft.com/office/drawing/2014/main" id="{27393751-4E3B-4648-87C2-6130118FC046}"/>
              </a:ext>
            </a:extLst>
          </p:cNvPr>
          <p:cNvSpPr>
            <a:spLocks xmlns:a="http://schemas.openxmlformats.org/drawingml/2006/main" noGrp="1"/>
          </p:cNvSpPr>
          <p:nvPr/>
        </p:nvSpPr>
        <p:spPr>
          <a:xfrm xmlns:a="http://schemas.openxmlformats.org/drawingml/2006/main">
            <a:off x="9886950" y="3695700"/>
            <a:ext cx="1676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i="0">
                <a:solidFill>
                  <a:srgbClr val="C8A96A"/>
                </a:solidFill>
              </a:defRPr>
            </a:pPr>
            <a:r>
              <a:rPr sz="825" b="1" i="0">
                <a:solidFill>
                  <a:srgbClr val="C8A96A"/>
                </a:solidFill>
              </a:rPr>
              <a:t>INTERFACE</a:t>
            </a:r>
          </a:p>
        </p:txBody>
      </p:sp>
      <p:sp>
        <p:nvSpPr>
          <p:cNvPr id="51" name="">
            <a:extLst xmlns:a="http://schemas.openxmlformats.org/drawingml/2006/main">
              <a:ext uri="{FF2B5EF4-FFF2-40B4-BE49-F238E27FC236}">
                <a16:creationId xmlns:a16="http://schemas.microsoft.com/office/drawing/2014/main" id="{3D34A5A0-900F-4461-9970-112CCBEEA18E}"/>
              </a:ext>
            </a:extLst>
          </p:cNvPr>
          <p:cNvSpPr>
            <a:spLocks xmlns:a="http://schemas.openxmlformats.org/drawingml/2006/main" noGrp="1"/>
          </p:cNvSpPr>
          <p:nvPr/>
        </p:nvSpPr>
        <p:spPr>
          <a:xfrm xmlns:a="http://schemas.openxmlformats.org/drawingml/2006/main">
            <a:off x="9886950" y="4038600"/>
            <a:ext cx="1676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i="0">
                <a:solidFill>
                  <a:srgbClr val="FFFEFA"/>
                </a:solidFill>
              </a:defRPr>
            </a:pPr>
            <a:r>
              <a:rPr sz="1200" b="1" i="0">
                <a:solidFill>
                  <a:srgbClr val="FFFEFA"/>
                </a:solidFill>
              </a:rPr>
              <a:t>renders filters and table</a:t>
            </a:r>
          </a:p>
        </p:txBody>
      </p:sp>
      <p:sp>
        <p:nvSpPr>
          <p:cNvPr id="52" name="workflow-response-arrow">
            <a:extLst xmlns:a="http://schemas.openxmlformats.org/drawingml/2006/main">
              <a:ext uri="{FF2B5EF4-FFF2-40B4-BE49-F238E27FC236}">
                <a16:creationId xmlns:a16="http://schemas.microsoft.com/office/drawing/2014/main" id="{4BFD5DE6-3A0A-4906-BF88-213EBFE17615}"/>
              </a:ext>
            </a:extLst>
          </p:cNvPr>
          <p:cNvSpPr>
            <a:spLocks xmlns:a="http://schemas.openxmlformats.org/drawingml/2006/main" noGrp="1"/>
          </p:cNvSpPr>
          <p:nvPr/>
        </p:nvSpPr>
        <p:spPr>
          <a:xfrm xmlns:a="http://schemas.openxmlformats.org/drawingml/2006/main">
            <a:off x="7867650" y="323850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C8A96A"/>
                </a:solidFill>
              </a:defRPr>
            </a:pPr>
            <a:r>
              <a:rPr sz="975" b="1" i="0">
                <a:solidFill>
                  <a:srgbClr val="C8A96A"/>
                </a:solidFill>
              </a:rPr>
              <a:t>↙  RESPONSE RETURNS TO THE BROWSER</a:t>
            </a:r>
          </a:p>
        </p:txBody>
      </p:sp>
      <p:sp>
        <p:nvSpPr>
          <p:cNvPr id="53" name="">
            <a:extLst xmlns:a="http://schemas.openxmlformats.org/drawingml/2006/main">
              <a:ext uri="{FF2B5EF4-FFF2-40B4-BE49-F238E27FC236}">
                <a16:creationId xmlns:a16="http://schemas.microsoft.com/office/drawing/2014/main" id="{5465D377-6B83-44FD-A729-ABBC2897957F}"/>
              </a:ext>
            </a:extLst>
          </p:cNvPr>
          <p:cNvSpPr>
            <a:spLocks xmlns:a="http://schemas.openxmlformats.org/drawingml/2006/main" noGrp="1"/>
          </p:cNvSpPr>
          <p:nvPr/>
        </p:nvSpPr>
        <p:spPr>
          <a:xfrm xmlns:a="http://schemas.openxmlformats.org/drawingml/2006/main">
            <a:off x="1352550" y="5429250"/>
            <a:ext cx="3048000" cy="285750"/>
          </a:xfrm>
          <a:prstGeom xmlns:a="http://schemas.openxmlformats.org/drawingml/2006/main" prst="roundRect">
            <a:avLst>
              <a:gd name="adj" fmla="val 26667"/>
            </a:avLst>
          </a:prstGeom>
          <a:solidFill xmlns:a="http://schemas.openxmlformats.org/drawingml/2006/main">
            <a:srgbClr val="1A4A34"/>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EEF26FB5-8258-4253-BF47-6BDE815CBB4A}"/>
              </a:ext>
            </a:extLst>
          </p:cNvPr>
          <p:cNvSpPr>
            <a:spLocks xmlns:a="http://schemas.openxmlformats.org/drawingml/2006/main" noGrp="1"/>
          </p:cNvSpPr>
          <p:nvPr/>
        </p:nvSpPr>
        <p:spPr>
          <a:xfrm xmlns:a="http://schemas.openxmlformats.org/drawingml/2006/main">
            <a:off x="1447800" y="54864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Frontend · presents information</a:t>
            </a:r>
          </a:p>
        </p:txBody>
      </p:sp>
      <p:sp>
        <p:nvSpPr>
          <p:cNvPr id="55" name="">
            <a:extLst xmlns:a="http://schemas.openxmlformats.org/drawingml/2006/main">
              <a:ext uri="{FF2B5EF4-FFF2-40B4-BE49-F238E27FC236}">
                <a16:creationId xmlns:a16="http://schemas.microsoft.com/office/drawing/2014/main" id="{1CF4B839-C09D-4586-8715-6D029A249D15}"/>
              </a:ext>
            </a:extLst>
          </p:cNvPr>
          <p:cNvSpPr>
            <a:spLocks xmlns:a="http://schemas.openxmlformats.org/drawingml/2006/main" noGrp="1"/>
          </p:cNvSpPr>
          <p:nvPr/>
        </p:nvSpPr>
        <p:spPr>
          <a:xfrm xmlns:a="http://schemas.openxmlformats.org/drawingml/2006/main">
            <a:off x="4572000" y="5429250"/>
            <a:ext cx="3048000" cy="285750"/>
          </a:xfrm>
          <a:prstGeom xmlns:a="http://schemas.openxmlformats.org/drawingml/2006/main" prst="roundRect">
            <a:avLst>
              <a:gd name="adj" fmla="val 26667"/>
            </a:avLst>
          </a:prstGeom>
          <a:solidFill xmlns:a="http://schemas.openxmlformats.org/drawingml/2006/main">
            <a:srgbClr val="C8A96A"/>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35D61826-0307-4561-BBED-511342D87B35}"/>
              </a:ext>
            </a:extLst>
          </p:cNvPr>
          <p:cNvSpPr>
            <a:spLocks xmlns:a="http://schemas.openxmlformats.org/drawingml/2006/main" noGrp="1"/>
          </p:cNvSpPr>
          <p:nvPr/>
        </p:nvSpPr>
        <p:spPr>
          <a:xfrm xmlns:a="http://schemas.openxmlformats.org/drawingml/2006/main">
            <a:off x="4667250" y="54864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071B12"/>
                </a:solidFill>
              </a:defRPr>
            </a:pPr>
            <a:r>
              <a:rPr sz="900" b="1" i="0">
                <a:solidFill>
                  <a:srgbClr val="071B12"/>
                </a:solidFill>
              </a:rPr>
              <a:t>Backend · processes and supplies information</a:t>
            </a:r>
          </a:p>
        </p:txBody>
      </p:sp>
      <p:sp>
        <p:nvSpPr>
          <p:cNvPr id="57" name="">
            <a:extLst xmlns:a="http://schemas.openxmlformats.org/drawingml/2006/main">
              <a:ext uri="{FF2B5EF4-FFF2-40B4-BE49-F238E27FC236}">
                <a16:creationId xmlns:a16="http://schemas.microsoft.com/office/drawing/2014/main" id="{6ABB2332-020B-404D-B7AE-A14EAF94AD3A}"/>
              </a:ext>
            </a:extLst>
          </p:cNvPr>
          <p:cNvSpPr>
            <a:spLocks xmlns:a="http://schemas.openxmlformats.org/drawingml/2006/main" noGrp="1"/>
          </p:cNvSpPr>
          <p:nvPr/>
        </p:nvSpPr>
        <p:spPr>
          <a:xfrm xmlns:a="http://schemas.openxmlformats.org/drawingml/2006/main">
            <a:off x="7791450" y="5429250"/>
            <a:ext cx="3048000" cy="285750"/>
          </a:xfrm>
          <a:prstGeom xmlns:a="http://schemas.openxmlformats.org/drawingml/2006/main" prst="roundRect">
            <a:avLst>
              <a:gd name="adj" fmla="val 26667"/>
            </a:avLst>
          </a:prstGeom>
          <a:solidFill xmlns:a="http://schemas.openxmlformats.org/drawingml/2006/main">
            <a:srgbClr val="1A4A34"/>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164EC7FE-6A24-4446-833A-7EF2F2AF8F58}"/>
              </a:ext>
            </a:extLst>
          </p:cNvPr>
          <p:cNvSpPr>
            <a:spLocks xmlns:a="http://schemas.openxmlformats.org/drawingml/2006/main" noGrp="1"/>
          </p:cNvSpPr>
          <p:nvPr/>
        </p:nvSpPr>
        <p:spPr>
          <a:xfrm xmlns:a="http://schemas.openxmlformats.org/drawingml/2006/main">
            <a:off x="7886700" y="54864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FFFEFA"/>
                </a:solidFill>
              </a:defRPr>
            </a:pPr>
            <a:r>
              <a:rPr sz="900" b="1" i="0">
                <a:solidFill>
                  <a:srgbClr val="FFFEFA"/>
                </a:solidFill>
              </a:rPr>
              <a:t>Database · stores information</a:t>
            </a:r>
          </a:p>
        </p:txBody>
      </p:sp>
    </p:spTree>
    <p:extLst>
      <p:ext uri="{BB962C8B-B14F-4D97-AF65-F5344CB8AC3E}">
        <p14:creationId xmlns:p14="http://schemas.microsoft.com/office/powerpoint/2010/main" val="200006666"/>
      </p:ext>
    </p:extLst>
  </p:cSld>
</p:sld>
</file>

<file path=ppt/slides/slide3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7" name="top-accent">
            <a:extLst xmlns:a="http://schemas.openxmlformats.org/drawingml/2006/main">
              <a:ext uri="{FF2B5EF4-FFF2-40B4-BE49-F238E27FC236}">
                <a16:creationId xmlns:a16="http://schemas.microsoft.com/office/drawing/2014/main" id="{FCF6E220-0D88-4E11-8D20-565B7B0D726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F6C30307-1239-44C5-A2E0-DEBDD3D2DB6A}"/>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46346"/>
                </a:solidFill>
              </a:defRPr>
            </a:pPr>
            <a:r>
              <a:rPr sz="900" b="1" i="0">
                <a:solidFill>
                  <a:srgbClr val="246346"/>
                </a:solidFill>
              </a:rPr>
              <a:t>INTEGRATION</a:t>
            </a:r>
          </a:p>
        </p:txBody>
      </p:sp>
      <p:sp>
        <p:nvSpPr>
          <p:cNvPr id="3" name="slide-number">
            <a:extLst xmlns:a="http://schemas.openxmlformats.org/drawingml/2006/main">
              <a:ext uri="{FF2B5EF4-FFF2-40B4-BE49-F238E27FC236}">
                <a16:creationId xmlns:a16="http://schemas.microsoft.com/office/drawing/2014/main" id="{7CBCC8CA-E546-4FF9-B7A0-083EA4622C6A}"/>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69746D"/>
                </a:solidFill>
              </a:defRPr>
            </a:pPr>
            <a:r>
              <a:rPr sz="900" b="1" i="0">
                <a:solidFill>
                  <a:srgbClr val="69746D"/>
                </a:solidFill>
              </a:rPr>
              <a:t>37</a:t>
            </a:r>
          </a:p>
        </p:txBody>
      </p:sp>
      <p:sp>
        <p:nvSpPr>
          <p:cNvPr id="4" name="slide-title">
            <a:extLst xmlns:a="http://schemas.openxmlformats.org/drawingml/2006/main">
              <a:ext uri="{FF2B5EF4-FFF2-40B4-BE49-F238E27FC236}">
                <a16:creationId xmlns:a16="http://schemas.microsoft.com/office/drawing/2014/main" id="{5B8E7C38-5259-46D5-849B-1F4710F54C92}"/>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071B12"/>
                </a:solidFill>
              </a:defRPr>
            </a:pPr>
            <a:r>
              <a:rPr sz="2550" b="1" i="0">
                <a:solidFill>
                  <a:srgbClr val="071B12"/>
                </a:solidFill>
              </a:rPr>
              <a:t>Four layers converge into one full-stack research website</a:t>
            </a:r>
          </a:p>
        </p:txBody>
      </p:sp>
      <p:sp>
        <p:nvSpPr>
          <p:cNvPr id="5" name="slide-subtitle">
            <a:extLst xmlns:a="http://schemas.openxmlformats.org/drawingml/2006/main">
              <a:ext uri="{FF2B5EF4-FFF2-40B4-BE49-F238E27FC236}">
                <a16:creationId xmlns:a16="http://schemas.microsoft.com/office/drawing/2014/main" id="{6AB36615-2C75-4EAE-B939-81D9260809BB}"/>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69746D"/>
                </a:solidFill>
              </a:defRPr>
            </a:pPr>
            <a:r>
              <a:rPr sz="1275" b="0" i="0">
                <a:solidFill>
                  <a:srgbClr val="69746D"/>
                </a:solidFill>
              </a:rPr>
              <a:t>Each layer has one responsibility and communicates through stable, inspectable boundaries.</a:t>
            </a:r>
          </a:p>
        </p:txBody>
      </p:sp>
      <p:sp>
        <p:nvSpPr>
          <p:cNvPr id="6" name="converge-1">
            <a:extLst xmlns:a="http://schemas.openxmlformats.org/drawingml/2006/main">
              <a:ext uri="{FF2B5EF4-FFF2-40B4-BE49-F238E27FC236}">
                <a16:creationId xmlns:a16="http://schemas.microsoft.com/office/drawing/2014/main" id="{AD36CBE2-31E7-4F07-902A-9B37A6851400}"/>
              </a:ext>
            </a:extLst>
          </p:cNvPr>
          <p:cNvSpPr>
            <a:spLocks xmlns:a="http://schemas.openxmlformats.org/drawingml/2006/main" noGrp="1"/>
          </p:cNvSpPr>
          <p:nvPr/>
        </p:nvSpPr>
        <p:spPr>
          <a:xfrm xmlns:a="http://schemas.openxmlformats.org/drawingml/2006/main">
            <a:off x="609600" y="2038350"/>
            <a:ext cx="1295400" cy="1676400"/>
          </a:xfrm>
          <a:prstGeom xmlns:a="http://schemas.openxmlformats.org/drawingml/2006/main" prst="roundRect">
            <a:avLst>
              <a:gd name="adj" fmla="val 5882"/>
            </a:avLst>
          </a:prstGeom>
          <a:solidFill xmlns:a="http://schemas.openxmlformats.org/drawingml/2006/main">
            <a:srgbClr val="0A1711"/>
          </a:solidFill>
          <a:ln xmlns:a="http://schemas.openxmlformats.org/drawingml/2006/main" w="9525">
            <a:solidFill>
              <a:srgbClr val="1E3B2D"/>
            </a:solidFill>
            <a:prstDash val="solid"/>
          </a:ln>
        </p:spPr>
      </p:sp>
      <p:sp>
        <p:nvSpPr>
          <p:cNvPr id="7" name="">
            <a:extLst xmlns:a="http://schemas.openxmlformats.org/drawingml/2006/main">
              <a:ext uri="{FF2B5EF4-FFF2-40B4-BE49-F238E27FC236}">
                <a16:creationId xmlns:a16="http://schemas.microsoft.com/office/drawing/2014/main" id="{1CB1A922-ECB4-4477-8C5D-9F0878A292C1}"/>
              </a:ext>
            </a:extLst>
          </p:cNvPr>
          <p:cNvSpPr>
            <a:spLocks xmlns:a="http://schemas.openxmlformats.org/drawingml/2006/main" noGrp="1"/>
          </p:cNvSpPr>
          <p:nvPr/>
        </p:nvSpPr>
        <p:spPr>
          <a:xfrm xmlns:a="http://schemas.openxmlformats.org/drawingml/2006/main">
            <a:off x="723900" y="2266950"/>
            <a:ext cx="106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i="0">
                <a:solidFill>
                  <a:srgbClr val="6EC6D9"/>
                </a:solidFill>
              </a:defRPr>
            </a:pPr>
            <a:r>
              <a:rPr sz="1725" b="1" i="0">
                <a:solidFill>
                  <a:srgbClr val="6EC6D9"/>
                </a:solidFill>
              </a:rPr>
              <a:t>HTML</a:t>
            </a:r>
          </a:p>
        </p:txBody>
      </p:sp>
      <p:sp>
        <p:nvSpPr>
          <p:cNvPr id="8" name="">
            <a:extLst xmlns:a="http://schemas.openxmlformats.org/drawingml/2006/main">
              <a:ext uri="{FF2B5EF4-FFF2-40B4-BE49-F238E27FC236}">
                <a16:creationId xmlns:a16="http://schemas.microsoft.com/office/drawing/2014/main" id="{3FC0326C-BD6A-44BE-A83C-3FB71BA9FF43}"/>
              </a:ext>
            </a:extLst>
          </p:cNvPr>
          <p:cNvSpPr>
            <a:spLocks xmlns:a="http://schemas.openxmlformats.org/drawingml/2006/main" noGrp="1"/>
          </p:cNvSpPr>
          <p:nvPr/>
        </p:nvSpPr>
        <p:spPr>
          <a:xfrm xmlns:a="http://schemas.openxmlformats.org/drawingml/2006/main">
            <a:off x="704850" y="2952750"/>
            <a:ext cx="1104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i="0">
                <a:solidFill>
                  <a:srgbClr val="DCE7DF"/>
                </a:solidFill>
              </a:defRPr>
            </a:pPr>
            <a:r>
              <a:rPr sz="975" b="0" i="0">
                <a:solidFill>
                  <a:srgbClr val="DCE7DF"/>
                </a:solidFill>
              </a:rPr>
              <a:t>semantic</a:t>
            </a:r>
          </a:p>
          <a:p xmlns:a="http://schemas.openxmlformats.org/drawingml/2006/main">
            <a:pPr>
              <a:defRPr sz="975" b="0" i="0">
                <a:solidFill>
                  <a:srgbClr val="DCE7DF"/>
                </a:solidFill>
              </a:defRPr>
            </a:pPr>
            <a:r>
              <a:rPr sz="975" b="0" i="0">
                <a:solidFill>
                  <a:srgbClr val="DCE7DF"/>
                </a:solidFill>
              </a:rPr>
              <a:t>structure</a:t>
            </a:r>
          </a:p>
        </p:txBody>
      </p:sp>
      <p:sp>
        <p:nvSpPr>
          <p:cNvPr id="9" name="">
            <a:extLst xmlns:a="http://schemas.openxmlformats.org/drawingml/2006/main">
              <a:ext uri="{FF2B5EF4-FFF2-40B4-BE49-F238E27FC236}">
                <a16:creationId xmlns:a16="http://schemas.microsoft.com/office/drawing/2014/main" id="{3BCBE78C-B02B-48C3-A8D8-1CF33305AB63}"/>
              </a:ext>
            </a:extLst>
          </p:cNvPr>
          <p:cNvSpPr>
            <a:spLocks xmlns:a="http://schemas.openxmlformats.org/drawingml/2006/main" noGrp="1"/>
          </p:cNvSpPr>
          <p:nvPr/>
        </p:nvSpPr>
        <p:spPr>
          <a:xfrm xmlns:a="http://schemas.openxmlformats.org/drawingml/2006/main">
            <a:off x="1905000" y="2647950"/>
            <a:ext cx="171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i="0">
                <a:solidFill>
                  <a:srgbClr val="C8A96A"/>
                </a:solidFill>
              </a:defRPr>
            </a:pPr>
            <a:r>
              <a:rPr sz="1725" b="1" i="0">
                <a:solidFill>
                  <a:srgbClr val="C8A96A"/>
                </a:solidFill>
              </a:rPr>
              <a:t>+</a:t>
            </a:r>
          </a:p>
        </p:txBody>
      </p:sp>
      <p:sp>
        <p:nvSpPr>
          <p:cNvPr id="10" name="converge-2">
            <a:extLst xmlns:a="http://schemas.openxmlformats.org/drawingml/2006/main">
              <a:ext uri="{FF2B5EF4-FFF2-40B4-BE49-F238E27FC236}">
                <a16:creationId xmlns:a16="http://schemas.microsoft.com/office/drawing/2014/main" id="{82F5AF6E-D517-45D8-879D-64630897ED98}"/>
              </a:ext>
            </a:extLst>
          </p:cNvPr>
          <p:cNvSpPr>
            <a:spLocks xmlns:a="http://schemas.openxmlformats.org/drawingml/2006/main" noGrp="1"/>
          </p:cNvSpPr>
          <p:nvPr/>
        </p:nvSpPr>
        <p:spPr>
          <a:xfrm xmlns:a="http://schemas.openxmlformats.org/drawingml/2006/main">
            <a:off x="2076450" y="2038350"/>
            <a:ext cx="1295400" cy="1676400"/>
          </a:xfrm>
          <a:prstGeom xmlns:a="http://schemas.openxmlformats.org/drawingml/2006/main" prst="roundRect">
            <a:avLst>
              <a:gd name="adj" fmla="val 5882"/>
            </a:avLst>
          </a:prstGeom>
          <a:solidFill xmlns:a="http://schemas.openxmlformats.org/drawingml/2006/main">
            <a:srgbClr val="0A1711"/>
          </a:solidFill>
          <a:ln xmlns:a="http://schemas.openxmlformats.org/drawingml/2006/main" w="9525">
            <a:solidFill>
              <a:srgbClr val="1E3B2D"/>
            </a:solidFill>
            <a:prstDash val="solid"/>
          </a:ln>
        </p:spPr>
      </p:sp>
      <p:sp>
        <p:nvSpPr>
          <p:cNvPr id="11" name="">
            <a:extLst xmlns:a="http://schemas.openxmlformats.org/drawingml/2006/main">
              <a:ext uri="{FF2B5EF4-FFF2-40B4-BE49-F238E27FC236}">
                <a16:creationId xmlns:a16="http://schemas.microsoft.com/office/drawing/2014/main" id="{1C5DAA43-EBD4-4407-9F63-A3D1737212F2}"/>
              </a:ext>
            </a:extLst>
          </p:cNvPr>
          <p:cNvSpPr>
            <a:spLocks xmlns:a="http://schemas.openxmlformats.org/drawingml/2006/main" noGrp="1"/>
          </p:cNvSpPr>
          <p:nvPr/>
        </p:nvSpPr>
        <p:spPr>
          <a:xfrm xmlns:a="http://schemas.openxmlformats.org/drawingml/2006/main">
            <a:off x="2190750" y="2266950"/>
            <a:ext cx="106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i="0">
                <a:solidFill>
                  <a:srgbClr val="C8A96A"/>
                </a:solidFill>
              </a:defRPr>
            </a:pPr>
            <a:r>
              <a:rPr sz="1725" b="1" i="0">
                <a:solidFill>
                  <a:srgbClr val="C8A96A"/>
                </a:solidFill>
              </a:rPr>
              <a:t>CSS</a:t>
            </a:r>
          </a:p>
        </p:txBody>
      </p:sp>
      <p:sp>
        <p:nvSpPr>
          <p:cNvPr id="12" name="">
            <a:extLst xmlns:a="http://schemas.openxmlformats.org/drawingml/2006/main">
              <a:ext uri="{FF2B5EF4-FFF2-40B4-BE49-F238E27FC236}">
                <a16:creationId xmlns:a16="http://schemas.microsoft.com/office/drawing/2014/main" id="{D077933F-D4BC-4FD7-AA5D-27CE15BA1C12}"/>
              </a:ext>
            </a:extLst>
          </p:cNvPr>
          <p:cNvSpPr>
            <a:spLocks xmlns:a="http://schemas.openxmlformats.org/drawingml/2006/main" noGrp="1"/>
          </p:cNvSpPr>
          <p:nvPr/>
        </p:nvSpPr>
        <p:spPr>
          <a:xfrm xmlns:a="http://schemas.openxmlformats.org/drawingml/2006/main">
            <a:off x="2171700" y="2952750"/>
            <a:ext cx="1104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i="0">
                <a:solidFill>
                  <a:srgbClr val="DCE7DF"/>
                </a:solidFill>
              </a:defRPr>
            </a:pPr>
            <a:r>
              <a:rPr sz="975" b="0" i="0">
                <a:solidFill>
                  <a:srgbClr val="DCE7DF"/>
                </a:solidFill>
              </a:rPr>
              <a:t>visual</a:t>
            </a:r>
          </a:p>
          <a:p xmlns:a="http://schemas.openxmlformats.org/drawingml/2006/main">
            <a:pPr>
              <a:defRPr sz="975" b="0" i="0">
                <a:solidFill>
                  <a:srgbClr val="DCE7DF"/>
                </a:solidFill>
              </a:defRPr>
            </a:pPr>
            <a:r>
              <a:rPr sz="975" b="0" i="0">
                <a:solidFill>
                  <a:srgbClr val="DCE7DF"/>
                </a:solidFill>
              </a:rPr>
              <a:t>design</a:t>
            </a:r>
          </a:p>
        </p:txBody>
      </p:sp>
      <p:sp>
        <p:nvSpPr>
          <p:cNvPr id="13" name="">
            <a:extLst xmlns:a="http://schemas.openxmlformats.org/drawingml/2006/main">
              <a:ext uri="{FF2B5EF4-FFF2-40B4-BE49-F238E27FC236}">
                <a16:creationId xmlns:a16="http://schemas.microsoft.com/office/drawing/2014/main" id="{84937550-180A-4884-8D32-E8CAD7CFA11B}"/>
              </a:ext>
            </a:extLst>
          </p:cNvPr>
          <p:cNvSpPr>
            <a:spLocks xmlns:a="http://schemas.openxmlformats.org/drawingml/2006/main" noGrp="1"/>
          </p:cNvSpPr>
          <p:nvPr/>
        </p:nvSpPr>
        <p:spPr>
          <a:xfrm xmlns:a="http://schemas.openxmlformats.org/drawingml/2006/main">
            <a:off x="3371850" y="2647950"/>
            <a:ext cx="171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i="0">
                <a:solidFill>
                  <a:srgbClr val="C8A96A"/>
                </a:solidFill>
              </a:defRPr>
            </a:pPr>
            <a:r>
              <a:rPr sz="1725" b="1" i="0">
                <a:solidFill>
                  <a:srgbClr val="C8A96A"/>
                </a:solidFill>
              </a:rPr>
              <a:t>+</a:t>
            </a:r>
          </a:p>
        </p:txBody>
      </p:sp>
      <p:sp>
        <p:nvSpPr>
          <p:cNvPr id="14" name="converge-3">
            <a:extLst xmlns:a="http://schemas.openxmlformats.org/drawingml/2006/main">
              <a:ext uri="{FF2B5EF4-FFF2-40B4-BE49-F238E27FC236}">
                <a16:creationId xmlns:a16="http://schemas.microsoft.com/office/drawing/2014/main" id="{F1BA2F5C-5F55-47D3-8847-6B470284CB55}"/>
              </a:ext>
            </a:extLst>
          </p:cNvPr>
          <p:cNvSpPr>
            <a:spLocks xmlns:a="http://schemas.openxmlformats.org/drawingml/2006/main" noGrp="1"/>
          </p:cNvSpPr>
          <p:nvPr/>
        </p:nvSpPr>
        <p:spPr>
          <a:xfrm xmlns:a="http://schemas.openxmlformats.org/drawingml/2006/main">
            <a:off x="3543300" y="2038350"/>
            <a:ext cx="1295400" cy="1676400"/>
          </a:xfrm>
          <a:prstGeom xmlns:a="http://schemas.openxmlformats.org/drawingml/2006/main" prst="roundRect">
            <a:avLst>
              <a:gd name="adj" fmla="val 5882"/>
            </a:avLst>
          </a:prstGeom>
          <a:solidFill xmlns:a="http://schemas.openxmlformats.org/drawingml/2006/main">
            <a:srgbClr val="0A1711"/>
          </a:solidFill>
          <a:ln xmlns:a="http://schemas.openxmlformats.org/drawingml/2006/main" w="9525">
            <a:solidFill>
              <a:srgbClr val="1E3B2D"/>
            </a:solidFill>
            <a:prstDash val="solid"/>
          </a:ln>
        </p:spPr>
      </p:sp>
      <p:sp>
        <p:nvSpPr>
          <p:cNvPr id="15" name="">
            <a:extLst xmlns:a="http://schemas.openxmlformats.org/drawingml/2006/main">
              <a:ext uri="{FF2B5EF4-FFF2-40B4-BE49-F238E27FC236}">
                <a16:creationId xmlns:a16="http://schemas.microsoft.com/office/drawing/2014/main" id="{2D3A1EBB-0B9C-4D1D-BEDB-022FF693902E}"/>
              </a:ext>
            </a:extLst>
          </p:cNvPr>
          <p:cNvSpPr>
            <a:spLocks xmlns:a="http://schemas.openxmlformats.org/drawingml/2006/main" noGrp="1"/>
          </p:cNvSpPr>
          <p:nvPr/>
        </p:nvSpPr>
        <p:spPr>
          <a:xfrm xmlns:a="http://schemas.openxmlformats.org/drawingml/2006/main">
            <a:off x="3657600" y="2266950"/>
            <a:ext cx="106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i="0">
                <a:solidFill>
                  <a:srgbClr val="C6A0F6"/>
                </a:solidFill>
              </a:defRPr>
            </a:pPr>
            <a:r>
              <a:rPr sz="1725" b="1" i="0">
                <a:solidFill>
                  <a:srgbClr val="C6A0F6"/>
                </a:solidFill>
              </a:rPr>
              <a:t>JS</a:t>
            </a:r>
          </a:p>
        </p:txBody>
      </p:sp>
      <p:sp>
        <p:nvSpPr>
          <p:cNvPr id="16" name="">
            <a:extLst xmlns:a="http://schemas.openxmlformats.org/drawingml/2006/main">
              <a:ext uri="{FF2B5EF4-FFF2-40B4-BE49-F238E27FC236}">
                <a16:creationId xmlns:a16="http://schemas.microsoft.com/office/drawing/2014/main" id="{BAAEB952-54CD-4ED0-9E10-DF984407CEA9}"/>
              </a:ext>
            </a:extLst>
          </p:cNvPr>
          <p:cNvSpPr>
            <a:spLocks xmlns:a="http://schemas.openxmlformats.org/drawingml/2006/main" noGrp="1"/>
          </p:cNvSpPr>
          <p:nvPr/>
        </p:nvSpPr>
        <p:spPr>
          <a:xfrm xmlns:a="http://schemas.openxmlformats.org/drawingml/2006/main">
            <a:off x="3638550" y="2952750"/>
            <a:ext cx="1104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i="0">
                <a:solidFill>
                  <a:srgbClr val="DCE7DF"/>
                </a:solidFill>
              </a:defRPr>
            </a:pPr>
            <a:r>
              <a:rPr sz="975" b="0" i="0">
                <a:solidFill>
                  <a:srgbClr val="DCE7DF"/>
                </a:solidFill>
              </a:rPr>
              <a:t>browser</a:t>
            </a:r>
          </a:p>
          <a:p xmlns:a="http://schemas.openxmlformats.org/drawingml/2006/main">
            <a:pPr>
              <a:defRPr sz="975" b="0" i="0">
                <a:solidFill>
                  <a:srgbClr val="DCE7DF"/>
                </a:solidFill>
              </a:defRPr>
            </a:pPr>
            <a:r>
              <a:rPr sz="975" b="0" i="0">
                <a:solidFill>
                  <a:srgbClr val="DCE7DF"/>
                </a:solidFill>
              </a:rPr>
              <a:t>interaction</a:t>
            </a:r>
          </a:p>
        </p:txBody>
      </p:sp>
      <p:sp>
        <p:nvSpPr>
          <p:cNvPr id="17" name="">
            <a:extLst xmlns:a="http://schemas.openxmlformats.org/drawingml/2006/main">
              <a:ext uri="{FF2B5EF4-FFF2-40B4-BE49-F238E27FC236}">
                <a16:creationId xmlns:a16="http://schemas.microsoft.com/office/drawing/2014/main" id="{D4118DDE-3AF1-466F-80FB-CB6E4F9BF26B}"/>
              </a:ext>
            </a:extLst>
          </p:cNvPr>
          <p:cNvSpPr>
            <a:spLocks xmlns:a="http://schemas.openxmlformats.org/drawingml/2006/main" noGrp="1"/>
          </p:cNvSpPr>
          <p:nvPr/>
        </p:nvSpPr>
        <p:spPr>
          <a:xfrm xmlns:a="http://schemas.openxmlformats.org/drawingml/2006/main">
            <a:off x="4838700" y="2647950"/>
            <a:ext cx="171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i="0">
                <a:solidFill>
                  <a:srgbClr val="C8A96A"/>
                </a:solidFill>
              </a:defRPr>
            </a:pPr>
            <a:r>
              <a:rPr sz="1725" b="1" i="0">
                <a:solidFill>
                  <a:srgbClr val="C8A96A"/>
                </a:solidFill>
              </a:rPr>
              <a:t>+</a:t>
            </a:r>
          </a:p>
        </p:txBody>
      </p:sp>
      <p:sp>
        <p:nvSpPr>
          <p:cNvPr id="18" name="converge-4">
            <a:extLst xmlns:a="http://schemas.openxmlformats.org/drawingml/2006/main">
              <a:ext uri="{FF2B5EF4-FFF2-40B4-BE49-F238E27FC236}">
                <a16:creationId xmlns:a16="http://schemas.microsoft.com/office/drawing/2014/main" id="{ECBE282E-AC4E-47D8-AEB9-A063016D45A6}"/>
              </a:ext>
            </a:extLst>
          </p:cNvPr>
          <p:cNvSpPr>
            <a:spLocks xmlns:a="http://schemas.openxmlformats.org/drawingml/2006/main" noGrp="1"/>
          </p:cNvSpPr>
          <p:nvPr/>
        </p:nvSpPr>
        <p:spPr>
          <a:xfrm xmlns:a="http://schemas.openxmlformats.org/drawingml/2006/main">
            <a:off x="5010150" y="2038350"/>
            <a:ext cx="1295400" cy="1676400"/>
          </a:xfrm>
          <a:prstGeom xmlns:a="http://schemas.openxmlformats.org/drawingml/2006/main" prst="roundRect">
            <a:avLst>
              <a:gd name="adj" fmla="val 5882"/>
            </a:avLst>
          </a:prstGeom>
          <a:solidFill xmlns:a="http://schemas.openxmlformats.org/drawingml/2006/main">
            <a:srgbClr val="0A1711"/>
          </a:solidFill>
          <a:ln xmlns:a="http://schemas.openxmlformats.org/drawingml/2006/main" w="9525">
            <a:solidFill>
              <a:srgbClr val="1E3B2D"/>
            </a:solidFill>
            <a:prstDash val="solid"/>
          </a:ln>
        </p:spPr>
      </p:sp>
      <p:sp>
        <p:nvSpPr>
          <p:cNvPr id="19" name="">
            <a:extLst xmlns:a="http://schemas.openxmlformats.org/drawingml/2006/main">
              <a:ext uri="{FF2B5EF4-FFF2-40B4-BE49-F238E27FC236}">
                <a16:creationId xmlns:a16="http://schemas.microsoft.com/office/drawing/2014/main" id="{71B1EA27-2124-4B67-818F-79F423ABC568}"/>
              </a:ext>
            </a:extLst>
          </p:cNvPr>
          <p:cNvSpPr>
            <a:spLocks xmlns:a="http://schemas.openxmlformats.org/drawingml/2006/main" noGrp="1"/>
          </p:cNvSpPr>
          <p:nvPr/>
        </p:nvSpPr>
        <p:spPr>
          <a:xfrm xmlns:a="http://schemas.openxmlformats.org/drawingml/2006/main">
            <a:off x="5124450" y="2266950"/>
            <a:ext cx="1066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i="0">
                <a:solidFill>
                  <a:srgbClr val="EEE1C8"/>
                </a:solidFill>
              </a:defRPr>
            </a:pPr>
            <a:r>
              <a:rPr sz="1275" b="1" i="0">
                <a:solidFill>
                  <a:srgbClr val="EEE1C8"/>
                </a:solidFill>
              </a:rPr>
              <a:t>FLASK</a:t>
            </a:r>
          </a:p>
          <a:p xmlns:a="http://schemas.openxmlformats.org/drawingml/2006/main">
            <a:pPr>
              <a:defRPr sz="1275" b="1" i="0">
                <a:solidFill>
                  <a:srgbClr val="EEE1C8"/>
                </a:solidFill>
              </a:defRPr>
            </a:pPr>
            <a:r>
              <a:rPr sz="1275" b="1" i="0">
                <a:solidFill>
                  <a:srgbClr val="EEE1C8"/>
                </a:solidFill>
              </a:rPr>
              <a:t>+ MYSQL</a:t>
            </a:r>
          </a:p>
        </p:txBody>
      </p:sp>
      <p:sp>
        <p:nvSpPr>
          <p:cNvPr id="20" name="">
            <a:extLst xmlns:a="http://schemas.openxmlformats.org/drawingml/2006/main">
              <a:ext uri="{FF2B5EF4-FFF2-40B4-BE49-F238E27FC236}">
                <a16:creationId xmlns:a16="http://schemas.microsoft.com/office/drawing/2014/main" id="{ED25793B-089D-481C-99D5-1567197FA0A0}"/>
              </a:ext>
            </a:extLst>
          </p:cNvPr>
          <p:cNvSpPr>
            <a:spLocks xmlns:a="http://schemas.openxmlformats.org/drawingml/2006/main" noGrp="1"/>
          </p:cNvSpPr>
          <p:nvPr/>
        </p:nvSpPr>
        <p:spPr>
          <a:xfrm xmlns:a="http://schemas.openxmlformats.org/drawingml/2006/main">
            <a:off x="5105400" y="2952750"/>
            <a:ext cx="1104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i="0">
                <a:solidFill>
                  <a:srgbClr val="DCE7DF"/>
                </a:solidFill>
              </a:defRPr>
            </a:pPr>
            <a:r>
              <a:rPr sz="975" b="0" i="0">
                <a:solidFill>
                  <a:srgbClr val="DCE7DF"/>
                </a:solidFill>
              </a:rPr>
              <a:t>server processing</a:t>
            </a:r>
          </a:p>
          <a:p xmlns:a="http://schemas.openxmlformats.org/drawingml/2006/main">
            <a:pPr>
              <a:defRPr sz="975" b="0" i="0">
                <a:solidFill>
                  <a:srgbClr val="DCE7DF"/>
                </a:solidFill>
              </a:defRPr>
            </a:pPr>
            <a:r>
              <a:rPr sz="975" b="0" i="0">
                <a:solidFill>
                  <a:srgbClr val="DCE7DF"/>
                </a:solidFill>
              </a:rPr>
              <a:t>+ data storage</a:t>
            </a:r>
          </a:p>
        </p:txBody>
      </p:sp>
      <p:sp>
        <p:nvSpPr>
          <p:cNvPr id="21" name="">
            <a:extLst xmlns:a="http://schemas.openxmlformats.org/drawingml/2006/main">
              <a:ext uri="{FF2B5EF4-FFF2-40B4-BE49-F238E27FC236}">
                <a16:creationId xmlns:a16="http://schemas.microsoft.com/office/drawing/2014/main" id="{3E60798D-F599-4A9B-B529-87D020478305}"/>
              </a:ext>
            </a:extLst>
          </p:cNvPr>
          <p:cNvSpPr>
            <a:spLocks xmlns:a="http://schemas.openxmlformats.org/drawingml/2006/main" noGrp="1"/>
          </p:cNvSpPr>
          <p:nvPr/>
        </p:nvSpPr>
        <p:spPr>
          <a:xfrm xmlns:a="http://schemas.openxmlformats.org/drawingml/2006/main">
            <a:off x="6381750" y="260032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i="0">
                <a:solidFill>
                  <a:srgbClr val="C8A96A"/>
                </a:solidFill>
              </a:defRPr>
            </a:pPr>
            <a:r>
              <a:rPr sz="2700" b="1" i="0">
                <a:solidFill>
                  <a:srgbClr val="C8A96A"/>
                </a:solidFill>
              </a:rPr>
              <a:t>→</a:t>
            </a:r>
          </a:p>
        </p:txBody>
      </p:sp>
      <p:sp>
        <p:nvSpPr>
          <p:cNvPr id="22" name="dev-browser-frame">
            <a:extLst xmlns:a="http://schemas.openxmlformats.org/drawingml/2006/main">
              <a:ext uri="{FF2B5EF4-FFF2-40B4-BE49-F238E27FC236}">
                <a16:creationId xmlns:a16="http://schemas.microsoft.com/office/drawing/2014/main" id="{76FDE49E-6EEE-4854-810F-7EA87DA26A26}"/>
              </a:ext>
            </a:extLst>
          </p:cNvPr>
          <p:cNvSpPr>
            <a:spLocks xmlns:a="http://schemas.openxmlformats.org/drawingml/2006/main" noGrp="1"/>
          </p:cNvSpPr>
          <p:nvPr/>
        </p:nvSpPr>
        <p:spPr>
          <a:xfrm xmlns:a="http://schemas.openxmlformats.org/drawingml/2006/main">
            <a:off x="6953250" y="1790700"/>
            <a:ext cx="4629150" cy="3257550"/>
          </a:xfrm>
          <a:prstGeom xmlns:a="http://schemas.openxmlformats.org/drawingml/2006/main" prst="roundRect">
            <a:avLst>
              <a:gd name="adj" fmla="val 2339"/>
            </a:avLst>
          </a:prstGeom>
          <a:solidFill xmlns:a="http://schemas.openxmlformats.org/drawingml/2006/main">
            <a:srgbClr val="071B12"/>
          </a:solidFill>
          <a:ln xmlns:a="http://schemas.openxmlformats.org/drawingml/2006/main" w="9525">
            <a:solidFill>
              <a:srgbClr val="315440"/>
            </a:solidFill>
            <a:prstDash val="solid"/>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dc94ffa9d2714a81"/>
          <a:srcRect xmlns:a="http://schemas.openxmlformats.org/drawingml/2006/main" l="4400" t="0" r="4400" b="0"/>
          <a:stretch xmlns:a="http://schemas.openxmlformats.org/drawingml/2006/main">
            <a:fillRect l="0" t="0" r="0" b="0"/>
          </a:stretch>
        </p:blipFill>
        <p:spPr>
          <a:xfrm xmlns:a="http://schemas.openxmlformats.org/drawingml/2006/main">
            <a:off x="7086600" y="1924050"/>
            <a:ext cx="4362450" cy="2990850"/>
          </a:xfrm>
          <a:prstGeom xmlns:a="http://schemas.openxmlformats.org/drawingml/2006/main" prst="roundRect">
            <a:avLst/>
          </a:prstGeom>
        </p:spPr>
      </p:pic>
      <p:sp>
        <p:nvSpPr>
          <p:cNvPr id="24" name="">
            <a:extLst xmlns:a="http://schemas.openxmlformats.org/drawingml/2006/main">
              <a:ext uri="{FF2B5EF4-FFF2-40B4-BE49-F238E27FC236}">
                <a16:creationId xmlns:a16="http://schemas.microsoft.com/office/drawing/2014/main" id="{28738C58-D83B-4938-A5C6-711126EB021C}"/>
              </a:ext>
            </a:extLst>
          </p:cNvPr>
          <p:cNvSpPr>
            <a:spLocks xmlns:a="http://schemas.openxmlformats.org/drawingml/2006/main" noGrp="1"/>
          </p:cNvSpPr>
          <p:nvPr/>
        </p:nvSpPr>
        <p:spPr>
          <a:xfrm xmlns:a="http://schemas.openxmlformats.org/drawingml/2006/main">
            <a:off x="819150" y="5372100"/>
            <a:ext cx="2381250" cy="590550"/>
          </a:xfrm>
          <a:prstGeom xmlns:a="http://schemas.openxmlformats.org/drawingml/2006/main" prst="roundRect">
            <a:avLst>
              <a:gd name="adj" fmla="val 12903"/>
            </a:avLst>
          </a:prstGeom>
          <a:solidFill xmlns:a="http://schemas.openxmlformats.org/drawingml/2006/main">
            <a:srgbClr val="EDF2EE"/>
          </a:solidFill>
          <a:ln xmlns:a="http://schemas.openxmlformats.org/drawingml/2006/main" w="9525">
            <a:solidFill>
              <a:srgbClr val="E5E1D8"/>
            </a:solidFill>
            <a:prstDash val="solid"/>
          </a:ln>
        </p:spPr>
      </p:sp>
      <p:sp>
        <p:nvSpPr>
          <p:cNvPr id="25" name="">
            <a:extLst xmlns:a="http://schemas.openxmlformats.org/drawingml/2006/main">
              <a:ext uri="{FF2B5EF4-FFF2-40B4-BE49-F238E27FC236}">
                <a16:creationId xmlns:a16="http://schemas.microsoft.com/office/drawing/2014/main" id="{006A7F37-C7D7-4E3E-A558-9D8B64FF5A1B}"/>
              </a:ext>
            </a:extLst>
          </p:cNvPr>
          <p:cNvSpPr>
            <a:spLocks xmlns:a="http://schemas.openxmlformats.org/drawingml/2006/main" noGrp="1"/>
          </p:cNvSpPr>
          <p:nvPr/>
        </p:nvSpPr>
        <p:spPr>
          <a:xfrm xmlns:a="http://schemas.openxmlformats.org/drawingml/2006/main">
            <a:off x="971550" y="5505450"/>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123524"/>
                </a:solidFill>
              </a:defRPr>
            </a:pPr>
            <a:r>
              <a:rPr sz="1050" b="1" i="0">
                <a:solidFill>
                  <a:srgbClr val="123524"/>
                </a:solidFill>
              </a:rPr>
              <a:t>Responsive</a:t>
            </a:r>
          </a:p>
        </p:txBody>
      </p:sp>
      <p:sp>
        <p:nvSpPr>
          <p:cNvPr id="26" name="">
            <a:extLst xmlns:a="http://schemas.openxmlformats.org/drawingml/2006/main">
              <a:ext uri="{FF2B5EF4-FFF2-40B4-BE49-F238E27FC236}">
                <a16:creationId xmlns:a16="http://schemas.microsoft.com/office/drawing/2014/main" id="{057B69B4-4BF4-484A-80F1-0946B2AD21FD}"/>
              </a:ext>
            </a:extLst>
          </p:cNvPr>
          <p:cNvSpPr>
            <a:spLocks xmlns:a="http://schemas.openxmlformats.org/drawingml/2006/main" noGrp="1"/>
          </p:cNvSpPr>
          <p:nvPr/>
        </p:nvSpPr>
        <p:spPr>
          <a:xfrm xmlns:a="http://schemas.openxmlformats.org/drawingml/2006/main">
            <a:off x="1943100" y="550545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i="0">
                <a:solidFill>
                  <a:srgbClr val="69746D"/>
                </a:solidFill>
              </a:defRPr>
            </a:pPr>
            <a:r>
              <a:rPr sz="975" b="0" i="0">
                <a:solidFill>
                  <a:srgbClr val="69746D"/>
                </a:solidFill>
              </a:rPr>
              <a:t>six-page interface</a:t>
            </a:r>
          </a:p>
        </p:txBody>
      </p:sp>
      <p:sp>
        <p:nvSpPr>
          <p:cNvPr id="27" name="">
            <a:extLst xmlns:a="http://schemas.openxmlformats.org/drawingml/2006/main">
              <a:ext uri="{FF2B5EF4-FFF2-40B4-BE49-F238E27FC236}">
                <a16:creationId xmlns:a16="http://schemas.microsoft.com/office/drawing/2014/main" id="{1EAFDB0F-7EF2-458F-B16C-3CBE5A4A81DD}"/>
              </a:ext>
            </a:extLst>
          </p:cNvPr>
          <p:cNvSpPr>
            <a:spLocks xmlns:a="http://schemas.openxmlformats.org/drawingml/2006/main" noGrp="1"/>
          </p:cNvSpPr>
          <p:nvPr/>
        </p:nvSpPr>
        <p:spPr>
          <a:xfrm xmlns:a="http://schemas.openxmlformats.org/drawingml/2006/main">
            <a:off x="3467100" y="5372100"/>
            <a:ext cx="2381250" cy="590550"/>
          </a:xfrm>
          <a:prstGeom xmlns:a="http://schemas.openxmlformats.org/drawingml/2006/main" prst="roundRect">
            <a:avLst>
              <a:gd name="adj" fmla="val 12903"/>
            </a:avLst>
          </a:prstGeom>
          <a:solidFill xmlns:a="http://schemas.openxmlformats.org/drawingml/2006/main">
            <a:srgbClr val="F3E9D5"/>
          </a:solidFill>
          <a:ln xmlns:a="http://schemas.openxmlformats.org/drawingml/2006/main" w="9525">
            <a:solidFill>
              <a:srgbClr val="E5E1D8"/>
            </a:solidFill>
            <a:prstDash val="solid"/>
          </a:ln>
        </p:spPr>
      </p:sp>
      <p:sp>
        <p:nvSpPr>
          <p:cNvPr id="28" name="">
            <a:extLst xmlns:a="http://schemas.openxmlformats.org/drawingml/2006/main">
              <a:ext uri="{FF2B5EF4-FFF2-40B4-BE49-F238E27FC236}">
                <a16:creationId xmlns:a16="http://schemas.microsoft.com/office/drawing/2014/main" id="{EC2A4D51-2994-46BA-8242-7940D16265A6}"/>
              </a:ext>
            </a:extLst>
          </p:cNvPr>
          <p:cNvSpPr>
            <a:spLocks xmlns:a="http://schemas.openxmlformats.org/drawingml/2006/main" noGrp="1"/>
          </p:cNvSpPr>
          <p:nvPr/>
        </p:nvSpPr>
        <p:spPr>
          <a:xfrm xmlns:a="http://schemas.openxmlformats.org/drawingml/2006/main">
            <a:off x="3619500" y="5505450"/>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123524"/>
                </a:solidFill>
              </a:defRPr>
            </a:pPr>
            <a:r>
              <a:rPr sz="1050" b="1" i="0">
                <a:solidFill>
                  <a:srgbClr val="123524"/>
                </a:solidFill>
              </a:rPr>
              <a:t>Live</a:t>
            </a:r>
          </a:p>
        </p:txBody>
      </p:sp>
      <p:sp>
        <p:nvSpPr>
          <p:cNvPr id="29" name="">
            <a:extLst xmlns:a="http://schemas.openxmlformats.org/drawingml/2006/main">
              <a:ext uri="{FF2B5EF4-FFF2-40B4-BE49-F238E27FC236}">
                <a16:creationId xmlns:a16="http://schemas.microsoft.com/office/drawing/2014/main" id="{995BE7FA-25F0-44BA-A8DF-41F31C8094C6}"/>
              </a:ext>
            </a:extLst>
          </p:cNvPr>
          <p:cNvSpPr>
            <a:spLocks xmlns:a="http://schemas.openxmlformats.org/drawingml/2006/main" noGrp="1"/>
          </p:cNvSpPr>
          <p:nvPr/>
        </p:nvSpPr>
        <p:spPr>
          <a:xfrm xmlns:a="http://schemas.openxmlformats.org/drawingml/2006/main">
            <a:off x="4591050" y="550545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i="0">
                <a:solidFill>
                  <a:srgbClr val="69746D"/>
                </a:solidFill>
              </a:defRPr>
            </a:pPr>
            <a:r>
              <a:rPr sz="975" b="0" i="0">
                <a:solidFill>
                  <a:srgbClr val="69746D"/>
                </a:solidFill>
              </a:rPr>
              <a:t>Flask + MySQL</a:t>
            </a:r>
          </a:p>
        </p:txBody>
      </p:sp>
      <p:sp>
        <p:nvSpPr>
          <p:cNvPr id="30" name="">
            <a:extLst xmlns:a="http://schemas.openxmlformats.org/drawingml/2006/main">
              <a:ext uri="{FF2B5EF4-FFF2-40B4-BE49-F238E27FC236}">
                <a16:creationId xmlns:a16="http://schemas.microsoft.com/office/drawing/2014/main" id="{E4217584-BE40-4F19-B221-B49599EB5176}"/>
              </a:ext>
            </a:extLst>
          </p:cNvPr>
          <p:cNvSpPr>
            <a:spLocks xmlns:a="http://schemas.openxmlformats.org/drawingml/2006/main" noGrp="1"/>
          </p:cNvSpPr>
          <p:nvPr/>
        </p:nvSpPr>
        <p:spPr>
          <a:xfrm xmlns:a="http://schemas.openxmlformats.org/drawingml/2006/main">
            <a:off x="6115050" y="5372100"/>
            <a:ext cx="2381250" cy="590550"/>
          </a:xfrm>
          <a:prstGeom xmlns:a="http://schemas.openxmlformats.org/drawingml/2006/main" prst="roundRect">
            <a:avLst>
              <a:gd name="adj" fmla="val 12903"/>
            </a:avLst>
          </a:prstGeom>
          <a:solidFill xmlns:a="http://schemas.openxmlformats.org/drawingml/2006/main">
            <a:srgbClr val="EDF2EE"/>
          </a:solidFill>
          <a:ln xmlns:a="http://schemas.openxmlformats.org/drawingml/2006/main" w="9525">
            <a:solidFill>
              <a:srgbClr val="E5E1D8"/>
            </a:solidFill>
            <a:prstDash val="solid"/>
          </a:ln>
        </p:spPr>
      </p:sp>
      <p:sp>
        <p:nvSpPr>
          <p:cNvPr id="31" name="">
            <a:extLst xmlns:a="http://schemas.openxmlformats.org/drawingml/2006/main">
              <a:ext uri="{FF2B5EF4-FFF2-40B4-BE49-F238E27FC236}">
                <a16:creationId xmlns:a16="http://schemas.microsoft.com/office/drawing/2014/main" id="{A773AA00-6182-4A81-BC6B-4F796FB653DB}"/>
              </a:ext>
            </a:extLst>
          </p:cNvPr>
          <p:cNvSpPr>
            <a:spLocks xmlns:a="http://schemas.openxmlformats.org/drawingml/2006/main" noGrp="1"/>
          </p:cNvSpPr>
          <p:nvPr/>
        </p:nvSpPr>
        <p:spPr>
          <a:xfrm xmlns:a="http://schemas.openxmlformats.org/drawingml/2006/main">
            <a:off x="6267450" y="5505450"/>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123524"/>
                </a:solidFill>
              </a:defRPr>
            </a:pPr>
            <a:r>
              <a:rPr sz="1050" b="1" i="0">
                <a:solidFill>
                  <a:srgbClr val="123524"/>
                </a:solidFill>
              </a:rPr>
              <a:t>Analytical</a:t>
            </a:r>
          </a:p>
        </p:txBody>
      </p:sp>
      <p:sp>
        <p:nvSpPr>
          <p:cNvPr id="32" name="">
            <a:extLst xmlns:a="http://schemas.openxmlformats.org/drawingml/2006/main">
              <a:ext uri="{FF2B5EF4-FFF2-40B4-BE49-F238E27FC236}">
                <a16:creationId xmlns:a16="http://schemas.microsoft.com/office/drawing/2014/main" id="{AF2A6305-EFA8-4327-889F-E5E23E888057}"/>
              </a:ext>
            </a:extLst>
          </p:cNvPr>
          <p:cNvSpPr>
            <a:spLocks xmlns:a="http://schemas.openxmlformats.org/drawingml/2006/main" noGrp="1"/>
          </p:cNvSpPr>
          <p:nvPr/>
        </p:nvSpPr>
        <p:spPr>
          <a:xfrm xmlns:a="http://schemas.openxmlformats.org/drawingml/2006/main">
            <a:off x="7239000" y="550545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i="0">
                <a:solidFill>
                  <a:srgbClr val="69746D"/>
                </a:solidFill>
              </a:defRPr>
            </a:pPr>
            <a:r>
              <a:rPr sz="975" b="0" i="0">
                <a:solidFill>
                  <a:srgbClr val="69746D"/>
                </a:solidFill>
              </a:rPr>
              <a:t>maps + charts</a:t>
            </a:r>
          </a:p>
        </p:txBody>
      </p:sp>
      <p:sp>
        <p:nvSpPr>
          <p:cNvPr id="33" name="">
            <a:extLst xmlns:a="http://schemas.openxmlformats.org/drawingml/2006/main">
              <a:ext uri="{FF2B5EF4-FFF2-40B4-BE49-F238E27FC236}">
                <a16:creationId xmlns:a16="http://schemas.microsoft.com/office/drawing/2014/main" id="{6BBA7302-83AF-47EC-98A6-871AF41AE707}"/>
              </a:ext>
            </a:extLst>
          </p:cNvPr>
          <p:cNvSpPr>
            <a:spLocks xmlns:a="http://schemas.openxmlformats.org/drawingml/2006/main" noGrp="1"/>
          </p:cNvSpPr>
          <p:nvPr/>
        </p:nvSpPr>
        <p:spPr>
          <a:xfrm xmlns:a="http://schemas.openxmlformats.org/drawingml/2006/main">
            <a:off x="8763000" y="5372100"/>
            <a:ext cx="2381250" cy="590550"/>
          </a:xfrm>
          <a:prstGeom xmlns:a="http://schemas.openxmlformats.org/drawingml/2006/main" prst="roundRect">
            <a:avLst>
              <a:gd name="adj" fmla="val 12903"/>
            </a:avLst>
          </a:prstGeom>
          <a:solidFill xmlns:a="http://schemas.openxmlformats.org/drawingml/2006/main">
            <a:srgbClr val="F3E9D5"/>
          </a:solidFill>
          <a:ln xmlns:a="http://schemas.openxmlformats.org/drawingml/2006/main" w="9525">
            <a:solidFill>
              <a:srgbClr val="E5E1D8"/>
            </a:solidFill>
            <a:prstDash val="solid"/>
          </a:ln>
        </p:spPr>
      </p:sp>
      <p:sp>
        <p:nvSpPr>
          <p:cNvPr id="34" name="">
            <a:extLst xmlns:a="http://schemas.openxmlformats.org/drawingml/2006/main">
              <a:ext uri="{FF2B5EF4-FFF2-40B4-BE49-F238E27FC236}">
                <a16:creationId xmlns:a16="http://schemas.microsoft.com/office/drawing/2014/main" id="{70077220-F077-4A48-9BCE-BD055909C774}"/>
              </a:ext>
            </a:extLst>
          </p:cNvPr>
          <p:cNvSpPr>
            <a:spLocks xmlns:a="http://schemas.openxmlformats.org/drawingml/2006/main" noGrp="1"/>
          </p:cNvSpPr>
          <p:nvPr/>
        </p:nvSpPr>
        <p:spPr>
          <a:xfrm xmlns:a="http://schemas.openxmlformats.org/drawingml/2006/main">
            <a:off x="8915400" y="5505450"/>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123524"/>
                </a:solidFill>
              </a:defRPr>
            </a:pPr>
            <a:r>
              <a:rPr sz="1050" b="1" i="0">
                <a:solidFill>
                  <a:srgbClr val="123524"/>
                </a:solidFill>
              </a:rPr>
              <a:t>Inclusive</a:t>
            </a:r>
          </a:p>
        </p:txBody>
      </p:sp>
      <p:sp>
        <p:nvSpPr>
          <p:cNvPr id="35" name="">
            <a:extLst xmlns:a="http://schemas.openxmlformats.org/drawingml/2006/main">
              <a:ext uri="{FF2B5EF4-FFF2-40B4-BE49-F238E27FC236}">
                <a16:creationId xmlns:a16="http://schemas.microsoft.com/office/drawing/2014/main" id="{FD8F672E-8EEF-417A-B5DD-6494A2A4B77F}"/>
              </a:ext>
            </a:extLst>
          </p:cNvPr>
          <p:cNvSpPr>
            <a:spLocks xmlns:a="http://schemas.openxmlformats.org/drawingml/2006/main" noGrp="1"/>
          </p:cNvSpPr>
          <p:nvPr/>
        </p:nvSpPr>
        <p:spPr>
          <a:xfrm xmlns:a="http://schemas.openxmlformats.org/drawingml/2006/main">
            <a:off x="9886950" y="5505450"/>
            <a:ext cx="112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i="0">
                <a:solidFill>
                  <a:srgbClr val="69746D"/>
                </a:solidFill>
              </a:defRPr>
            </a:pPr>
            <a:r>
              <a:rPr sz="975" b="0" i="0">
                <a:solidFill>
                  <a:srgbClr val="69746D"/>
                </a:solidFill>
              </a:rPr>
              <a:t>English + Arabic</a:t>
            </a:r>
          </a:p>
        </p:txBody>
      </p:sp>
      <p:sp>
        <p:nvSpPr>
          <p:cNvPr id="36" name="">
            <a:extLst xmlns:a="http://schemas.openxmlformats.org/drawingml/2006/main">
              <a:ext uri="{FF2B5EF4-FFF2-40B4-BE49-F238E27FC236}">
                <a16:creationId xmlns:a16="http://schemas.microsoft.com/office/drawing/2014/main" id="{FC483828-83DD-463E-BA9E-6BA69ECF5EEF}"/>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9525">
            <a:solidFill>
              <a:srgbClr val="E5E1D8"/>
            </a:solidFill>
            <a:prstDash val="solid"/>
          </a:ln>
        </p:spPr>
      </p:sp>
    </p:spTree>
    <p:extLst>
      <p:ext uri="{BB962C8B-B14F-4D97-AF65-F5344CB8AC3E}">
        <p14:creationId xmlns:p14="http://schemas.microsoft.com/office/powerpoint/2010/main" val="1451633097"/>
      </p:ext>
    </p:extLst>
  </p:cSld>
</p:sld>
</file>

<file path=ppt/slides/slide38.xml><?xml version="1.0" encoding="utf-8"?>
<p:sld xmlns:p="http://schemas.openxmlformats.org/presentationml/2006/main">
  <p:cSld>
    <p:bg>
      <p:bgPr>
        <a:solidFill xmlns:a="http://schemas.openxmlformats.org/drawingml/2006/main">
          <a:srgbClr val="071B12"/>
        </a:solidFill>
      </p:bgPr>
    </p:bg>
    <p:spTree>
      <p:nvGrpSpPr>
        <p:cNvPr id="1" name=""/>
        <p:cNvGrpSpPr/>
        <p:nvPr/>
      </p:nvGrpSpPr>
      <p:grpSpPr>
        <a:xfrm xmlns:a="http://schemas.openxmlformats.org/drawingml/2006/main"/>
      </p:grpSpPr>
      <p:sp>
        <p:nvSpPr>
          <p:cNvPr id="19" name="top-accent">
            <a:extLst xmlns:a="http://schemas.openxmlformats.org/drawingml/2006/main">
              <a:ext uri="{FF2B5EF4-FFF2-40B4-BE49-F238E27FC236}">
                <a16:creationId xmlns:a16="http://schemas.microsoft.com/office/drawing/2014/main" id="{756A5678-8A56-4F93-B1EF-7915731DB05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5A10BD65-4547-49A5-B829-A04E7B6F9ED8}"/>
              </a:ext>
            </a:extLst>
          </p:cNvPr>
          <p:cNvSpPr>
            <a:spLocks xmlns:a="http://schemas.openxmlformats.org/drawingml/2006/main" noGrp="1"/>
          </p:cNvSpPr>
          <p:nvPr/>
        </p:nvSpPr>
        <p:spPr>
          <a:xfrm xmlns:a="http://schemas.openxmlformats.org/drawingml/2006/main">
            <a:off x="609600" y="2857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EEE1C8"/>
                </a:solidFill>
              </a:defRPr>
            </a:pPr>
            <a:r>
              <a:rPr sz="900" b="1" i="0">
                <a:solidFill>
                  <a:srgbClr val="EEE1C8"/>
                </a:solidFill>
              </a:rPr>
              <a:t>FINAL RESULT</a:t>
            </a:r>
          </a:p>
        </p:txBody>
      </p:sp>
      <p:sp>
        <p:nvSpPr>
          <p:cNvPr id="3" name="slide-number">
            <a:extLst xmlns:a="http://schemas.openxmlformats.org/drawingml/2006/main">
              <a:ext uri="{FF2B5EF4-FFF2-40B4-BE49-F238E27FC236}">
                <a16:creationId xmlns:a16="http://schemas.microsoft.com/office/drawing/2014/main" id="{962BD199-2A87-4F06-BA35-D358456BE16B}"/>
              </a:ext>
            </a:extLst>
          </p:cNvPr>
          <p:cNvSpPr>
            <a:spLocks xmlns:a="http://schemas.openxmlformats.org/drawingml/2006/main" noGrp="1"/>
          </p:cNvSpPr>
          <p:nvPr/>
        </p:nvSpPr>
        <p:spPr>
          <a:xfrm xmlns:a="http://schemas.openxmlformats.org/drawingml/2006/main">
            <a:off x="111252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C8A96A"/>
                </a:solidFill>
              </a:defRPr>
            </a:pPr>
            <a:r>
              <a:rPr sz="900" b="1" i="0">
                <a:solidFill>
                  <a:srgbClr val="C8A96A"/>
                </a:solidFill>
              </a:rPr>
              <a:t>38</a:t>
            </a:r>
          </a:p>
        </p:txBody>
      </p:sp>
      <p:sp>
        <p:nvSpPr>
          <p:cNvPr id="4" name="final-title">
            <a:extLst xmlns:a="http://schemas.openxmlformats.org/drawingml/2006/main">
              <a:ext uri="{FF2B5EF4-FFF2-40B4-BE49-F238E27FC236}">
                <a16:creationId xmlns:a16="http://schemas.microsoft.com/office/drawing/2014/main" id="{DDB5E5AC-5176-4B19-8384-308268DB1314}"/>
              </a:ext>
            </a:extLst>
          </p:cNvPr>
          <p:cNvSpPr>
            <a:spLocks xmlns:a="http://schemas.openxmlformats.org/drawingml/2006/main" noGrp="1"/>
          </p:cNvSpPr>
          <p:nvPr/>
        </p:nvSpPr>
        <p:spPr>
          <a:xfrm xmlns:a="http://schemas.openxmlformats.org/drawingml/2006/main">
            <a:off x="666750" y="904875"/>
            <a:ext cx="41910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i="0">
                <a:solidFill>
                  <a:srgbClr val="FFFEFA"/>
                </a:solidFill>
              </a:defRPr>
            </a:pPr>
            <a:r>
              <a:rPr sz="2850" b="1" i="0">
                <a:solidFill>
                  <a:srgbClr val="FFFEFA"/>
                </a:solidFill>
              </a:rPr>
              <a:t>Traditional Governments</a:t>
            </a:r>
          </a:p>
          <a:p xmlns:a="http://schemas.openxmlformats.org/drawingml/2006/main">
            <a:pPr>
              <a:defRPr sz="2850" b="1" i="0">
                <a:solidFill>
                  <a:srgbClr val="FFFEFA"/>
                </a:solidFill>
              </a:defRPr>
            </a:pPr>
            <a:r>
              <a:rPr sz="2850" b="1" i="0">
                <a:solidFill>
                  <a:srgbClr val="FFFEFA"/>
                </a:solidFill>
              </a:rPr>
              <a:t>Database &amp; Explorer</a:t>
            </a:r>
          </a:p>
        </p:txBody>
      </p:sp>
      <p:sp>
        <p:nvSpPr>
          <p:cNvPr id="5" name="">
            <a:extLst xmlns:a="http://schemas.openxmlformats.org/drawingml/2006/main">
              <a:ext uri="{FF2B5EF4-FFF2-40B4-BE49-F238E27FC236}">
                <a16:creationId xmlns:a16="http://schemas.microsoft.com/office/drawing/2014/main" id="{F206C70C-6AFD-44FE-9113-6ECBE82DF4BF}"/>
              </a:ext>
            </a:extLst>
          </p:cNvPr>
          <p:cNvSpPr>
            <a:spLocks xmlns:a="http://schemas.openxmlformats.org/drawingml/2006/main" noGrp="1"/>
          </p:cNvSpPr>
          <p:nvPr/>
        </p:nvSpPr>
        <p:spPr>
          <a:xfrm xmlns:a="http://schemas.openxmlformats.org/drawingml/2006/main">
            <a:off x="685800" y="2209800"/>
            <a:ext cx="3905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0" i="0">
                <a:solidFill>
                  <a:srgbClr val="C8D4CD"/>
                </a:solidFill>
              </a:defRPr>
            </a:pPr>
            <a:r>
              <a:rPr sz="1425" b="0" i="0">
                <a:solidFill>
                  <a:srgbClr val="C8D4CD"/>
                </a:solidFill>
              </a:rPr>
              <a:t>A complete full-stack research website with a responsive interface, Flask API, MySQL data, and bilingual exploration tools.</a:t>
            </a:r>
          </a:p>
        </p:txBody>
      </p:sp>
      <p:sp>
        <p:nvSpPr>
          <p:cNvPr id="6" name="">
            <a:extLst xmlns:a="http://schemas.openxmlformats.org/drawingml/2006/main">
              <a:ext uri="{FF2B5EF4-FFF2-40B4-BE49-F238E27FC236}">
                <a16:creationId xmlns:a16="http://schemas.microsoft.com/office/drawing/2014/main" id="{FEB5735D-B86F-4B1B-974F-BC7A2FDBE373}"/>
              </a:ext>
            </a:extLst>
          </p:cNvPr>
          <p:cNvSpPr>
            <a:spLocks xmlns:a="http://schemas.openxmlformats.org/drawingml/2006/main" noGrp="1"/>
          </p:cNvSpPr>
          <p:nvPr/>
        </p:nvSpPr>
        <p:spPr>
          <a:xfrm xmlns:a="http://schemas.openxmlformats.org/drawingml/2006/main">
            <a:off x="685800" y="3638550"/>
            <a:ext cx="1066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i="0">
                <a:solidFill>
                  <a:srgbClr val="C8A96A"/>
                </a:solidFill>
              </a:defRPr>
            </a:pPr>
            <a:r>
              <a:rPr sz="1950" b="1" i="0">
                <a:solidFill>
                  <a:srgbClr val="C8A96A"/>
                </a:solidFill>
              </a:rPr>
              <a:t>Flask</a:t>
            </a:r>
          </a:p>
        </p:txBody>
      </p:sp>
      <p:sp>
        <p:nvSpPr>
          <p:cNvPr id="7" name="">
            <a:extLst xmlns:a="http://schemas.openxmlformats.org/drawingml/2006/main">
              <a:ext uri="{FF2B5EF4-FFF2-40B4-BE49-F238E27FC236}">
                <a16:creationId xmlns:a16="http://schemas.microsoft.com/office/drawing/2014/main" id="{306E6492-5610-47AC-8CBF-88E09F2AD4BA}"/>
              </a:ext>
            </a:extLst>
          </p:cNvPr>
          <p:cNvSpPr>
            <a:spLocks xmlns:a="http://schemas.openxmlformats.org/drawingml/2006/main" noGrp="1"/>
          </p:cNvSpPr>
          <p:nvPr/>
        </p:nvSpPr>
        <p:spPr>
          <a:xfrm xmlns:a="http://schemas.openxmlformats.org/drawingml/2006/main">
            <a:off x="1790700" y="371475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FFFEFA"/>
                </a:solidFill>
              </a:defRPr>
            </a:pPr>
            <a:r>
              <a:rPr sz="900" b="0" i="0">
                <a:solidFill>
                  <a:srgbClr val="FFFEFA"/>
                </a:solidFill>
              </a:rPr>
              <a:t>backend</a:t>
            </a:r>
          </a:p>
        </p:txBody>
      </p:sp>
      <p:sp>
        <p:nvSpPr>
          <p:cNvPr id="8" name="">
            <a:extLst xmlns:a="http://schemas.openxmlformats.org/drawingml/2006/main">
              <a:ext uri="{FF2B5EF4-FFF2-40B4-BE49-F238E27FC236}">
                <a16:creationId xmlns:a16="http://schemas.microsoft.com/office/drawing/2014/main" id="{03859B9F-FDDC-4773-BC05-7430600EFBF7}"/>
              </a:ext>
            </a:extLst>
          </p:cNvPr>
          <p:cNvSpPr>
            <a:spLocks xmlns:a="http://schemas.openxmlformats.org/drawingml/2006/main" noGrp="1"/>
          </p:cNvSpPr>
          <p:nvPr/>
        </p:nvSpPr>
        <p:spPr>
          <a:xfrm xmlns:a="http://schemas.openxmlformats.org/drawingml/2006/main">
            <a:off x="2638425" y="3638550"/>
            <a:ext cx="1066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i="0">
                <a:solidFill>
                  <a:srgbClr val="C8A96A"/>
                </a:solidFill>
              </a:defRPr>
            </a:pPr>
            <a:r>
              <a:rPr sz="1950" b="1" i="0">
                <a:solidFill>
                  <a:srgbClr val="C8A96A"/>
                </a:solidFill>
              </a:rPr>
              <a:t>MySQL</a:t>
            </a:r>
          </a:p>
        </p:txBody>
      </p:sp>
      <p:sp>
        <p:nvSpPr>
          <p:cNvPr id="9" name="">
            <a:extLst xmlns:a="http://schemas.openxmlformats.org/drawingml/2006/main">
              <a:ext uri="{FF2B5EF4-FFF2-40B4-BE49-F238E27FC236}">
                <a16:creationId xmlns:a16="http://schemas.microsoft.com/office/drawing/2014/main" id="{22C228B3-88E4-42C6-85FA-5FD3A92896BF}"/>
              </a:ext>
            </a:extLst>
          </p:cNvPr>
          <p:cNvSpPr>
            <a:spLocks xmlns:a="http://schemas.openxmlformats.org/drawingml/2006/main" noGrp="1"/>
          </p:cNvSpPr>
          <p:nvPr/>
        </p:nvSpPr>
        <p:spPr>
          <a:xfrm xmlns:a="http://schemas.openxmlformats.org/drawingml/2006/main">
            <a:off x="3743325" y="371475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FFFEFA"/>
                </a:solidFill>
              </a:defRPr>
            </a:pPr>
            <a:r>
              <a:rPr sz="900" b="0" i="0">
                <a:solidFill>
                  <a:srgbClr val="FFFEFA"/>
                </a:solidFill>
              </a:rPr>
              <a:t>database</a:t>
            </a:r>
          </a:p>
        </p:txBody>
      </p:sp>
      <p:sp>
        <p:nvSpPr>
          <p:cNvPr id="10" name="">
            <a:extLst xmlns:a="http://schemas.openxmlformats.org/drawingml/2006/main">
              <a:ext uri="{FF2B5EF4-FFF2-40B4-BE49-F238E27FC236}">
                <a16:creationId xmlns:a16="http://schemas.microsoft.com/office/drawing/2014/main" id="{9ED89AF3-6D83-4877-AD58-3DEB512EF8D5}"/>
              </a:ext>
            </a:extLst>
          </p:cNvPr>
          <p:cNvSpPr>
            <a:spLocks xmlns:a="http://schemas.openxmlformats.org/drawingml/2006/main" noGrp="1"/>
          </p:cNvSpPr>
          <p:nvPr/>
        </p:nvSpPr>
        <p:spPr>
          <a:xfrm xmlns:a="http://schemas.openxmlformats.org/drawingml/2006/main">
            <a:off x="685800" y="4457700"/>
            <a:ext cx="1066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i="0">
                <a:solidFill>
                  <a:srgbClr val="C8A96A"/>
                </a:solidFill>
              </a:defRPr>
            </a:pPr>
            <a:r>
              <a:rPr sz="1950" b="1" i="0">
                <a:solidFill>
                  <a:srgbClr val="C8A96A"/>
                </a:solidFill>
              </a:rPr>
              <a:t>JSON</a:t>
            </a:r>
          </a:p>
        </p:txBody>
      </p:sp>
      <p:sp>
        <p:nvSpPr>
          <p:cNvPr id="11" name="">
            <a:extLst xmlns:a="http://schemas.openxmlformats.org/drawingml/2006/main">
              <a:ext uri="{FF2B5EF4-FFF2-40B4-BE49-F238E27FC236}">
                <a16:creationId xmlns:a16="http://schemas.microsoft.com/office/drawing/2014/main" id="{ECF49AF6-BA8D-4F17-8A69-D5A1245D98D9}"/>
              </a:ext>
            </a:extLst>
          </p:cNvPr>
          <p:cNvSpPr>
            <a:spLocks xmlns:a="http://schemas.openxmlformats.org/drawingml/2006/main" noGrp="1"/>
          </p:cNvSpPr>
          <p:nvPr/>
        </p:nvSpPr>
        <p:spPr>
          <a:xfrm xmlns:a="http://schemas.openxmlformats.org/drawingml/2006/main">
            <a:off x="1790700" y="45339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FFFEFA"/>
                </a:solidFill>
              </a:defRPr>
            </a:pPr>
            <a:r>
              <a:rPr sz="900" b="0" i="0">
                <a:solidFill>
                  <a:srgbClr val="FFFEFA"/>
                </a:solidFill>
              </a:rPr>
              <a:t>API</a:t>
            </a:r>
          </a:p>
        </p:txBody>
      </p:sp>
      <p:sp>
        <p:nvSpPr>
          <p:cNvPr id="12" name="">
            <a:extLst xmlns:a="http://schemas.openxmlformats.org/drawingml/2006/main">
              <a:ext uri="{FF2B5EF4-FFF2-40B4-BE49-F238E27FC236}">
                <a16:creationId xmlns:a16="http://schemas.microsoft.com/office/drawing/2014/main" id="{E7DB22E0-3399-4E6A-9476-69AF2DD28E9C}"/>
              </a:ext>
            </a:extLst>
          </p:cNvPr>
          <p:cNvSpPr>
            <a:spLocks xmlns:a="http://schemas.openxmlformats.org/drawingml/2006/main" noGrp="1"/>
          </p:cNvSpPr>
          <p:nvPr/>
        </p:nvSpPr>
        <p:spPr>
          <a:xfrm xmlns:a="http://schemas.openxmlformats.org/drawingml/2006/main">
            <a:off x="2638425" y="4457700"/>
            <a:ext cx="1066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i="0">
                <a:solidFill>
                  <a:srgbClr val="C8A96A"/>
                </a:solidFill>
              </a:defRPr>
            </a:pPr>
            <a:r>
              <a:rPr sz="1725" b="1" i="0">
                <a:solidFill>
                  <a:srgbClr val="C8A96A"/>
                </a:solidFill>
              </a:rPr>
              <a:t>EN / AR</a:t>
            </a:r>
          </a:p>
        </p:txBody>
      </p:sp>
      <p:sp>
        <p:nvSpPr>
          <p:cNvPr id="13" name="">
            <a:extLst xmlns:a="http://schemas.openxmlformats.org/drawingml/2006/main">
              <a:ext uri="{FF2B5EF4-FFF2-40B4-BE49-F238E27FC236}">
                <a16:creationId xmlns:a16="http://schemas.microsoft.com/office/drawing/2014/main" id="{E97EAF47-F346-410B-9BCC-DF9AF1164C6C}"/>
              </a:ext>
            </a:extLst>
          </p:cNvPr>
          <p:cNvSpPr>
            <a:spLocks xmlns:a="http://schemas.openxmlformats.org/drawingml/2006/main" noGrp="1"/>
          </p:cNvSpPr>
          <p:nvPr/>
        </p:nvSpPr>
        <p:spPr>
          <a:xfrm xmlns:a="http://schemas.openxmlformats.org/drawingml/2006/main">
            <a:off x="3743325" y="45339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FFFEFA"/>
                </a:solidFill>
              </a:defRPr>
            </a:pPr>
            <a:r>
              <a:rPr sz="900" b="0" i="0">
                <a:solidFill>
                  <a:srgbClr val="FFFEFA"/>
                </a:solidFill>
              </a:rPr>
              <a:t>languages</a:t>
            </a:r>
          </a:p>
        </p:txBody>
      </p:sp>
      <p:sp>
        <p:nvSpPr>
          <p:cNvPr id="14" name="">
            <a:extLst xmlns:a="http://schemas.openxmlformats.org/drawingml/2006/main">
              <a:ext uri="{FF2B5EF4-FFF2-40B4-BE49-F238E27FC236}">
                <a16:creationId xmlns:a16="http://schemas.microsoft.com/office/drawing/2014/main" id="{66BE0452-84FE-42B0-8D6F-9E8365A671F8}"/>
              </a:ext>
            </a:extLst>
          </p:cNvPr>
          <p:cNvSpPr>
            <a:spLocks xmlns:a="http://schemas.openxmlformats.org/drawingml/2006/main" noGrp="1"/>
          </p:cNvSpPr>
          <p:nvPr/>
        </p:nvSpPr>
        <p:spPr>
          <a:xfrm xmlns:a="http://schemas.openxmlformats.org/drawingml/2006/main">
            <a:off x="685800" y="5219700"/>
            <a:ext cx="3905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FFFEFA"/>
                </a:solidFill>
              </a:defRPr>
            </a:pPr>
            <a:r>
              <a:rPr sz="1050" b="0" i="0">
                <a:solidFill>
                  <a:srgbClr val="FFFEFA"/>
                </a:solidFill>
              </a:rPr>
              <a:t>Responsive frontend · search + filtering · maps + charts</a:t>
            </a:r>
          </a:p>
        </p:txBody>
      </p:sp>
      <p:sp>
        <p:nvSpPr>
          <p:cNvPr id="15" name="">
            <a:extLst xmlns:a="http://schemas.openxmlformats.org/drawingml/2006/main">
              <a:ext uri="{FF2B5EF4-FFF2-40B4-BE49-F238E27FC236}">
                <a16:creationId xmlns:a16="http://schemas.microsoft.com/office/drawing/2014/main" id="{0CF3E90A-8959-4AB7-B39C-F0902897282A}"/>
              </a:ext>
            </a:extLst>
          </p:cNvPr>
          <p:cNvSpPr>
            <a:spLocks xmlns:a="http://schemas.openxmlformats.org/drawingml/2006/main" noGrp="1"/>
          </p:cNvSpPr>
          <p:nvPr/>
        </p:nvSpPr>
        <p:spPr>
          <a:xfrm xmlns:a="http://schemas.openxmlformats.org/drawingml/2006/main">
            <a:off x="685800" y="5619750"/>
            <a:ext cx="3390900" cy="285750"/>
          </a:xfrm>
          <a:prstGeom xmlns:a="http://schemas.openxmlformats.org/drawingml/2006/main" prst="roundRect">
            <a:avLst>
              <a:gd name="adj" fmla="val 26667"/>
            </a:avLst>
          </a:prstGeom>
          <a:solidFill xmlns:a="http://schemas.openxmlformats.org/drawingml/2006/main">
            <a:srgbClr val="C8A96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A2042D0-6684-466E-A1CE-D5FA9BD673F9}"/>
              </a:ext>
            </a:extLst>
          </p:cNvPr>
          <p:cNvSpPr>
            <a:spLocks xmlns:a="http://schemas.openxmlformats.org/drawingml/2006/main" noGrp="1"/>
          </p:cNvSpPr>
          <p:nvPr/>
        </p:nvSpPr>
        <p:spPr>
          <a:xfrm xmlns:a="http://schemas.openxmlformats.org/drawingml/2006/main">
            <a:off x="781050" y="5676900"/>
            <a:ext cx="3200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071B12"/>
                </a:solidFill>
              </a:defRPr>
            </a:pPr>
            <a:r>
              <a:rPr sz="900" b="1" i="0">
                <a:solidFill>
                  <a:srgbClr val="071B12"/>
                </a:solidFill>
              </a:rPr>
              <a:t>Next: live full-stack website demonstration</a:t>
            </a:r>
          </a:p>
        </p:txBody>
      </p:sp>
      <p:sp>
        <p:nvSpPr>
          <p:cNvPr id="17" name="dev-browser-frame">
            <a:extLst xmlns:a="http://schemas.openxmlformats.org/drawingml/2006/main">
              <a:ext uri="{FF2B5EF4-FFF2-40B4-BE49-F238E27FC236}">
                <a16:creationId xmlns:a16="http://schemas.microsoft.com/office/drawing/2014/main" id="{70A3514B-F2FB-4634-A6C7-88B59E7700BA}"/>
              </a:ext>
            </a:extLst>
          </p:cNvPr>
          <p:cNvSpPr>
            <a:spLocks xmlns:a="http://schemas.openxmlformats.org/drawingml/2006/main" noGrp="1"/>
          </p:cNvSpPr>
          <p:nvPr/>
        </p:nvSpPr>
        <p:spPr>
          <a:xfrm xmlns:a="http://schemas.openxmlformats.org/drawingml/2006/main">
            <a:off x="5105400" y="609600"/>
            <a:ext cx="6477000" cy="5619750"/>
          </a:xfrm>
          <a:prstGeom xmlns:a="http://schemas.openxmlformats.org/drawingml/2006/main" prst="roundRect">
            <a:avLst>
              <a:gd name="adj" fmla="val 1356"/>
            </a:avLst>
          </a:prstGeom>
          <a:solidFill xmlns:a="http://schemas.openxmlformats.org/drawingml/2006/main">
            <a:srgbClr val="0B2418"/>
          </a:solidFill>
          <a:ln xmlns:a="http://schemas.openxmlformats.org/drawingml/2006/main" w="9525">
            <a:solidFill>
              <a:srgbClr val="315440"/>
            </a:soli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0353951f5a5d4c63"/>
          <a:srcRect xmlns:a="http://schemas.openxmlformats.org/drawingml/2006/main" l="13658" t="0" r="13658" b="0"/>
          <a:stretch xmlns:a="http://schemas.openxmlformats.org/drawingml/2006/main">
            <a:fillRect l="0" t="0" r="0" b="0"/>
          </a:stretch>
        </p:blipFill>
        <p:spPr>
          <a:xfrm xmlns:a="http://schemas.openxmlformats.org/drawingml/2006/main">
            <a:off x="5276850" y="781050"/>
            <a:ext cx="6134100" cy="5276850"/>
          </a:xfrm>
          <a:prstGeom xmlns:a="http://schemas.openxmlformats.org/drawingml/2006/main" prst="roundRect">
            <a:avLst/>
          </a:prstGeom>
        </p:spPr>
      </p:pic>
    </p:spTree>
    <p:extLst>
      <p:ext uri="{BB962C8B-B14F-4D97-AF65-F5344CB8AC3E}">
        <p14:creationId xmlns:p14="http://schemas.microsoft.com/office/powerpoint/2010/main" val="538673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2026-07-22T19:27:54.3760000Z</dcterms:created>
  <dcterms:modified xsi:type="dcterms:W3CDTF">2026-07-22T19:27:54.3760000Z</dcterms:modified>
</coreProperties>
</file>